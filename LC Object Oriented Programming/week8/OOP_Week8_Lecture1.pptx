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319" r:id="rId2"/>
    <p:sldId id="262" r:id="rId3"/>
    <p:sldId id="267" r:id="rId4"/>
    <p:sldId id="331" r:id="rId5"/>
    <p:sldId id="334" r:id="rId6"/>
    <p:sldId id="335" r:id="rId7"/>
    <p:sldId id="341" r:id="rId8"/>
    <p:sldId id="342" r:id="rId9"/>
    <p:sldId id="333" r:id="rId10"/>
    <p:sldId id="336" r:id="rId11"/>
    <p:sldId id="338" r:id="rId12"/>
    <p:sldId id="339" r:id="rId13"/>
    <p:sldId id="340" r:id="rId14"/>
    <p:sldId id="337" r:id="rId15"/>
    <p:sldId id="343" r:id="rId16"/>
    <p:sldId id="344" r:id="rId17"/>
    <p:sldId id="332" r:id="rId18"/>
    <p:sldId id="345" r:id="rId19"/>
    <p:sldId id="346" r:id="rId20"/>
    <p:sldId id="347" r:id="rId21"/>
    <p:sldId id="348" r:id="rId22"/>
    <p:sldId id="349" r:id="rId23"/>
    <p:sldId id="350" r:id="rId24"/>
    <p:sldId id="351" r:id="rId25"/>
    <p:sldId id="352" r:id="rId26"/>
    <p:sldId id="353" r:id="rId27"/>
    <p:sldId id="354" r:id="rId28"/>
    <p:sldId id="355" r:id="rId29"/>
    <p:sldId id="316" r:id="rId30"/>
  </p:sldIdLst>
  <p:sldSz cx="9144000" cy="5143500" type="screen16x9"/>
  <p:notesSz cx="9144000" cy="6858000"/>
  <p:embeddedFontLst>
    <p:embeddedFont>
      <p:font typeface="Calibri" panose="020F0502020204030204" pitchFamily="34" charset="0"/>
      <p:regular r:id="rId33"/>
      <p:bold r:id="rId34"/>
      <p:italic r:id="rId35"/>
      <p:boldItalic r:id="rId36"/>
    </p:embeddedFont>
    <p:embeddedFont>
      <p:font typeface="Consolas" panose="020B0609020204030204" pitchFamily="49" charset="0"/>
      <p:regular r:id="rId37"/>
      <p:bold r:id="rId38"/>
      <p:italic r:id="rId39"/>
      <p:boldItalic r:id="rId40"/>
    </p:embeddedFont>
    <p:embeddedFont>
      <p:font typeface="Georgia" panose="02040502050405020303" pitchFamily="18" charset="0"/>
      <p:regular r:id="rId41"/>
      <p:bold r:id="rId42"/>
      <p:italic r:id="rId43"/>
      <p:boldItalic r:id="rId44"/>
    </p:embeddedFont>
  </p:embeddedFontLst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FF"/>
    <a:srgbClr val="489EBD"/>
    <a:srgbClr val="99FFCC"/>
    <a:srgbClr val="C6680A"/>
    <a:srgbClr val="9F6D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8FBF4D-B3A5-4FFC-A733-C6398C8925B3}" v="2" dt="2023-11-12T23:33:58.252"/>
  </p1510:revLst>
</p1510:revInfo>
</file>

<file path=ppt/tableStyles.xml><?xml version="1.0" encoding="utf-8"?>
<a:tblStyleLst xmlns:a="http://schemas.openxmlformats.org/drawingml/2006/main" def="{5C22544A-7EE6-4342-B048-85BDC9FD1C3A}"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58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zheng Wan" userId="02e35b87-44bd-4455-aecc-56042df92991" providerId="ADAL" clId="{D20087C9-2679-40FE-BC07-EADFD1DFEDFF}"/>
    <pc:docChg chg="custSel delSld modSld">
      <pc:chgData name="Jizheng Wan" userId="02e35b87-44bd-4455-aecc-56042df92991" providerId="ADAL" clId="{D20087C9-2679-40FE-BC07-EADFD1DFEDFF}" dt="2022-11-22T16:49:55.143" v="63" actId="1076"/>
      <pc:docMkLst>
        <pc:docMk/>
      </pc:docMkLst>
      <pc:sldChg chg="addSp modSp mod">
        <pc:chgData name="Jizheng Wan" userId="02e35b87-44bd-4455-aecc-56042df92991" providerId="ADAL" clId="{D20087C9-2679-40FE-BC07-EADFD1DFEDFF}" dt="2022-11-20T17:53:15.363" v="11"/>
        <pc:sldMkLst>
          <pc:docMk/>
          <pc:sldMk cId="3855887011" sldId="262"/>
        </pc:sldMkLst>
        <pc:spChg chg="mod">
          <ac:chgData name="Jizheng Wan" userId="02e35b87-44bd-4455-aecc-56042df92991" providerId="ADAL" clId="{D20087C9-2679-40FE-BC07-EADFD1DFEDFF}" dt="2022-11-20T17:51:53.429" v="10" actId="20577"/>
          <ac:spMkLst>
            <pc:docMk/>
            <pc:sldMk cId="3855887011" sldId="262"/>
            <ac:spMk id="5" creationId="{00000000-0000-0000-0000-000000000000}"/>
          </ac:spMkLst>
        </pc:spChg>
        <pc:picChg chg="add mod">
          <ac:chgData name="Jizheng Wan" userId="02e35b87-44bd-4455-aecc-56042df92991" providerId="ADAL" clId="{D20087C9-2679-40FE-BC07-EADFD1DFEDFF}" dt="2022-11-20T17:53:15.363" v="11"/>
          <ac:picMkLst>
            <pc:docMk/>
            <pc:sldMk cId="3855887011" sldId="262"/>
            <ac:picMk id="2" creationId="{15D3F2FF-CFC8-C0E4-ABD0-23CA993C9E61}"/>
          </ac:picMkLst>
        </pc:picChg>
      </pc:sldChg>
      <pc:sldChg chg="addSp delSp modSp mod">
        <pc:chgData name="Jizheng Wan" userId="02e35b87-44bd-4455-aecc-56042df92991" providerId="ADAL" clId="{D20087C9-2679-40FE-BC07-EADFD1DFEDFF}" dt="2022-11-22T16:49:55.143" v="63" actId="1076"/>
        <pc:sldMkLst>
          <pc:docMk/>
          <pc:sldMk cId="364580180" sldId="319"/>
        </pc:sldMkLst>
        <pc:spChg chg="del">
          <ac:chgData name="Jizheng Wan" userId="02e35b87-44bd-4455-aecc-56042df92991" providerId="ADAL" clId="{D20087C9-2679-40FE-BC07-EADFD1DFEDFF}" dt="2022-11-20T17:51:37.292" v="5" actId="478"/>
          <ac:spMkLst>
            <pc:docMk/>
            <pc:sldMk cId="364580180" sldId="319"/>
            <ac:spMk id="2" creationId="{3A5A8541-254E-45A3-8E8B-24E57977C6A0}"/>
          </ac:spMkLst>
        </pc:spChg>
        <pc:spChg chg="del">
          <ac:chgData name="Jizheng Wan" userId="02e35b87-44bd-4455-aecc-56042df92991" providerId="ADAL" clId="{D20087C9-2679-40FE-BC07-EADFD1DFEDFF}" dt="2022-11-20T17:51:30.337" v="3" actId="478"/>
          <ac:spMkLst>
            <pc:docMk/>
            <pc:sldMk cId="364580180" sldId="319"/>
            <ac:spMk id="3" creationId="{22FE5EF5-992D-4308-82C8-90D64475DE1D}"/>
          </ac:spMkLst>
        </pc:spChg>
        <pc:spChg chg="mod">
          <ac:chgData name="Jizheng Wan" userId="02e35b87-44bd-4455-aecc-56042df92991" providerId="ADAL" clId="{D20087C9-2679-40FE-BC07-EADFD1DFEDFF}" dt="2022-11-22T16:49:55.143" v="63" actId="1076"/>
          <ac:spMkLst>
            <pc:docMk/>
            <pc:sldMk cId="364580180" sldId="319"/>
            <ac:spMk id="4" creationId="{969C17DE-685A-6C89-0FE4-92759F840CD1}"/>
          </ac:spMkLst>
        </pc:spChg>
        <pc:spChg chg="add del mod">
          <ac:chgData name="Jizheng Wan" userId="02e35b87-44bd-4455-aecc-56042df92991" providerId="ADAL" clId="{D20087C9-2679-40FE-BC07-EADFD1DFEDFF}" dt="2022-11-20T17:51:35.322" v="4" actId="478"/>
          <ac:spMkLst>
            <pc:docMk/>
            <pc:sldMk cId="364580180" sldId="319"/>
            <ac:spMk id="7" creationId="{8F8950D7-0C1C-6A07-93C0-FE918BACA40F}"/>
          </ac:spMkLst>
        </pc:spChg>
        <pc:spChg chg="add del mod">
          <ac:chgData name="Jizheng Wan" userId="02e35b87-44bd-4455-aecc-56042df92991" providerId="ADAL" clId="{D20087C9-2679-40FE-BC07-EADFD1DFEDFF}" dt="2022-11-20T17:51:40.545" v="7" actId="478"/>
          <ac:spMkLst>
            <pc:docMk/>
            <pc:sldMk cId="364580180" sldId="319"/>
            <ac:spMk id="9" creationId="{7BA27AF4-EA2B-1825-0DE6-EB902BB98D5A}"/>
          </ac:spMkLst>
        </pc:spChg>
        <pc:picChg chg="del">
          <ac:chgData name="Jizheng Wan" userId="02e35b87-44bd-4455-aecc-56042df92991" providerId="ADAL" clId="{D20087C9-2679-40FE-BC07-EADFD1DFEDFF}" dt="2022-11-20T17:51:38.234" v="6" actId="478"/>
          <ac:picMkLst>
            <pc:docMk/>
            <pc:sldMk cId="364580180" sldId="319"/>
            <ac:picMk id="6" creationId="{BA37ED5E-2700-5782-30FB-72BD34E06655}"/>
          </ac:picMkLst>
        </pc:picChg>
      </pc:sldChg>
      <pc:sldChg chg="del">
        <pc:chgData name="Jizheng Wan" userId="02e35b87-44bd-4455-aecc-56042df92991" providerId="ADAL" clId="{D20087C9-2679-40FE-BC07-EADFD1DFEDFF}" dt="2022-11-21T13:59:23.189" v="38" actId="2696"/>
        <pc:sldMkLst>
          <pc:docMk/>
          <pc:sldMk cId="3029223574" sldId="332"/>
        </pc:sldMkLst>
      </pc:sldChg>
      <pc:sldChg chg="modSp">
        <pc:chgData name="Jizheng Wan" userId="02e35b87-44bd-4455-aecc-56042df92991" providerId="ADAL" clId="{D20087C9-2679-40FE-BC07-EADFD1DFEDFF}" dt="2022-11-21T11:53:08.300" v="37" actId="20577"/>
        <pc:sldMkLst>
          <pc:docMk/>
          <pc:sldMk cId="387329424" sldId="334"/>
        </pc:sldMkLst>
        <pc:spChg chg="mod">
          <ac:chgData name="Jizheng Wan" userId="02e35b87-44bd-4455-aecc-56042df92991" providerId="ADAL" clId="{D20087C9-2679-40FE-BC07-EADFD1DFEDFF}" dt="2022-11-21T11:53:08.300" v="37" actId="20577"/>
          <ac:spMkLst>
            <pc:docMk/>
            <pc:sldMk cId="387329424" sldId="334"/>
            <ac:spMk id="3" creationId="{02EFBEB8-C838-00C5-3BB3-C1C8725ED8E3}"/>
          </ac:spMkLst>
        </pc:spChg>
      </pc:sldChg>
    </pc:docChg>
  </pc:docChgLst>
  <pc:docChgLst>
    <pc:chgData name="Jizheng Wan" userId="02e35b87-44bd-4455-aecc-56042df92991" providerId="ADAL" clId="{F3959B82-9950-43F8-975E-1FE564E7CA72}"/>
    <pc:docChg chg="custSel modSld">
      <pc:chgData name="Jizheng Wan" userId="02e35b87-44bd-4455-aecc-56042df92991" providerId="ADAL" clId="{F3959B82-9950-43F8-975E-1FE564E7CA72}" dt="2022-11-01T23:40:30.402" v="8" actId="478"/>
      <pc:docMkLst>
        <pc:docMk/>
      </pc:docMkLst>
      <pc:sldChg chg="modSp mod">
        <pc:chgData name="Jizheng Wan" userId="02e35b87-44bd-4455-aecc-56042df92991" providerId="ADAL" clId="{F3959B82-9950-43F8-975E-1FE564E7CA72}" dt="2022-11-01T23:39:56.116" v="2" actId="20577"/>
        <pc:sldMkLst>
          <pc:docMk/>
          <pc:sldMk cId="978461468" sldId="267"/>
        </pc:sldMkLst>
        <pc:spChg chg="mod">
          <ac:chgData name="Jizheng Wan" userId="02e35b87-44bd-4455-aecc-56042df92991" providerId="ADAL" clId="{F3959B82-9950-43F8-975E-1FE564E7CA72}" dt="2022-11-01T23:39:56.116" v="2" actId="20577"/>
          <ac:spMkLst>
            <pc:docMk/>
            <pc:sldMk cId="978461468" sldId="267"/>
            <ac:spMk id="3" creationId="{1905B739-ADE8-406B-B5BB-21B7DCB250D3}"/>
          </ac:spMkLst>
        </pc:spChg>
      </pc:sldChg>
      <pc:sldChg chg="modSp mod">
        <pc:chgData name="Jizheng Wan" userId="02e35b87-44bd-4455-aecc-56042df92991" providerId="ADAL" clId="{F3959B82-9950-43F8-975E-1FE564E7CA72}" dt="2022-11-01T23:39:50.704" v="0" actId="6549"/>
        <pc:sldMkLst>
          <pc:docMk/>
          <pc:sldMk cId="364580180" sldId="319"/>
        </pc:sldMkLst>
        <pc:spChg chg="mod">
          <ac:chgData name="Jizheng Wan" userId="02e35b87-44bd-4455-aecc-56042df92991" providerId="ADAL" clId="{F3959B82-9950-43F8-975E-1FE564E7CA72}" dt="2022-11-01T23:39:50.704" v="0" actId="6549"/>
          <ac:spMkLst>
            <pc:docMk/>
            <pc:sldMk cId="364580180" sldId="319"/>
            <ac:spMk id="4" creationId="{969C17DE-685A-6C89-0FE4-92759F840CD1}"/>
          </ac:spMkLst>
        </pc:spChg>
      </pc:sldChg>
      <pc:sldChg chg="delSp mod">
        <pc:chgData name="Jizheng Wan" userId="02e35b87-44bd-4455-aecc-56042df92991" providerId="ADAL" clId="{F3959B82-9950-43F8-975E-1FE564E7CA72}" dt="2022-11-01T23:40:18.809" v="4" actId="478"/>
        <pc:sldMkLst>
          <pc:docMk/>
          <pc:sldMk cId="2774230203" sldId="321"/>
        </pc:sldMkLst>
        <pc:inkChg chg="del">
          <ac:chgData name="Jizheng Wan" userId="02e35b87-44bd-4455-aecc-56042df92991" providerId="ADAL" clId="{F3959B82-9950-43F8-975E-1FE564E7CA72}" dt="2022-11-01T23:40:18.809" v="4" actId="478"/>
          <ac:inkMkLst>
            <pc:docMk/>
            <pc:sldMk cId="2774230203" sldId="321"/>
            <ac:inkMk id="5" creationId="{5D9C3CFE-A64B-0451-616F-2F826039F123}"/>
          </ac:inkMkLst>
        </pc:inkChg>
      </pc:sldChg>
      <pc:sldChg chg="delSp mod">
        <pc:chgData name="Jizheng Wan" userId="02e35b87-44bd-4455-aecc-56042df92991" providerId="ADAL" clId="{F3959B82-9950-43F8-975E-1FE564E7CA72}" dt="2022-11-01T23:40:15.260" v="3" actId="478"/>
        <pc:sldMkLst>
          <pc:docMk/>
          <pc:sldMk cId="585716244" sldId="322"/>
        </pc:sldMkLst>
        <pc:inkChg chg="del">
          <ac:chgData name="Jizheng Wan" userId="02e35b87-44bd-4455-aecc-56042df92991" providerId="ADAL" clId="{F3959B82-9950-43F8-975E-1FE564E7CA72}" dt="2022-11-01T23:40:15.260" v="3" actId="478"/>
          <ac:inkMkLst>
            <pc:docMk/>
            <pc:sldMk cId="585716244" sldId="322"/>
            <ac:inkMk id="6" creationId="{596C9936-815E-BFDB-A85E-619DE24130D2}"/>
          </ac:inkMkLst>
        </pc:inkChg>
      </pc:sldChg>
      <pc:sldChg chg="delSp mod">
        <pc:chgData name="Jizheng Wan" userId="02e35b87-44bd-4455-aecc-56042df92991" providerId="ADAL" clId="{F3959B82-9950-43F8-975E-1FE564E7CA72}" dt="2022-11-01T23:40:22.362" v="5" actId="478"/>
        <pc:sldMkLst>
          <pc:docMk/>
          <pc:sldMk cId="3543225394" sldId="324"/>
        </pc:sldMkLst>
        <pc:inkChg chg="del">
          <ac:chgData name="Jizheng Wan" userId="02e35b87-44bd-4455-aecc-56042df92991" providerId="ADAL" clId="{F3959B82-9950-43F8-975E-1FE564E7CA72}" dt="2022-11-01T23:40:22.362" v="5" actId="478"/>
          <ac:inkMkLst>
            <pc:docMk/>
            <pc:sldMk cId="3543225394" sldId="324"/>
            <ac:inkMk id="5" creationId="{5A8E88AA-CB29-2C3C-6F3B-15D43E62176F}"/>
          </ac:inkMkLst>
        </pc:inkChg>
      </pc:sldChg>
      <pc:sldChg chg="delSp mod">
        <pc:chgData name="Jizheng Wan" userId="02e35b87-44bd-4455-aecc-56042df92991" providerId="ADAL" clId="{F3959B82-9950-43F8-975E-1FE564E7CA72}" dt="2022-11-01T23:40:25.613" v="6" actId="478"/>
        <pc:sldMkLst>
          <pc:docMk/>
          <pc:sldMk cId="2843695421" sldId="328"/>
        </pc:sldMkLst>
        <pc:inkChg chg="del">
          <ac:chgData name="Jizheng Wan" userId="02e35b87-44bd-4455-aecc-56042df92991" providerId="ADAL" clId="{F3959B82-9950-43F8-975E-1FE564E7CA72}" dt="2022-11-01T23:40:25.613" v="6" actId="478"/>
          <ac:inkMkLst>
            <pc:docMk/>
            <pc:sldMk cId="2843695421" sldId="328"/>
            <ac:inkMk id="9" creationId="{DA27154C-09E8-3501-3D3C-E57C7A37A617}"/>
          </ac:inkMkLst>
        </pc:inkChg>
      </pc:sldChg>
      <pc:sldChg chg="delSp mod">
        <pc:chgData name="Jizheng Wan" userId="02e35b87-44bd-4455-aecc-56042df92991" providerId="ADAL" clId="{F3959B82-9950-43F8-975E-1FE564E7CA72}" dt="2022-11-01T23:40:27.787" v="7" actId="478"/>
        <pc:sldMkLst>
          <pc:docMk/>
          <pc:sldMk cId="4236375752" sldId="329"/>
        </pc:sldMkLst>
        <pc:inkChg chg="del">
          <ac:chgData name="Jizheng Wan" userId="02e35b87-44bd-4455-aecc-56042df92991" providerId="ADAL" clId="{F3959B82-9950-43F8-975E-1FE564E7CA72}" dt="2022-11-01T23:40:27.787" v="7" actId="478"/>
          <ac:inkMkLst>
            <pc:docMk/>
            <pc:sldMk cId="4236375752" sldId="329"/>
            <ac:inkMk id="9" creationId="{A2E74113-A377-8A1F-AABE-67769885F0F4}"/>
          </ac:inkMkLst>
        </pc:inkChg>
      </pc:sldChg>
      <pc:sldChg chg="delSp mod">
        <pc:chgData name="Jizheng Wan" userId="02e35b87-44bd-4455-aecc-56042df92991" providerId="ADAL" clId="{F3959B82-9950-43F8-975E-1FE564E7CA72}" dt="2022-11-01T23:40:30.402" v="8" actId="478"/>
        <pc:sldMkLst>
          <pc:docMk/>
          <pc:sldMk cId="1399123181" sldId="330"/>
        </pc:sldMkLst>
        <pc:inkChg chg="del">
          <ac:chgData name="Jizheng Wan" userId="02e35b87-44bd-4455-aecc-56042df92991" providerId="ADAL" clId="{F3959B82-9950-43F8-975E-1FE564E7CA72}" dt="2022-11-01T23:40:30.402" v="8" actId="478"/>
          <ac:inkMkLst>
            <pc:docMk/>
            <pc:sldMk cId="1399123181" sldId="330"/>
            <ac:inkMk id="17" creationId="{64C36D47-F817-7492-096F-C314A436F9C6}"/>
          </ac:inkMkLst>
        </pc:inkChg>
      </pc:sldChg>
    </pc:docChg>
  </pc:docChgLst>
  <pc:docChgLst>
    <pc:chgData name="Jizheng Wan" userId="02e35b87-44bd-4455-aecc-56042df92991" providerId="ADAL" clId="{F7ECB4BB-DCCF-471A-B570-79B79BF10A33}"/>
    <pc:docChg chg="undo custSel addSld delSld modSld sldOrd">
      <pc:chgData name="Jizheng Wan" userId="02e35b87-44bd-4455-aecc-56042df92991" providerId="ADAL" clId="{F7ECB4BB-DCCF-471A-B570-79B79BF10A33}" dt="2022-11-22T05:21:54.014" v="3705" actId="403"/>
      <pc:docMkLst>
        <pc:docMk/>
      </pc:docMkLst>
      <pc:sldChg chg="modSp mod">
        <pc:chgData name="Jizheng Wan" userId="02e35b87-44bd-4455-aecc-56042df92991" providerId="ADAL" clId="{F7ECB4BB-DCCF-471A-B570-79B79BF10A33}" dt="2022-11-21T03:27:18.638" v="2396" actId="2711"/>
        <pc:sldMkLst>
          <pc:docMk/>
          <pc:sldMk cId="978461468" sldId="267"/>
        </pc:sldMkLst>
        <pc:spChg chg="mod">
          <ac:chgData name="Jizheng Wan" userId="02e35b87-44bd-4455-aecc-56042df92991" providerId="ADAL" clId="{F7ECB4BB-DCCF-471A-B570-79B79BF10A33}" dt="2022-11-21T03:27:18.638" v="2396" actId="2711"/>
          <ac:spMkLst>
            <pc:docMk/>
            <pc:sldMk cId="978461468" sldId="267"/>
            <ac:spMk id="3" creationId="{1905B739-ADE8-406B-B5BB-21B7DCB250D3}"/>
          </ac:spMkLst>
        </pc:spChg>
      </pc:sldChg>
      <pc:sldChg chg="add del">
        <pc:chgData name="Jizheng Wan" userId="02e35b87-44bd-4455-aecc-56042df92991" providerId="ADAL" clId="{F7ECB4BB-DCCF-471A-B570-79B79BF10A33}" dt="2022-11-21T04:21:37.008" v="2694" actId="47"/>
        <pc:sldMkLst>
          <pc:docMk/>
          <pc:sldMk cId="4127697669" sldId="283"/>
        </pc:sldMkLst>
      </pc:sldChg>
      <pc:sldChg chg="modSp mod">
        <pc:chgData name="Jizheng Wan" userId="02e35b87-44bd-4455-aecc-56042df92991" providerId="ADAL" clId="{F7ECB4BB-DCCF-471A-B570-79B79BF10A33}" dt="2022-11-22T05:21:54.014" v="3705" actId="403"/>
        <pc:sldMkLst>
          <pc:docMk/>
          <pc:sldMk cId="364580180" sldId="319"/>
        </pc:sldMkLst>
        <pc:spChg chg="mod">
          <ac:chgData name="Jizheng Wan" userId="02e35b87-44bd-4455-aecc-56042df92991" providerId="ADAL" clId="{F7ECB4BB-DCCF-471A-B570-79B79BF10A33}" dt="2022-11-22T05:21:54.014" v="3705" actId="403"/>
          <ac:spMkLst>
            <pc:docMk/>
            <pc:sldMk cId="364580180" sldId="319"/>
            <ac:spMk id="4" creationId="{969C17DE-685A-6C89-0FE4-92759F840CD1}"/>
          </ac:spMkLst>
        </pc:spChg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1995752480" sldId="320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2774230203" sldId="321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585716244" sldId="322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3724970255" sldId="323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3543225394" sldId="324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3990925061" sldId="325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2525370200" sldId="326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3722161878" sldId="327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2843695421" sldId="328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4236375752" sldId="329"/>
        </pc:sldMkLst>
      </pc:sldChg>
      <pc:sldChg chg="add del">
        <pc:chgData name="Jizheng Wan" userId="02e35b87-44bd-4455-aecc-56042df92991" providerId="ADAL" clId="{F7ECB4BB-DCCF-471A-B570-79B79BF10A33}" dt="2022-11-21T04:21:34.876" v="2693" actId="47"/>
        <pc:sldMkLst>
          <pc:docMk/>
          <pc:sldMk cId="1399123181" sldId="330"/>
        </pc:sldMkLst>
      </pc:sldChg>
      <pc:sldChg chg="addSp delSp modSp new mod modAnim">
        <pc:chgData name="Jizheng Wan" userId="02e35b87-44bd-4455-aecc-56042df92991" providerId="ADAL" clId="{F7ECB4BB-DCCF-471A-B570-79B79BF10A33}" dt="2022-11-21T04:25:14.486" v="2732"/>
        <pc:sldMkLst>
          <pc:docMk/>
          <pc:sldMk cId="2608406814" sldId="331"/>
        </pc:sldMkLst>
        <pc:spChg chg="mod">
          <ac:chgData name="Jizheng Wan" userId="02e35b87-44bd-4455-aecc-56042df92991" providerId="ADAL" clId="{F7ECB4BB-DCCF-471A-B570-79B79BF10A33}" dt="2022-11-21T00:56:30.168" v="881" actId="20577"/>
          <ac:spMkLst>
            <pc:docMk/>
            <pc:sldMk cId="2608406814" sldId="331"/>
            <ac:spMk id="2" creationId="{9537CFEF-1545-4E2D-AE3C-E0AC2333217C}"/>
          </ac:spMkLst>
        </pc:spChg>
        <pc:spChg chg="del">
          <ac:chgData name="Jizheng Wan" userId="02e35b87-44bd-4455-aecc-56042df92991" providerId="ADAL" clId="{F7ECB4BB-DCCF-471A-B570-79B79BF10A33}" dt="2022-11-20T22:22:32.764" v="25"/>
          <ac:spMkLst>
            <pc:docMk/>
            <pc:sldMk cId="2608406814" sldId="331"/>
            <ac:spMk id="3" creationId="{4A26C586-56FF-D16D-A03A-0A461C0B3DBE}"/>
          </ac:spMkLst>
        </pc:spChg>
        <pc:spChg chg="add mod">
          <ac:chgData name="Jizheng Wan" userId="02e35b87-44bd-4455-aecc-56042df92991" providerId="ADAL" clId="{F7ECB4BB-DCCF-471A-B570-79B79BF10A33}" dt="2022-11-21T00:26:38.362" v="548" actId="20577"/>
          <ac:spMkLst>
            <pc:docMk/>
            <pc:sldMk cId="2608406814" sldId="331"/>
            <ac:spMk id="7" creationId="{99407A9E-E5D4-6AB0-EA44-93F5B05E06ED}"/>
          </ac:spMkLst>
        </pc:spChg>
        <pc:picChg chg="add del mod">
          <ac:chgData name="Jizheng Wan" userId="02e35b87-44bd-4455-aecc-56042df92991" providerId="ADAL" clId="{F7ECB4BB-DCCF-471A-B570-79B79BF10A33}" dt="2022-11-21T00:21:37.774" v="307" actId="478"/>
          <ac:picMkLst>
            <pc:docMk/>
            <pc:sldMk cId="2608406814" sldId="331"/>
            <ac:picMk id="5" creationId="{2FDDCA09-1BCD-2CD7-3AB2-8B704BB45DD2}"/>
          </ac:picMkLst>
        </pc:picChg>
      </pc:sldChg>
      <pc:sldChg chg="addSp delSp modSp new mod addAnim delAnim modAnim modShow">
        <pc:chgData name="Jizheng Wan" userId="02e35b87-44bd-4455-aecc-56042df92991" providerId="ADAL" clId="{F7ECB4BB-DCCF-471A-B570-79B79BF10A33}" dt="2022-11-21T04:38:18.747" v="2842" actId="729"/>
        <pc:sldMkLst>
          <pc:docMk/>
          <pc:sldMk cId="3029223574" sldId="332"/>
        </pc:sldMkLst>
        <pc:spChg chg="mod">
          <ac:chgData name="Jizheng Wan" userId="02e35b87-44bd-4455-aecc-56042df92991" providerId="ADAL" clId="{F7ECB4BB-DCCF-471A-B570-79B79BF10A33}" dt="2022-11-21T02:07:21.058" v="1069" actId="20577"/>
          <ac:spMkLst>
            <pc:docMk/>
            <pc:sldMk cId="3029223574" sldId="332"/>
            <ac:spMk id="2" creationId="{7E2AE21A-E74B-DF47-0178-E48D112EB591}"/>
          </ac:spMkLst>
        </pc:spChg>
        <pc:spChg chg="mod">
          <ac:chgData name="Jizheng Wan" userId="02e35b87-44bd-4455-aecc-56042df92991" providerId="ADAL" clId="{F7ECB4BB-DCCF-471A-B570-79B79BF10A33}" dt="2022-11-21T04:37:07.130" v="2837" actId="21"/>
          <ac:spMkLst>
            <pc:docMk/>
            <pc:sldMk cId="3029223574" sldId="332"/>
            <ac:spMk id="3" creationId="{AC81A381-9992-8849-D7EC-3990E95137C0}"/>
          </ac:spMkLst>
        </pc:spChg>
        <pc:spChg chg="add del">
          <ac:chgData name="Jizheng Wan" userId="02e35b87-44bd-4455-aecc-56042df92991" providerId="ADAL" clId="{F7ECB4BB-DCCF-471A-B570-79B79BF10A33}" dt="2022-11-21T02:11:30.981" v="1111"/>
          <ac:spMkLst>
            <pc:docMk/>
            <pc:sldMk cId="3029223574" sldId="332"/>
            <ac:spMk id="4" creationId="{8C88DD77-7539-8CC3-4BC9-54DE901089A9}"/>
          </ac:spMkLst>
        </pc:spChg>
        <pc:spChg chg="add del mod">
          <ac:chgData name="Jizheng Wan" userId="02e35b87-44bd-4455-aecc-56042df92991" providerId="ADAL" clId="{F7ECB4BB-DCCF-471A-B570-79B79BF10A33}" dt="2022-11-21T03:30:43.687" v="2419" actId="21"/>
          <ac:spMkLst>
            <pc:docMk/>
            <pc:sldMk cId="3029223574" sldId="332"/>
            <ac:spMk id="6" creationId="{47474551-A7AA-D098-0522-1A196B760E8C}"/>
          </ac:spMkLst>
        </pc:spChg>
        <pc:spChg chg="add del mod">
          <ac:chgData name="Jizheng Wan" userId="02e35b87-44bd-4455-aecc-56042df92991" providerId="ADAL" clId="{F7ECB4BB-DCCF-471A-B570-79B79BF10A33}" dt="2022-11-21T03:31:01.231" v="2422" actId="478"/>
          <ac:spMkLst>
            <pc:docMk/>
            <pc:sldMk cId="3029223574" sldId="332"/>
            <ac:spMk id="7" creationId="{28237033-BD33-07F5-170C-A6AB44E91030}"/>
          </ac:spMkLst>
        </pc:spChg>
        <pc:spChg chg="add del mod">
          <ac:chgData name="Jizheng Wan" userId="02e35b87-44bd-4455-aecc-56042df92991" providerId="ADAL" clId="{F7ECB4BB-DCCF-471A-B570-79B79BF10A33}" dt="2022-11-21T04:37:08.420" v="2839"/>
          <ac:spMkLst>
            <pc:docMk/>
            <pc:sldMk cId="3029223574" sldId="332"/>
            <ac:spMk id="9" creationId="{C891B9C0-50E8-6E36-DEC9-0A01709447FA}"/>
          </ac:spMkLst>
        </pc:spChg>
        <pc:spChg chg="add del mod">
          <ac:chgData name="Jizheng Wan" userId="02e35b87-44bd-4455-aecc-56042df92991" providerId="ADAL" clId="{F7ECB4BB-DCCF-471A-B570-79B79BF10A33}" dt="2022-11-21T04:37:08.420" v="2839"/>
          <ac:spMkLst>
            <pc:docMk/>
            <pc:sldMk cId="3029223574" sldId="332"/>
            <ac:spMk id="10" creationId="{48915660-C717-597F-40F7-5F4FE9C80421}"/>
          </ac:spMkLst>
        </pc:spChg>
        <pc:picChg chg="add del mod">
          <ac:chgData name="Jizheng Wan" userId="02e35b87-44bd-4455-aecc-56042df92991" providerId="ADAL" clId="{F7ECB4BB-DCCF-471A-B570-79B79BF10A33}" dt="2022-11-21T04:37:08.420" v="2839"/>
          <ac:picMkLst>
            <pc:docMk/>
            <pc:sldMk cId="3029223574" sldId="332"/>
            <ac:picMk id="8" creationId="{76BAEC8B-6F4C-33BA-EC44-BCA5EE7A4330}"/>
          </ac:picMkLst>
        </pc:picChg>
      </pc:sldChg>
      <pc:sldChg chg="addSp modSp add mod modAnim">
        <pc:chgData name="Jizheng Wan" userId="02e35b87-44bd-4455-aecc-56042df92991" providerId="ADAL" clId="{F7ECB4BB-DCCF-471A-B570-79B79BF10A33}" dt="2022-11-22T05:17:25.939" v="3676" actId="14100"/>
        <pc:sldMkLst>
          <pc:docMk/>
          <pc:sldMk cId="3310372265" sldId="333"/>
        </pc:sldMkLst>
        <pc:spChg chg="mod">
          <ac:chgData name="Jizheng Wan" userId="02e35b87-44bd-4455-aecc-56042df92991" providerId="ADAL" clId="{F7ECB4BB-DCCF-471A-B570-79B79BF10A33}" dt="2022-11-21T00:56:38.523" v="884" actId="20577"/>
          <ac:spMkLst>
            <pc:docMk/>
            <pc:sldMk cId="3310372265" sldId="333"/>
            <ac:spMk id="2" creationId="{9537CFEF-1545-4E2D-AE3C-E0AC2333217C}"/>
          </ac:spMkLst>
        </pc:spChg>
        <pc:spChg chg="add mod">
          <ac:chgData name="Jizheng Wan" userId="02e35b87-44bd-4455-aecc-56042df92991" providerId="ADAL" clId="{F7ECB4BB-DCCF-471A-B570-79B79BF10A33}" dt="2022-11-21T00:34:26.297" v="877" actId="20577"/>
          <ac:spMkLst>
            <pc:docMk/>
            <pc:sldMk cId="3310372265" sldId="333"/>
            <ac:spMk id="3" creationId="{EDCCC20B-EB4C-61E4-7C04-1DCDFDA5404A}"/>
          </ac:spMkLst>
        </pc:spChg>
        <pc:picChg chg="mod">
          <ac:chgData name="Jizheng Wan" userId="02e35b87-44bd-4455-aecc-56042df92991" providerId="ADAL" clId="{F7ECB4BB-DCCF-471A-B570-79B79BF10A33}" dt="2022-11-22T05:17:25.939" v="3676" actId="14100"/>
          <ac:picMkLst>
            <pc:docMk/>
            <pc:sldMk cId="3310372265" sldId="333"/>
            <ac:picMk id="5" creationId="{2FDDCA09-1BCD-2CD7-3AB2-8B704BB45DD2}"/>
          </ac:picMkLst>
        </pc:picChg>
      </pc:sldChg>
      <pc:sldChg chg="modSp new mod modAnim">
        <pc:chgData name="Jizheng Wan" userId="02e35b87-44bd-4455-aecc-56042df92991" providerId="ADAL" clId="{F7ECB4BB-DCCF-471A-B570-79B79BF10A33}" dt="2022-11-21T04:27:02.260" v="2779"/>
        <pc:sldMkLst>
          <pc:docMk/>
          <pc:sldMk cId="387329424" sldId="334"/>
        </pc:sldMkLst>
        <pc:spChg chg="mod">
          <ac:chgData name="Jizheng Wan" userId="02e35b87-44bd-4455-aecc-56042df92991" providerId="ADAL" clId="{F7ECB4BB-DCCF-471A-B570-79B79BF10A33}" dt="2022-11-21T00:56:43.250" v="885"/>
          <ac:spMkLst>
            <pc:docMk/>
            <pc:sldMk cId="387329424" sldId="334"/>
            <ac:spMk id="2" creationId="{668C20EA-978E-B2BC-D6B6-DF478DFFA9C0}"/>
          </ac:spMkLst>
        </pc:spChg>
        <pc:spChg chg="mod">
          <ac:chgData name="Jizheng Wan" userId="02e35b87-44bd-4455-aecc-56042df92991" providerId="ADAL" clId="{F7ECB4BB-DCCF-471A-B570-79B79BF10A33}" dt="2022-11-21T04:26:08.720" v="2775" actId="14100"/>
          <ac:spMkLst>
            <pc:docMk/>
            <pc:sldMk cId="387329424" sldId="334"/>
            <ac:spMk id="3" creationId="{02EFBEB8-C838-00C5-3BB3-C1C8725ED8E3}"/>
          </ac:spMkLst>
        </pc:spChg>
      </pc:sldChg>
      <pc:sldChg chg="addSp delSp modSp new mod addAnim delAnim modAnim">
        <pc:chgData name="Jizheng Wan" userId="02e35b87-44bd-4455-aecc-56042df92991" providerId="ADAL" clId="{F7ECB4BB-DCCF-471A-B570-79B79BF10A33}" dt="2022-11-21T04:42:14.724" v="2845"/>
        <pc:sldMkLst>
          <pc:docMk/>
          <pc:sldMk cId="2238676309" sldId="335"/>
        </pc:sldMkLst>
        <pc:spChg chg="mod">
          <ac:chgData name="Jizheng Wan" userId="02e35b87-44bd-4455-aecc-56042df92991" providerId="ADAL" clId="{F7ECB4BB-DCCF-471A-B570-79B79BF10A33}" dt="2022-11-21T01:04:12.788" v="920"/>
          <ac:spMkLst>
            <pc:docMk/>
            <pc:sldMk cId="2238676309" sldId="335"/>
            <ac:spMk id="2" creationId="{18707FB7-5073-F5FA-3DD0-6A483C4DFD96}"/>
          </ac:spMkLst>
        </pc:spChg>
        <pc:spChg chg="mod">
          <ac:chgData name="Jizheng Wan" userId="02e35b87-44bd-4455-aecc-56042df92991" providerId="ADAL" clId="{F7ECB4BB-DCCF-471A-B570-79B79BF10A33}" dt="2022-11-21T04:35:40.594" v="2793" actId="6549"/>
          <ac:spMkLst>
            <pc:docMk/>
            <pc:sldMk cId="2238676309" sldId="335"/>
            <ac:spMk id="3" creationId="{A1C1BC86-4C76-E441-67BD-128CAC2EBACB}"/>
          </ac:spMkLst>
        </pc:spChg>
        <pc:spChg chg="add del mod">
          <ac:chgData name="Jizheng Wan" userId="02e35b87-44bd-4455-aecc-56042df92991" providerId="ADAL" clId="{F7ECB4BB-DCCF-471A-B570-79B79BF10A33}" dt="2022-11-21T04:37:08.888" v="2840" actId="21"/>
          <ac:spMkLst>
            <pc:docMk/>
            <pc:sldMk cId="2238676309" sldId="335"/>
            <ac:spMk id="6" creationId="{4784A7B5-5BB4-158A-7604-81A0FBB79A93}"/>
          </ac:spMkLst>
        </pc:spChg>
        <pc:spChg chg="add del mod">
          <ac:chgData name="Jizheng Wan" userId="02e35b87-44bd-4455-aecc-56042df92991" providerId="ADAL" clId="{F7ECB4BB-DCCF-471A-B570-79B79BF10A33}" dt="2022-11-21T04:37:08.888" v="2840" actId="21"/>
          <ac:spMkLst>
            <pc:docMk/>
            <pc:sldMk cId="2238676309" sldId="335"/>
            <ac:spMk id="7" creationId="{88E50FA1-1D5C-4A99-B590-479FFD042728}"/>
          </ac:spMkLst>
        </pc:spChg>
        <pc:picChg chg="add del mod">
          <ac:chgData name="Jizheng Wan" userId="02e35b87-44bd-4455-aecc-56042df92991" providerId="ADAL" clId="{F7ECB4BB-DCCF-471A-B570-79B79BF10A33}" dt="2022-11-21T04:37:08.888" v="2840" actId="21"/>
          <ac:picMkLst>
            <pc:docMk/>
            <pc:sldMk cId="2238676309" sldId="335"/>
            <ac:picMk id="5" creationId="{97EA7C3E-97E5-2ABE-8188-0A87E1F3FE7F}"/>
          </ac:picMkLst>
        </pc:picChg>
      </pc:sldChg>
      <pc:sldChg chg="modSp add mod modAnim modNotesTx">
        <pc:chgData name="Jizheng Wan" userId="02e35b87-44bd-4455-aecc-56042df92991" providerId="ADAL" clId="{F7ECB4BB-DCCF-471A-B570-79B79BF10A33}" dt="2022-11-21T03:06:51.867" v="1642"/>
        <pc:sldMkLst>
          <pc:docMk/>
          <pc:sldMk cId="1129973236" sldId="336"/>
        </pc:sldMkLst>
        <pc:spChg chg="mod">
          <ac:chgData name="Jizheng Wan" userId="02e35b87-44bd-4455-aecc-56042df92991" providerId="ADAL" clId="{F7ECB4BB-DCCF-471A-B570-79B79BF10A33}" dt="2022-11-21T02:59:16.623" v="1602" actId="20577"/>
          <ac:spMkLst>
            <pc:docMk/>
            <pc:sldMk cId="1129973236" sldId="336"/>
            <ac:spMk id="3" creationId="{AC81A381-9992-8849-D7EC-3990E95137C0}"/>
          </ac:spMkLst>
        </pc:spChg>
      </pc:sldChg>
      <pc:sldChg chg="modSp new add del mod">
        <pc:chgData name="Jizheng Wan" userId="02e35b87-44bd-4455-aecc-56042df92991" providerId="ADAL" clId="{F7ECB4BB-DCCF-471A-B570-79B79BF10A33}" dt="2022-11-21T04:24:29.012" v="2729" actId="207"/>
        <pc:sldMkLst>
          <pc:docMk/>
          <pc:sldMk cId="1402614900" sldId="337"/>
        </pc:sldMkLst>
        <pc:spChg chg="mod">
          <ac:chgData name="Jizheng Wan" userId="02e35b87-44bd-4455-aecc-56042df92991" providerId="ADAL" clId="{F7ECB4BB-DCCF-471A-B570-79B79BF10A33}" dt="2022-11-21T04:24:29.012" v="2729" actId="207"/>
          <ac:spMkLst>
            <pc:docMk/>
            <pc:sldMk cId="1402614900" sldId="337"/>
            <ac:spMk id="2" creationId="{670F4C46-B840-1588-C44E-C25792B75BD2}"/>
          </ac:spMkLst>
        </pc:spChg>
        <pc:spChg chg="mod">
          <ac:chgData name="Jizheng Wan" userId="02e35b87-44bd-4455-aecc-56042df92991" providerId="ADAL" clId="{F7ECB4BB-DCCF-471A-B570-79B79BF10A33}" dt="2022-11-21T04:06:05.481" v="2684" actId="108"/>
          <ac:spMkLst>
            <pc:docMk/>
            <pc:sldMk cId="1402614900" sldId="337"/>
            <ac:spMk id="3" creationId="{B20C7F66-59DE-36AE-BE80-EB4714C7CEFF}"/>
          </ac:spMkLst>
        </pc:spChg>
      </pc:sldChg>
      <pc:sldChg chg="addSp delSp modSp add mod">
        <pc:chgData name="Jizheng Wan" userId="02e35b87-44bd-4455-aecc-56042df92991" providerId="ADAL" clId="{F7ECB4BB-DCCF-471A-B570-79B79BF10A33}" dt="2022-11-21T04:41:06.188" v="2844" actId="6549"/>
        <pc:sldMkLst>
          <pc:docMk/>
          <pc:sldMk cId="262882011" sldId="338"/>
        </pc:sldMkLst>
        <pc:spChg chg="mod">
          <ac:chgData name="Jizheng Wan" userId="02e35b87-44bd-4455-aecc-56042df92991" providerId="ADAL" clId="{F7ECB4BB-DCCF-471A-B570-79B79BF10A33}" dt="2022-11-21T04:41:06.188" v="2844" actId="6549"/>
          <ac:spMkLst>
            <pc:docMk/>
            <pc:sldMk cId="262882011" sldId="338"/>
            <ac:spMk id="3" creationId="{AC81A381-9992-8849-D7EC-3990E95137C0}"/>
          </ac:spMkLst>
        </pc:spChg>
        <pc:spChg chg="add del mod">
          <ac:chgData name="Jizheng Wan" userId="02e35b87-44bd-4455-aecc-56042df92991" providerId="ADAL" clId="{F7ECB4BB-DCCF-471A-B570-79B79BF10A33}" dt="2022-11-21T03:17:47.217" v="2193" actId="478"/>
          <ac:spMkLst>
            <pc:docMk/>
            <pc:sldMk cId="262882011" sldId="338"/>
            <ac:spMk id="4" creationId="{F464A7F0-B06E-1B47-4B10-EA2666360FD4}"/>
          </ac:spMkLst>
        </pc:spChg>
        <pc:spChg chg="add mod">
          <ac:chgData name="Jizheng Wan" userId="02e35b87-44bd-4455-aecc-56042df92991" providerId="ADAL" clId="{F7ECB4BB-DCCF-471A-B570-79B79BF10A33}" dt="2022-11-21T03:18:00.225" v="2199" actId="1076"/>
          <ac:spMkLst>
            <pc:docMk/>
            <pc:sldMk cId="262882011" sldId="338"/>
            <ac:spMk id="5" creationId="{82CE0C5B-A9AA-F06F-E7E9-AD3B2C727CD1}"/>
          </ac:spMkLst>
        </pc:spChg>
      </pc:sldChg>
      <pc:sldChg chg="addSp delSp modSp add mod modAnim">
        <pc:chgData name="Jizheng Wan" userId="02e35b87-44bd-4455-aecc-56042df92991" providerId="ADAL" clId="{F7ECB4BB-DCCF-471A-B570-79B79BF10A33}" dt="2022-11-21T03:52:20.380" v="2655" actId="2711"/>
        <pc:sldMkLst>
          <pc:docMk/>
          <pc:sldMk cId="1976334569" sldId="339"/>
        </pc:sldMkLst>
        <pc:spChg chg="mod">
          <ac:chgData name="Jizheng Wan" userId="02e35b87-44bd-4455-aecc-56042df92991" providerId="ADAL" clId="{F7ECB4BB-DCCF-471A-B570-79B79BF10A33}" dt="2022-11-21T03:52:20.380" v="2655" actId="2711"/>
          <ac:spMkLst>
            <pc:docMk/>
            <pc:sldMk cId="1976334569" sldId="339"/>
            <ac:spMk id="3" creationId="{AC81A381-9992-8849-D7EC-3990E95137C0}"/>
          </ac:spMkLst>
        </pc:spChg>
        <pc:spChg chg="del">
          <ac:chgData name="Jizheng Wan" userId="02e35b87-44bd-4455-aecc-56042df92991" providerId="ADAL" clId="{F7ECB4BB-DCCF-471A-B570-79B79BF10A33}" dt="2022-11-21T03:10:57.552" v="1643" actId="478"/>
          <ac:spMkLst>
            <pc:docMk/>
            <pc:sldMk cId="1976334569" sldId="339"/>
            <ac:spMk id="4" creationId="{F464A7F0-B06E-1B47-4B10-EA2666360FD4}"/>
          </ac:spMkLst>
        </pc:spChg>
        <pc:spChg chg="add mod">
          <ac:chgData name="Jizheng Wan" userId="02e35b87-44bd-4455-aecc-56042df92991" providerId="ADAL" clId="{F7ECB4BB-DCCF-471A-B570-79B79BF10A33}" dt="2022-11-21T03:31:15.798" v="2426" actId="1076"/>
          <ac:spMkLst>
            <pc:docMk/>
            <pc:sldMk cId="1976334569" sldId="339"/>
            <ac:spMk id="5" creationId="{D6D49579-9745-C262-1040-C17572554226}"/>
          </ac:spMkLst>
        </pc:spChg>
      </pc:sldChg>
      <pc:sldChg chg="addSp delSp modSp new mod">
        <pc:chgData name="Jizheng Wan" userId="02e35b87-44bd-4455-aecc-56042df92991" providerId="ADAL" clId="{F7ECB4BB-DCCF-471A-B570-79B79BF10A33}" dt="2022-11-21T04:21:15.904" v="2690"/>
        <pc:sldMkLst>
          <pc:docMk/>
          <pc:sldMk cId="1822341932" sldId="340"/>
        </pc:sldMkLst>
        <pc:spChg chg="mod">
          <ac:chgData name="Jizheng Wan" userId="02e35b87-44bd-4455-aecc-56042df92991" providerId="ADAL" clId="{F7ECB4BB-DCCF-471A-B570-79B79BF10A33}" dt="2022-11-21T03:27:38.106" v="2398"/>
          <ac:spMkLst>
            <pc:docMk/>
            <pc:sldMk cId="1822341932" sldId="340"/>
            <ac:spMk id="2" creationId="{9DBC0DE7-A1A6-EF3F-9A64-B8D1EC3E09EC}"/>
          </ac:spMkLst>
        </pc:spChg>
        <pc:spChg chg="mod">
          <ac:chgData name="Jizheng Wan" userId="02e35b87-44bd-4455-aecc-56042df92991" providerId="ADAL" clId="{F7ECB4BB-DCCF-471A-B570-79B79BF10A33}" dt="2022-11-21T03:43:50.575" v="2573" actId="20577"/>
          <ac:spMkLst>
            <pc:docMk/>
            <pc:sldMk cId="1822341932" sldId="340"/>
            <ac:spMk id="3" creationId="{078CFDA7-14C1-276C-53A2-9EA89F817999}"/>
          </ac:spMkLst>
        </pc:spChg>
        <pc:spChg chg="add del mod">
          <ac:chgData name="Jizheng Wan" userId="02e35b87-44bd-4455-aecc-56042df92991" providerId="ADAL" clId="{F7ECB4BB-DCCF-471A-B570-79B79BF10A33}" dt="2022-11-21T04:21:15.904" v="2690"/>
          <ac:spMkLst>
            <pc:docMk/>
            <pc:sldMk cId="1822341932" sldId="340"/>
            <ac:spMk id="4" creationId="{5AA353E9-FE7A-81D6-B94C-2887B27FDDAD}"/>
          </ac:spMkLst>
        </pc:spChg>
      </pc:sldChg>
      <pc:sldChg chg="modSp new mod ord">
        <pc:chgData name="Jizheng Wan" userId="02e35b87-44bd-4455-aecc-56042df92991" providerId="ADAL" clId="{F7ECB4BB-DCCF-471A-B570-79B79BF10A33}" dt="2022-11-21T04:44:59.050" v="2847"/>
        <pc:sldMkLst>
          <pc:docMk/>
          <pc:sldMk cId="590227358" sldId="341"/>
        </pc:sldMkLst>
        <pc:spChg chg="mod">
          <ac:chgData name="Jizheng Wan" userId="02e35b87-44bd-4455-aecc-56042df92991" providerId="ADAL" clId="{F7ECB4BB-DCCF-471A-B570-79B79BF10A33}" dt="2022-11-21T04:22:03.788" v="2705" actId="20577"/>
          <ac:spMkLst>
            <pc:docMk/>
            <pc:sldMk cId="590227358" sldId="341"/>
            <ac:spMk id="2" creationId="{5CD6659C-472F-1934-8F1E-ACD894878E60}"/>
          </ac:spMkLst>
        </pc:spChg>
        <pc:spChg chg="mod">
          <ac:chgData name="Jizheng Wan" userId="02e35b87-44bd-4455-aecc-56042df92991" providerId="ADAL" clId="{F7ECB4BB-DCCF-471A-B570-79B79BF10A33}" dt="2022-11-21T04:22:14.572" v="2708" actId="5793"/>
          <ac:spMkLst>
            <pc:docMk/>
            <pc:sldMk cId="590227358" sldId="341"/>
            <ac:spMk id="3" creationId="{B66EDC6D-E8C7-742E-6A7D-4460E9232B5D}"/>
          </ac:spMkLst>
        </pc:spChg>
      </pc:sldChg>
      <pc:sldChg chg="modSp add mod ord">
        <pc:chgData name="Jizheng Wan" userId="02e35b87-44bd-4455-aecc-56042df92991" providerId="ADAL" clId="{F7ECB4BB-DCCF-471A-B570-79B79BF10A33}" dt="2022-11-21T04:44:59.050" v="2847"/>
        <pc:sldMkLst>
          <pc:docMk/>
          <pc:sldMk cId="1934585065" sldId="342"/>
        </pc:sldMkLst>
        <pc:spChg chg="mod">
          <ac:chgData name="Jizheng Wan" userId="02e35b87-44bd-4455-aecc-56042df92991" providerId="ADAL" clId="{F7ECB4BB-DCCF-471A-B570-79B79BF10A33}" dt="2022-11-21T04:22:51.852" v="2713" actId="5793"/>
          <ac:spMkLst>
            <pc:docMk/>
            <pc:sldMk cId="1934585065" sldId="342"/>
            <ac:spMk id="3" creationId="{B66EDC6D-E8C7-742E-6A7D-4460E9232B5D}"/>
          </ac:spMkLst>
        </pc:spChg>
      </pc:sldChg>
      <pc:sldChg chg="modSp new mod ord modAnim">
        <pc:chgData name="Jizheng Wan" userId="02e35b87-44bd-4455-aecc-56042df92991" providerId="ADAL" clId="{F7ECB4BB-DCCF-471A-B570-79B79BF10A33}" dt="2022-11-21T05:02:23.570" v="3188"/>
        <pc:sldMkLst>
          <pc:docMk/>
          <pc:sldMk cId="1021361133" sldId="343"/>
        </pc:sldMkLst>
        <pc:spChg chg="mod">
          <ac:chgData name="Jizheng Wan" userId="02e35b87-44bd-4455-aecc-56042df92991" providerId="ADAL" clId="{F7ECB4BB-DCCF-471A-B570-79B79BF10A33}" dt="2022-11-21T04:50:07.936" v="2849"/>
          <ac:spMkLst>
            <pc:docMk/>
            <pc:sldMk cId="1021361133" sldId="343"/>
            <ac:spMk id="2" creationId="{9C04028A-404A-2605-8C05-E5D6C5E3E07D}"/>
          </ac:spMkLst>
        </pc:spChg>
        <pc:spChg chg="mod">
          <ac:chgData name="Jizheng Wan" userId="02e35b87-44bd-4455-aecc-56042df92991" providerId="ADAL" clId="{F7ECB4BB-DCCF-471A-B570-79B79BF10A33}" dt="2022-11-21T04:57:33.323" v="3185" actId="113"/>
          <ac:spMkLst>
            <pc:docMk/>
            <pc:sldMk cId="1021361133" sldId="343"/>
            <ac:spMk id="3" creationId="{123DEBDA-C933-A166-7D16-C6EBEAB3F0E4}"/>
          </ac:spMkLst>
        </pc:spChg>
      </pc:sldChg>
      <pc:sldChg chg="addSp modSp new mod modAnim">
        <pc:chgData name="Jizheng Wan" userId="02e35b87-44bd-4455-aecc-56042df92991" providerId="ADAL" clId="{F7ECB4BB-DCCF-471A-B570-79B79BF10A33}" dt="2022-11-22T05:19:13.178" v="3702" actId="14100"/>
        <pc:sldMkLst>
          <pc:docMk/>
          <pc:sldMk cId="944482845" sldId="344"/>
        </pc:sldMkLst>
        <pc:spChg chg="mod">
          <ac:chgData name="Jizheng Wan" userId="02e35b87-44bd-4455-aecc-56042df92991" providerId="ADAL" clId="{F7ECB4BB-DCCF-471A-B570-79B79BF10A33}" dt="2022-11-21T05:02:35.131" v="3214" actId="20577"/>
          <ac:spMkLst>
            <pc:docMk/>
            <pc:sldMk cId="944482845" sldId="344"/>
            <ac:spMk id="2" creationId="{105FDF45-AFAE-4EF8-573A-4FB9BE30CB50}"/>
          </ac:spMkLst>
        </pc:spChg>
        <pc:spChg chg="mod">
          <ac:chgData name="Jizheng Wan" userId="02e35b87-44bd-4455-aecc-56042df92991" providerId="ADAL" clId="{F7ECB4BB-DCCF-471A-B570-79B79BF10A33}" dt="2022-11-22T05:19:13.178" v="3702" actId="14100"/>
          <ac:spMkLst>
            <pc:docMk/>
            <pc:sldMk cId="944482845" sldId="344"/>
            <ac:spMk id="3" creationId="{87E397F0-F1D8-6166-5FB6-B4149E72D4FA}"/>
          </ac:spMkLst>
        </pc:spChg>
        <pc:spChg chg="add mod">
          <ac:chgData name="Jizheng Wan" userId="02e35b87-44bd-4455-aecc-56042df92991" providerId="ADAL" clId="{F7ECB4BB-DCCF-471A-B570-79B79BF10A33}" dt="2022-11-21T05:05:18.629" v="3291" actId="1076"/>
          <ac:spMkLst>
            <pc:docMk/>
            <pc:sldMk cId="944482845" sldId="344"/>
            <ac:spMk id="4" creationId="{5517AEAC-C0FF-F558-1617-2FDC45F117C7}"/>
          </ac:spMkLst>
        </pc:spChg>
        <pc:spChg chg="add mod">
          <ac:chgData name="Jizheng Wan" userId="02e35b87-44bd-4455-aecc-56042df92991" providerId="ADAL" clId="{F7ECB4BB-DCCF-471A-B570-79B79BF10A33}" dt="2022-11-21T05:05:12.994" v="3290" actId="1076"/>
          <ac:spMkLst>
            <pc:docMk/>
            <pc:sldMk cId="944482845" sldId="344"/>
            <ac:spMk id="5" creationId="{7C36905C-2B1A-B94A-B9D8-D5D40240C530}"/>
          </ac:spMkLst>
        </pc:spChg>
        <pc:spChg chg="add mod">
          <ac:chgData name="Jizheng Wan" userId="02e35b87-44bd-4455-aecc-56042df92991" providerId="ADAL" clId="{F7ECB4BB-DCCF-471A-B570-79B79BF10A33}" dt="2022-11-21T05:05:43.910" v="3310" actId="1076"/>
          <ac:spMkLst>
            <pc:docMk/>
            <pc:sldMk cId="944482845" sldId="344"/>
            <ac:spMk id="6" creationId="{EC2C6C05-B86A-24F0-3B0D-43D1FCA81AB8}"/>
          </ac:spMkLst>
        </pc:spChg>
        <pc:spChg chg="add mod">
          <ac:chgData name="Jizheng Wan" userId="02e35b87-44bd-4455-aecc-56042df92991" providerId="ADAL" clId="{F7ECB4BB-DCCF-471A-B570-79B79BF10A33}" dt="2022-11-21T05:05:51.212" v="3313" actId="20577"/>
          <ac:spMkLst>
            <pc:docMk/>
            <pc:sldMk cId="944482845" sldId="344"/>
            <ac:spMk id="7" creationId="{7C38B73A-72D3-FE1F-0CDF-E7CA3CBC5F68}"/>
          </ac:spMkLst>
        </pc:spChg>
        <pc:spChg chg="add mod">
          <ac:chgData name="Jizheng Wan" userId="02e35b87-44bd-4455-aecc-56042df92991" providerId="ADAL" clId="{F7ECB4BB-DCCF-471A-B570-79B79BF10A33}" dt="2022-11-21T05:10:29.452" v="3674" actId="1076"/>
          <ac:spMkLst>
            <pc:docMk/>
            <pc:sldMk cId="944482845" sldId="344"/>
            <ac:spMk id="8" creationId="{5196E11B-30A4-F14A-F6EB-B6305458BF04}"/>
          </ac:spMkLst>
        </pc:spChg>
      </pc:sldChg>
      <pc:sldChg chg="modSp add del mod">
        <pc:chgData name="Jizheng Wan" userId="02e35b87-44bd-4455-aecc-56042df92991" providerId="ADAL" clId="{F7ECB4BB-DCCF-471A-B570-79B79BF10A33}" dt="2022-11-21T04:21:54.492" v="2699"/>
        <pc:sldMkLst>
          <pc:docMk/>
          <pc:sldMk cId="2376979131" sldId="631"/>
        </pc:sldMkLst>
        <pc:spChg chg="mod">
          <ac:chgData name="Jizheng Wan" userId="02e35b87-44bd-4455-aecc-56042df92991" providerId="ADAL" clId="{F7ECB4BB-DCCF-471A-B570-79B79BF10A33}" dt="2022-11-21T04:21:54.176" v="2698" actId="6549"/>
          <ac:spMkLst>
            <pc:docMk/>
            <pc:sldMk cId="2376979131" sldId="631"/>
            <ac:spMk id="4" creationId="{00000000-0000-0000-0000-000000000000}"/>
          </ac:spMkLst>
        </pc:spChg>
      </pc:sldChg>
    </pc:docChg>
  </pc:docChgLst>
  <pc:docChgLst>
    <pc:chgData name="Jizheng Wan" userId="02e35b87-44bd-4455-aecc-56042df92991" providerId="ADAL" clId="{702691A6-40BF-4444-AEDF-3F58A60EA10D}"/>
    <pc:docChg chg="modSld">
      <pc:chgData name="Jizheng Wan" userId="02e35b87-44bd-4455-aecc-56042df92991" providerId="ADAL" clId="{702691A6-40BF-4444-AEDF-3F58A60EA10D}" dt="2022-11-01T18:56:57.899" v="0"/>
      <pc:docMkLst>
        <pc:docMk/>
      </pc:docMkLst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2774230203" sldId="321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2774230203" sldId="321"/>
            <ac:inkMk id="5" creationId="{5D9C3CFE-A64B-0451-616F-2F826039F123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585716244" sldId="322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585716244" sldId="322"/>
            <ac:inkMk id="6" creationId="{596C9936-815E-BFDB-A85E-619DE24130D2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3543225394" sldId="324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3543225394" sldId="324"/>
            <ac:inkMk id="5" creationId="{5A8E88AA-CB29-2C3C-6F3B-15D43E62176F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3990925061" sldId="325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3990925061" sldId="325"/>
            <ac:inkMk id="4" creationId="{AE90F526-E594-70F4-76E9-564C15DA7214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2843695421" sldId="328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2843695421" sldId="328"/>
            <ac:inkMk id="9" creationId="{DA27154C-09E8-3501-3D3C-E57C7A37A617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4236375752" sldId="329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4236375752" sldId="329"/>
            <ac:inkMk id="9" creationId="{A2E74113-A377-8A1F-AABE-67769885F0F4}"/>
          </ac:inkMkLst>
        </pc:inkChg>
      </pc:sldChg>
      <pc:sldChg chg="addSp">
        <pc:chgData name="Jizheng Wan" userId="02e35b87-44bd-4455-aecc-56042df92991" providerId="ADAL" clId="{702691A6-40BF-4444-AEDF-3F58A60EA10D}" dt="2022-11-01T18:56:57.899" v="0"/>
        <pc:sldMkLst>
          <pc:docMk/>
          <pc:sldMk cId="1399123181" sldId="330"/>
        </pc:sldMkLst>
        <pc:inkChg chg="add">
          <ac:chgData name="Jizheng Wan" userId="02e35b87-44bd-4455-aecc-56042df92991" providerId="ADAL" clId="{702691A6-40BF-4444-AEDF-3F58A60EA10D}" dt="2022-11-01T18:56:57.899" v="0"/>
          <ac:inkMkLst>
            <pc:docMk/>
            <pc:sldMk cId="1399123181" sldId="330"/>
            <ac:inkMk id="17" creationId="{64C36D47-F817-7492-096F-C314A436F9C6}"/>
          </ac:inkMkLst>
        </pc:inkChg>
      </pc:sldChg>
    </pc:docChg>
  </pc:docChgLst>
  <pc:docChgLst>
    <pc:chgData name="Jizheng Wan (Computer Science)" userId="02e35b87-44bd-4455-aecc-56042df92991" providerId="ADAL" clId="{518FBF4D-B3A5-4FFC-A733-C6398C8925B3}"/>
    <pc:docChg chg="addSld delSld modSld">
      <pc:chgData name="Jizheng Wan (Computer Science)" userId="02e35b87-44bd-4455-aecc-56042df92991" providerId="ADAL" clId="{518FBF4D-B3A5-4FFC-A733-C6398C8925B3}" dt="2023-11-12T23:54:27.074" v="32" actId="20577"/>
      <pc:docMkLst>
        <pc:docMk/>
      </pc:docMkLst>
      <pc:sldChg chg="modSp mod">
        <pc:chgData name="Jizheng Wan (Computer Science)" userId="02e35b87-44bd-4455-aecc-56042df92991" providerId="ADAL" clId="{518FBF4D-B3A5-4FFC-A733-C6398C8925B3}" dt="2023-11-10T22:43:52.683" v="10" actId="20577"/>
        <pc:sldMkLst>
          <pc:docMk/>
          <pc:sldMk cId="3855887011" sldId="262"/>
        </pc:sldMkLst>
        <pc:spChg chg="mod">
          <ac:chgData name="Jizheng Wan (Computer Science)" userId="02e35b87-44bd-4455-aecc-56042df92991" providerId="ADAL" clId="{518FBF4D-B3A5-4FFC-A733-C6398C8925B3}" dt="2023-11-10T22:43:43.691" v="4" actId="20577"/>
          <ac:spMkLst>
            <pc:docMk/>
            <pc:sldMk cId="3855887011" sldId="262"/>
            <ac:spMk id="5" creationId="{00000000-0000-0000-0000-000000000000}"/>
          </ac:spMkLst>
        </pc:spChg>
        <pc:spChg chg="mod">
          <ac:chgData name="Jizheng Wan (Computer Science)" userId="02e35b87-44bd-4455-aecc-56042df92991" providerId="ADAL" clId="{518FBF4D-B3A5-4FFC-A733-C6398C8925B3}" dt="2023-11-10T22:43:52.683" v="10" actId="20577"/>
          <ac:spMkLst>
            <pc:docMk/>
            <pc:sldMk cId="3855887011" sldId="262"/>
            <ac:spMk id="6" creationId="{00000000-0000-0000-0000-000000000000}"/>
          </ac:spMkLst>
        </pc:spChg>
      </pc:sldChg>
      <pc:sldChg chg="modSp mod">
        <pc:chgData name="Jizheng Wan (Computer Science)" userId="02e35b87-44bd-4455-aecc-56042df92991" providerId="ADAL" clId="{518FBF4D-B3A5-4FFC-A733-C6398C8925B3}" dt="2023-11-12T23:54:27.074" v="32" actId="20577"/>
        <pc:sldMkLst>
          <pc:docMk/>
          <pc:sldMk cId="978461468" sldId="267"/>
        </pc:sldMkLst>
        <pc:spChg chg="mod">
          <ac:chgData name="Jizheng Wan (Computer Science)" userId="02e35b87-44bd-4455-aecc-56042df92991" providerId="ADAL" clId="{518FBF4D-B3A5-4FFC-A733-C6398C8925B3}" dt="2023-11-12T23:54:27.074" v="32" actId="20577"/>
          <ac:spMkLst>
            <pc:docMk/>
            <pc:sldMk cId="978461468" sldId="267"/>
            <ac:spMk id="3" creationId="{1905B739-ADE8-406B-B5BB-21B7DCB250D3}"/>
          </ac:spMkLst>
        </pc:spChg>
      </pc:sldChg>
      <pc:sldChg chg="modSp mod">
        <pc:chgData name="Jizheng Wan (Computer Science)" userId="02e35b87-44bd-4455-aecc-56042df92991" providerId="ADAL" clId="{518FBF4D-B3A5-4FFC-A733-C6398C8925B3}" dt="2023-11-12T23:19:53.176" v="14" actId="6549"/>
        <pc:sldMkLst>
          <pc:docMk/>
          <pc:sldMk cId="364580180" sldId="319"/>
        </pc:sldMkLst>
        <pc:spChg chg="mod">
          <ac:chgData name="Jizheng Wan (Computer Science)" userId="02e35b87-44bd-4455-aecc-56042df92991" providerId="ADAL" clId="{518FBF4D-B3A5-4FFC-A733-C6398C8925B3}" dt="2023-11-12T23:19:53.176" v="14" actId="6549"/>
          <ac:spMkLst>
            <pc:docMk/>
            <pc:sldMk cId="364580180" sldId="319"/>
            <ac:spMk id="4" creationId="{969C17DE-685A-6C89-0FE4-92759F840CD1}"/>
          </ac:spMkLst>
        </pc:spChg>
      </pc:sldChg>
      <pc:sldChg chg="modSp add mod">
        <pc:chgData name="Jizheng Wan (Computer Science)" userId="02e35b87-44bd-4455-aecc-56042df92991" providerId="ADAL" clId="{518FBF4D-B3A5-4FFC-A733-C6398C8925B3}" dt="2023-11-12T23:34:05.157" v="27" actId="20577"/>
        <pc:sldMkLst>
          <pc:docMk/>
          <pc:sldMk cId="2338990569" sldId="332"/>
        </pc:sldMkLst>
        <pc:spChg chg="mod">
          <ac:chgData name="Jizheng Wan (Computer Science)" userId="02e35b87-44bd-4455-aecc-56042df92991" providerId="ADAL" clId="{518FBF4D-B3A5-4FFC-A733-C6398C8925B3}" dt="2023-11-12T23:34:05.157" v="27" actId="20577"/>
          <ac:spMkLst>
            <pc:docMk/>
            <pc:sldMk cId="2338990569" sldId="332"/>
            <ac:spMk id="2" creationId="{2AEDEC76-588E-EAA9-EBC5-C8EFF31C4E83}"/>
          </ac:spMkLst>
        </pc:spChg>
      </pc:sldChg>
      <pc:sldChg chg="addSp modSp mod">
        <pc:chgData name="Jizheng Wan (Computer Science)" userId="02e35b87-44bd-4455-aecc-56042df92991" providerId="ADAL" clId="{518FBF4D-B3A5-4FFC-A733-C6398C8925B3}" dt="2023-11-12T23:31:21.218" v="19" actId="20577"/>
        <pc:sldMkLst>
          <pc:docMk/>
          <pc:sldMk cId="1822341932" sldId="340"/>
        </pc:sldMkLst>
        <pc:spChg chg="add mod">
          <ac:chgData name="Jizheng Wan (Computer Science)" userId="02e35b87-44bd-4455-aecc-56042df92991" providerId="ADAL" clId="{518FBF4D-B3A5-4FFC-A733-C6398C8925B3}" dt="2023-11-12T23:31:21.218" v="19" actId="20577"/>
          <ac:spMkLst>
            <pc:docMk/>
            <pc:sldMk cId="1822341932" sldId="340"/>
            <ac:spMk id="4" creationId="{B4BF5E66-FAEC-4131-B3DF-CDE46FC09322}"/>
          </ac:spMkLst>
        </pc:spChg>
      </pc:sldChg>
      <pc:sldChg chg="new del">
        <pc:chgData name="Jizheng Wan (Computer Science)" userId="02e35b87-44bd-4455-aecc-56042df92991" providerId="ADAL" clId="{518FBF4D-B3A5-4FFC-A733-C6398C8925B3}" dt="2023-11-12T23:20:26.955" v="17" actId="47"/>
        <pc:sldMkLst>
          <pc:docMk/>
          <pc:sldMk cId="812903265" sldId="345"/>
        </pc:sldMkLst>
      </pc:sldChg>
      <pc:sldChg chg="modSp add mod">
        <pc:chgData name="Jizheng Wan (Computer Science)" userId="02e35b87-44bd-4455-aecc-56042df92991" providerId="ADAL" clId="{518FBF4D-B3A5-4FFC-A733-C6398C8925B3}" dt="2023-11-12T23:34:23.210" v="28"/>
        <pc:sldMkLst>
          <pc:docMk/>
          <pc:sldMk cId="3937616014" sldId="345"/>
        </pc:sldMkLst>
        <pc:spChg chg="mod">
          <ac:chgData name="Jizheng Wan (Computer Science)" userId="02e35b87-44bd-4455-aecc-56042df92991" providerId="ADAL" clId="{518FBF4D-B3A5-4FFC-A733-C6398C8925B3}" dt="2023-11-12T23:34:23.210" v="28"/>
          <ac:spMkLst>
            <pc:docMk/>
            <pc:sldMk cId="3937616014" sldId="345"/>
            <ac:spMk id="2" creationId="{D850DB03-DD8D-8C9F-E455-940A2D5B411B}"/>
          </ac:spMkLst>
        </pc:spChg>
      </pc:sldChg>
      <pc:sldChg chg="new del">
        <pc:chgData name="Jizheng Wan (Computer Science)" userId="02e35b87-44bd-4455-aecc-56042df92991" providerId="ADAL" clId="{518FBF4D-B3A5-4FFC-A733-C6398C8925B3}" dt="2023-11-12T23:20:26.955" v="17" actId="47"/>
        <pc:sldMkLst>
          <pc:docMk/>
          <pc:sldMk cId="1543236589" sldId="346"/>
        </pc:sldMkLst>
      </pc:sldChg>
      <pc:sldChg chg="modSp add mod">
        <pc:chgData name="Jizheng Wan (Computer Science)" userId="02e35b87-44bd-4455-aecc-56042df92991" providerId="ADAL" clId="{518FBF4D-B3A5-4FFC-A733-C6398C8925B3}" dt="2023-11-12T23:34:25.752" v="29"/>
        <pc:sldMkLst>
          <pc:docMk/>
          <pc:sldMk cId="1688209507" sldId="346"/>
        </pc:sldMkLst>
        <pc:spChg chg="mod">
          <ac:chgData name="Jizheng Wan (Computer Science)" userId="02e35b87-44bd-4455-aecc-56042df92991" providerId="ADAL" clId="{518FBF4D-B3A5-4FFC-A733-C6398C8925B3}" dt="2023-11-12T23:34:25.752" v="29"/>
          <ac:spMkLst>
            <pc:docMk/>
            <pc:sldMk cId="1688209507" sldId="346"/>
            <ac:spMk id="2" creationId="{D850DB03-DD8D-8C9F-E455-940A2D5B411B}"/>
          </ac:spMkLst>
        </pc:spChg>
      </pc:sldChg>
      <pc:sldChg chg="add">
        <pc:chgData name="Jizheng Wan (Computer Science)" userId="02e35b87-44bd-4455-aecc-56042df92991" providerId="ADAL" clId="{518FBF4D-B3A5-4FFC-A733-C6398C8925B3}" dt="2023-11-12T23:33:58.240" v="20"/>
        <pc:sldMkLst>
          <pc:docMk/>
          <pc:sldMk cId="1225659744" sldId="347"/>
        </pc:sldMkLst>
      </pc:sldChg>
      <pc:sldChg chg="new del">
        <pc:chgData name="Jizheng Wan (Computer Science)" userId="02e35b87-44bd-4455-aecc-56042df92991" providerId="ADAL" clId="{518FBF4D-B3A5-4FFC-A733-C6398C8925B3}" dt="2023-11-12T23:20:26.955" v="17" actId="47"/>
        <pc:sldMkLst>
          <pc:docMk/>
          <pc:sldMk cId="1495518973" sldId="347"/>
        </pc:sldMkLst>
      </pc:sldChg>
      <pc:sldChg chg="add">
        <pc:chgData name="Jizheng Wan (Computer Science)" userId="02e35b87-44bd-4455-aecc-56042df92991" providerId="ADAL" clId="{518FBF4D-B3A5-4FFC-A733-C6398C8925B3}" dt="2023-11-12T23:33:58.240" v="20"/>
        <pc:sldMkLst>
          <pc:docMk/>
          <pc:sldMk cId="3753392128" sldId="348"/>
        </pc:sldMkLst>
      </pc:sldChg>
      <pc:sldChg chg="add">
        <pc:chgData name="Jizheng Wan (Computer Science)" userId="02e35b87-44bd-4455-aecc-56042df92991" providerId="ADAL" clId="{518FBF4D-B3A5-4FFC-A733-C6398C8925B3}" dt="2023-11-12T23:33:58.240" v="20"/>
        <pc:sldMkLst>
          <pc:docMk/>
          <pc:sldMk cId="1157529524" sldId="349"/>
        </pc:sldMkLst>
      </pc:sldChg>
      <pc:sldChg chg="add">
        <pc:chgData name="Jizheng Wan (Computer Science)" userId="02e35b87-44bd-4455-aecc-56042df92991" providerId="ADAL" clId="{518FBF4D-B3A5-4FFC-A733-C6398C8925B3}" dt="2023-11-12T23:33:58.240" v="20"/>
        <pc:sldMkLst>
          <pc:docMk/>
          <pc:sldMk cId="164368431" sldId="350"/>
        </pc:sldMkLst>
      </pc:sldChg>
      <pc:sldChg chg="add">
        <pc:chgData name="Jizheng Wan (Computer Science)" userId="02e35b87-44bd-4455-aecc-56042df92991" providerId="ADAL" clId="{518FBF4D-B3A5-4FFC-A733-C6398C8925B3}" dt="2023-11-12T23:33:58.240" v="20"/>
        <pc:sldMkLst>
          <pc:docMk/>
          <pc:sldMk cId="1028072328" sldId="351"/>
        </pc:sldMkLst>
      </pc:sldChg>
      <pc:sldChg chg="add">
        <pc:chgData name="Jizheng Wan (Computer Science)" userId="02e35b87-44bd-4455-aecc-56042df92991" providerId="ADAL" clId="{518FBF4D-B3A5-4FFC-A733-C6398C8925B3}" dt="2023-11-12T23:33:58.240" v="20"/>
        <pc:sldMkLst>
          <pc:docMk/>
          <pc:sldMk cId="756130609" sldId="352"/>
        </pc:sldMkLst>
      </pc:sldChg>
      <pc:sldChg chg="add">
        <pc:chgData name="Jizheng Wan (Computer Science)" userId="02e35b87-44bd-4455-aecc-56042df92991" providerId="ADAL" clId="{518FBF4D-B3A5-4FFC-A733-C6398C8925B3}" dt="2023-11-12T23:33:58.240" v="20"/>
        <pc:sldMkLst>
          <pc:docMk/>
          <pc:sldMk cId="3351633555" sldId="353"/>
        </pc:sldMkLst>
      </pc:sldChg>
      <pc:sldChg chg="add">
        <pc:chgData name="Jizheng Wan (Computer Science)" userId="02e35b87-44bd-4455-aecc-56042df92991" providerId="ADAL" clId="{518FBF4D-B3A5-4FFC-A733-C6398C8925B3}" dt="2023-11-12T23:33:58.240" v="20"/>
        <pc:sldMkLst>
          <pc:docMk/>
          <pc:sldMk cId="131002040" sldId="354"/>
        </pc:sldMkLst>
      </pc:sldChg>
      <pc:sldChg chg="add">
        <pc:chgData name="Jizheng Wan (Computer Science)" userId="02e35b87-44bd-4455-aecc-56042df92991" providerId="ADAL" clId="{518FBF4D-B3A5-4FFC-A733-C6398C8925B3}" dt="2023-11-12T23:33:58.240" v="20"/>
        <pc:sldMkLst>
          <pc:docMk/>
          <pc:sldMk cId="3373446341" sldId="35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F8000E5-E1BF-1B49-8B13-714438104D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16E7D2-FA68-9F43-935B-5C4FB410B5F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3251F9C-DD71-D44B-BC61-B9FFF09B63D6}" type="datetimeFigureOut">
              <a:rPr lang="en-US" altLang="en-US"/>
              <a:pPr>
                <a:defRPr/>
              </a:pPr>
              <a:t>11/12/2023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5D875-A649-3A4B-8E3B-058149450C4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0"/>
                <a:cs typeface="ＭＳ Ｐゴシック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01212-A529-7F40-936E-A515A995FDE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870662C-C48F-D348-A8B1-EF16E88601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14C16E-B00C-4FA4-8953-2E262D1684AF}" type="datetimeFigureOut">
              <a:rPr lang="en-GB" smtClean="0"/>
              <a:t>12/11/2023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68C3CB-3118-423E-861A-757A9737E9E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356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68C3CB-3118-423E-861A-757A9737E9E3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19608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1543050"/>
            <a:ext cx="6552728" cy="59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2211388"/>
            <a:ext cx="6551612" cy="360362"/>
          </a:xfrm>
          <a:prstGeom prst="rect">
            <a:avLst/>
          </a:prstGeom>
        </p:spPr>
        <p:txBody>
          <a:bodyPr/>
          <a:lstStyle>
            <a:lvl1pPr>
              <a:defRPr sz="16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8038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2952328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</a:defRPr>
            </a:lvl1pPr>
            <a:lvl2pPr marL="742950" indent="-285750">
              <a:buClrTx/>
              <a:buFont typeface="Wingdings" panose="05000000000000000000" pitchFamily="2" charset="2"/>
              <a:buChar char="Ø"/>
              <a:defRPr sz="1400" b="0"/>
            </a:lvl2pPr>
            <a:lvl3pPr marL="1143000" indent="-22860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  <a:p>
            <a:pPr lvl="1"/>
            <a:r>
              <a:rPr lang="en-US"/>
              <a:t>Click to add content</a:t>
            </a:r>
          </a:p>
          <a:p>
            <a:pPr lvl="2"/>
            <a:r>
              <a:rPr lang="en-US"/>
              <a:t>Click to add content</a:t>
            </a:r>
          </a:p>
          <a:p>
            <a:pPr lvl="2"/>
            <a:endParaRPr lang="en-US"/>
          </a:p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51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3384376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998955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907"/>
            <a:ext cx="4535165" cy="91826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440607"/>
            <a:ext cx="4535165" cy="271531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5129032" y="41151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6946925" y="2215474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2"/>
          </p:nvPr>
        </p:nvSpPr>
        <p:spPr>
          <a:xfrm>
            <a:off x="6946925" y="41151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8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5126154" y="2221260"/>
            <a:ext cx="1657350" cy="165735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338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5536" y="411510"/>
            <a:ext cx="7772400" cy="857250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Georgia"/>
                <a:cs typeface="Georgia"/>
              </a:defRPr>
            </a:lvl1pPr>
          </a:lstStyle>
          <a:p>
            <a:r>
              <a:rPr lang="en-GB"/>
              <a:t>Click to edit slide heading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95536" y="1347614"/>
            <a:ext cx="7772400" cy="2742009"/>
          </a:xfrm>
          <a:prstGeom prst="rect">
            <a:avLst/>
          </a:prstGeom>
        </p:spPr>
        <p:txBody>
          <a:bodyPr/>
          <a:lstStyle>
            <a:lvl1pPr marL="342900" indent="-342900">
              <a:buClr>
                <a:schemeClr val="tx1"/>
              </a:buClr>
              <a:buFont typeface="Wingdings" panose="05000000000000000000" pitchFamily="2" charset="2"/>
              <a:buChar char="§"/>
              <a:defRPr b="0" baseline="0">
                <a:solidFill>
                  <a:schemeClr val="tx1"/>
                </a:solidFill>
              </a:defRPr>
            </a:lvl1pPr>
            <a:lvl2pPr>
              <a:defRPr b="0"/>
            </a:lvl2pPr>
            <a:lvl3pPr>
              <a:defRPr b="0"/>
            </a:lvl3pPr>
            <a:lvl4pPr>
              <a:defRPr b="0"/>
            </a:lvl4pPr>
            <a:lvl5pPr>
              <a:defRPr b="0"/>
            </a:lvl5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3083941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944" r:id="rId1"/>
    <p:sldLayoutId id="2147483946" r:id="rId2"/>
    <p:sldLayoutId id="2147483949" r:id="rId3"/>
    <p:sldLayoutId id="2147483948" r:id="rId4"/>
    <p:sldLayoutId id="2147483947" r:id="rId5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489EBD"/>
          </a:solidFill>
          <a:latin typeface="Georgia"/>
          <a:ea typeface="ＭＳ Ｐゴシック" charset="0"/>
          <a:cs typeface="Georgia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bg1"/>
          </a:solidFill>
          <a:latin typeface="Georgia" charset="0"/>
          <a:ea typeface="ＭＳ Ｐゴシック" charset="0"/>
          <a:cs typeface="Georgia" panose="02040502050405020303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Times New Roman" pitchFamily="18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80000"/>
        <a:buFont typeface="Wingdings" pitchFamily="2" charset="2"/>
        <a:buNone/>
        <a:defRPr sz="2000" baseline="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None/>
        <a:defRPr sz="1600">
          <a:solidFill>
            <a:schemeClr val="tx1"/>
          </a:solidFill>
          <a:latin typeface="+mn-lt"/>
          <a:ea typeface="ＭＳ Ｐゴシック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65000"/>
        <a:buFont typeface="Wingdings" pitchFamily="2" charset="2"/>
        <a:buChar char="o"/>
        <a:defRPr sz="2800">
          <a:solidFill>
            <a:schemeClr val="bg1"/>
          </a:solidFill>
          <a:latin typeface="+mn-lt"/>
          <a:ea typeface="ＭＳ Ｐゴシック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80000"/>
        <a:buChar char="–"/>
        <a:defRPr sz="2800">
          <a:solidFill>
            <a:schemeClr val="bg1"/>
          </a:solidFill>
          <a:latin typeface="+mn-lt"/>
          <a:ea typeface="ＭＳ Ｐゴシック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A648F"/>
        </a:buClr>
        <a:buSzPct val="90000"/>
        <a:buChar char="»"/>
        <a:defRPr sz="2800">
          <a:solidFill>
            <a:schemeClr val="bg1"/>
          </a:solidFill>
          <a:latin typeface="+mn-lt"/>
          <a:ea typeface="ＭＳ Ｐゴシック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CCFFFF"/>
        </a:buClr>
        <a:buSzPct val="90000"/>
        <a:buChar char="»"/>
        <a:defRPr sz="2800"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69C17DE-685A-6C89-0FE4-92759F840CD1}"/>
              </a:ext>
            </a:extLst>
          </p:cNvPr>
          <p:cNvSpPr txBox="1">
            <a:spLocks/>
          </p:cNvSpPr>
          <p:nvPr/>
        </p:nvSpPr>
        <p:spPr>
          <a:xfrm>
            <a:off x="2574256" y="1728632"/>
            <a:ext cx="4176464" cy="2156743"/>
          </a:xfrm>
          <a:prstGeom prst="rect">
            <a:avLst/>
          </a:prstGeom>
        </p:spPr>
        <p:txBody>
          <a:bodyPr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Georgia"/>
                <a:ea typeface="ＭＳ Ｐゴシック" charset="0"/>
                <a:cs typeface="Georgia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Georgia" charset="0"/>
                <a:ea typeface="ＭＳ Ｐゴシック" charset="0"/>
                <a:cs typeface="Georgia" panose="02040502050405020303" pitchFamily="18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Georgia" charset="0"/>
                <a:ea typeface="ＭＳ Ｐゴシック" charset="0"/>
                <a:cs typeface="Georgia" panose="02040502050405020303" pitchFamily="18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Georgia" charset="0"/>
                <a:ea typeface="ＭＳ Ｐゴシック" charset="0"/>
                <a:cs typeface="Georgia" panose="02040502050405020303" pitchFamily="18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bg1"/>
                </a:solidFill>
                <a:latin typeface="Georgia" charset="0"/>
                <a:ea typeface="ＭＳ Ｐゴシック" charset="0"/>
                <a:cs typeface="Georgia" panose="02040502050405020303" pitchFamily="18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imes New Roman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imes New Roman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imes New Roman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Times New Roman" pitchFamily="18" charset="0"/>
              </a:defRPr>
            </a:lvl9pPr>
          </a:lstStyle>
          <a:p>
            <a:pPr algn="ctr"/>
            <a:r>
              <a:rPr lang="en-GB" sz="3600" b="0" kern="0" dirty="0"/>
              <a:t>Attendance Code:</a:t>
            </a:r>
          </a:p>
          <a:p>
            <a:pPr algn="ctr"/>
            <a:r>
              <a:rPr lang="en-GB" sz="4000" b="0" kern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580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67544" y="1543050"/>
            <a:ext cx="6984776" cy="1244724"/>
          </a:xfrm>
        </p:spPr>
        <p:txBody>
          <a:bodyPr/>
          <a:lstStyle/>
          <a:p>
            <a:pPr algn="ctr"/>
            <a:r>
              <a:rPr lang="en-GB" dirty="0"/>
              <a:t>OOP – Week 8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1584052" y="2768750"/>
            <a:ext cx="4751759" cy="1244724"/>
          </a:xfrm>
        </p:spPr>
        <p:txBody>
          <a:bodyPr/>
          <a:lstStyle/>
          <a:p>
            <a:endParaRPr lang="en-GB" dirty="0"/>
          </a:p>
          <a:p>
            <a:pPr algn="ctr"/>
            <a:r>
              <a:rPr lang="en-GB" dirty="0"/>
              <a:t>Dr. Jizheng Wan</a:t>
            </a:r>
          </a:p>
          <a:p>
            <a:pPr algn="ctr"/>
            <a:r>
              <a:rPr lang="en-GB" dirty="0"/>
              <a:t>Nov 2023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D3F2FF-CFC8-C0E4-ABD0-23CA993C9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43315"/>
            <a:ext cx="9144000" cy="5001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8870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5BA0B-EED1-40DB-AEB4-613DF7BB2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05B739-ADE8-406B-B5BB-21B7DCB250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Exceptions – Lecture 1</a:t>
            </a:r>
          </a:p>
          <a:p>
            <a:r>
              <a:rPr lang="en-GB" dirty="0"/>
              <a:t>Exception handling – Lecture 1</a:t>
            </a:r>
          </a:p>
          <a:p>
            <a:pPr lvl="1"/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try…catch </a:t>
            </a:r>
            <a:r>
              <a:rPr lang="en-GB" dirty="0"/>
              <a:t>block</a:t>
            </a:r>
          </a:p>
          <a:p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Throw</a:t>
            </a:r>
            <a:r>
              <a:rPr lang="en-GB" dirty="0"/>
              <a:t> and </a:t>
            </a:r>
            <a:r>
              <a:rPr lang="en-GB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GB" dirty="0"/>
              <a:t> multiple exceptions – Lecture 1</a:t>
            </a:r>
          </a:p>
          <a:p>
            <a:r>
              <a:rPr lang="en-GB" dirty="0"/>
              <a:t>Using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GB" dirty="0"/>
              <a:t> block – Lecture 1</a:t>
            </a:r>
          </a:p>
          <a:p>
            <a:r>
              <a:rPr lang="en-GB" dirty="0"/>
              <a:t>Checked and unchecked exceptions – Lecture 1</a:t>
            </a:r>
          </a:p>
          <a:p>
            <a:r>
              <a:rPr lang="en-GB" dirty="0"/>
              <a:t>Creating your own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Exceptions</a:t>
            </a:r>
            <a:r>
              <a:rPr lang="en-GB" dirty="0"/>
              <a:t> – Lecture 1</a:t>
            </a:r>
          </a:p>
          <a:p>
            <a:r>
              <a:rPr lang="en-GB" dirty="0"/>
              <a:t>Assertions – </a:t>
            </a:r>
            <a:r>
              <a:rPr lang="en-GB"/>
              <a:t>Lecture 1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84614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7CFEF-1545-4E2D-AE3C-E0AC2333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Exceptions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407A9E-E5D4-6AB0-EA44-93F5B05E0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Exception</a:t>
            </a:r>
          </a:p>
          <a:p>
            <a:pPr lvl="1"/>
            <a:r>
              <a:rPr lang="en-GB" dirty="0"/>
              <a:t>The term </a:t>
            </a:r>
            <a:r>
              <a:rPr lang="en-GB" dirty="0">
                <a:solidFill>
                  <a:srgbClr val="FF0000"/>
                </a:solidFill>
              </a:rPr>
              <a:t>exception</a:t>
            </a:r>
            <a:r>
              <a:rPr lang="en-GB" dirty="0"/>
              <a:t> is used in programming language to represent “exceptional” program behaviour, as opposed to the “normal” behaviour.</a:t>
            </a:r>
          </a:p>
          <a:p>
            <a:pPr lvl="1"/>
            <a:r>
              <a:rPr lang="en-GB" dirty="0"/>
              <a:t>If an exception occurs during a program’s execution, it is called </a:t>
            </a:r>
            <a:r>
              <a:rPr lang="en-GB" dirty="0">
                <a:solidFill>
                  <a:srgbClr val="FF0000"/>
                </a:solidFill>
              </a:rPr>
              <a:t>runtime exception</a:t>
            </a:r>
            <a:r>
              <a:rPr lang="en-GB" dirty="0"/>
              <a:t>.</a:t>
            </a:r>
          </a:p>
          <a:p>
            <a:pPr lvl="2"/>
            <a:r>
              <a:rPr lang="en-GB" dirty="0"/>
              <a:t>Runtime exception != syntax error</a:t>
            </a:r>
          </a:p>
          <a:p>
            <a:r>
              <a:rPr lang="en-GB" dirty="0"/>
              <a:t>Exception handling</a:t>
            </a:r>
          </a:p>
          <a:p>
            <a:pPr lvl="1"/>
            <a:r>
              <a:rPr lang="en-GB" dirty="0"/>
              <a:t>Object-oriented techniques that manage or resolve exceptions.</a:t>
            </a:r>
          </a:p>
        </p:txBody>
      </p:sp>
    </p:spTree>
    <p:extLst>
      <p:ext uri="{BB962C8B-B14F-4D97-AF65-F5344CB8AC3E}">
        <p14:creationId xmlns:p14="http://schemas.microsoft.com/office/powerpoint/2010/main" val="2608406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C20EA-978E-B2BC-D6B6-DF478DFFA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FBEB8-C838-00C5-3BB3-C1C8725ED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024403"/>
            <a:ext cx="7772400" cy="3275539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Exceptions can happen due to:</a:t>
            </a:r>
          </a:p>
          <a:p>
            <a:r>
              <a:rPr lang="en-GB" dirty="0"/>
              <a:t>The environment (your PC or at JVM level)</a:t>
            </a:r>
          </a:p>
          <a:p>
            <a:pPr lvl="1"/>
            <a:r>
              <a:rPr lang="en-GB" dirty="0"/>
              <a:t>Disk is out of space.</a:t>
            </a:r>
          </a:p>
          <a:p>
            <a:pPr lvl="1"/>
            <a:r>
              <a:rPr lang="en-GB" dirty="0"/>
              <a:t>File doesn’t exist.</a:t>
            </a:r>
          </a:p>
          <a:p>
            <a:r>
              <a:rPr lang="en-GB" dirty="0"/>
              <a:t>Bad inputs</a:t>
            </a:r>
          </a:p>
          <a:p>
            <a:pPr lvl="1"/>
            <a:r>
              <a:rPr lang="en-GB" dirty="0"/>
              <a:t>Data turns out to be empty.</a:t>
            </a:r>
          </a:p>
          <a:p>
            <a:pPr lvl="1"/>
            <a:r>
              <a:rPr lang="en-GB" dirty="0"/>
              <a:t>Zero or negative values appear where only positive values make sense.</a:t>
            </a:r>
          </a:p>
          <a:p>
            <a:r>
              <a:rPr lang="en-GB" dirty="0"/>
              <a:t>Programming errors</a:t>
            </a:r>
          </a:p>
          <a:p>
            <a:pPr lvl="1"/>
            <a:r>
              <a:rPr lang="en-GB" dirty="0"/>
              <a:t>Array index “out of bounds” (beyond the size of the array).</a:t>
            </a:r>
          </a:p>
          <a:p>
            <a:pPr lvl="1"/>
            <a:r>
              <a:rPr lang="en-GB" dirty="0"/>
              <a:t>Object turns out to be “null”.</a:t>
            </a:r>
          </a:p>
          <a:p>
            <a:pPr lvl="1"/>
            <a:r>
              <a:rPr lang="en-GB" dirty="0"/>
              <a:t>Dividing by zero.</a:t>
            </a:r>
          </a:p>
          <a:p>
            <a:r>
              <a:rPr lang="en-GB" dirty="0"/>
              <a:t>Security attacks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329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07FB7-5073-F5FA-3DD0-6A483C4DF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C1BC86-4C76-E441-67BD-128CAC2EBA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2749998"/>
          </a:xfrm>
        </p:spPr>
        <p:txBody>
          <a:bodyPr/>
          <a:lstStyle/>
          <a:p>
            <a:r>
              <a:rPr lang="en-GB" dirty="0"/>
              <a:t>When an exception arises, it does not make sense to continue the execution of the program normally.</a:t>
            </a:r>
          </a:p>
          <a:p>
            <a:pPr lvl="1"/>
            <a:r>
              <a:rPr lang="en-GB" dirty="0"/>
              <a:t>It would only give rise to more exceptions arising.</a:t>
            </a:r>
          </a:p>
          <a:p>
            <a:pPr lvl="1"/>
            <a:r>
              <a:rPr lang="en-GB" dirty="0"/>
              <a:t>It may not even make sense to continue.</a:t>
            </a:r>
          </a:p>
          <a:p>
            <a:pPr lvl="1"/>
            <a:r>
              <a:rPr lang="en-GB" dirty="0"/>
              <a:t>It might be “wrong” to continue (can’t ship the dress if the payment doesn’t go through).</a:t>
            </a:r>
          </a:p>
          <a:p>
            <a:r>
              <a:rPr lang="en-GB" dirty="0"/>
              <a:t>Hence:</a:t>
            </a:r>
          </a:p>
          <a:p>
            <a:pPr lvl="1"/>
            <a:r>
              <a:rPr lang="en-GB" dirty="0"/>
              <a:t>The exception must be </a:t>
            </a:r>
            <a:r>
              <a:rPr lang="en-GB" dirty="0">
                <a:solidFill>
                  <a:srgbClr val="7030A0"/>
                </a:solidFill>
              </a:rPr>
              <a:t>detected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If possible, the program must </a:t>
            </a:r>
            <a:r>
              <a:rPr lang="en-GB" dirty="0">
                <a:solidFill>
                  <a:srgbClr val="7030A0"/>
                </a:solidFill>
              </a:rPr>
              <a:t>recover</a:t>
            </a:r>
            <a:r>
              <a:rPr lang="en-GB" dirty="0"/>
              <a:t> from the error (set the state back to a reasonable one).</a:t>
            </a:r>
          </a:p>
          <a:p>
            <a:pPr lvl="1"/>
            <a:r>
              <a:rPr lang="en-GB" dirty="0"/>
              <a:t>Some </a:t>
            </a:r>
            <a:r>
              <a:rPr lang="en-GB" dirty="0">
                <a:solidFill>
                  <a:srgbClr val="7030A0"/>
                </a:solidFill>
              </a:rPr>
              <a:t>information</a:t>
            </a:r>
            <a:r>
              <a:rPr lang="en-GB" dirty="0"/>
              <a:t> should be provided to the user that something has gone wrong.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EA7C3E-97E5-2ABE-8188-0A87E1F3F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725" y="3918037"/>
            <a:ext cx="3578028" cy="116358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84A7B5-5BB4-158A-7604-81A0FBB79A93}"/>
              </a:ext>
            </a:extLst>
          </p:cNvPr>
          <p:cNvSpPr txBox="1"/>
          <p:nvPr/>
        </p:nvSpPr>
        <p:spPr>
          <a:xfrm>
            <a:off x="6772060" y="4299775"/>
            <a:ext cx="1465466" cy="4001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0" dirty="0">
                <a:solidFill>
                  <a:srgbClr val="002060"/>
                </a:solidFill>
              </a:rPr>
              <a:t>Stack trace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8E50FA1-1D5C-4A99-B590-479FFD042728}"/>
              </a:ext>
            </a:extLst>
          </p:cNvPr>
          <p:cNvSpPr/>
          <p:nvPr/>
        </p:nvSpPr>
        <p:spPr bwMode="auto">
          <a:xfrm flipH="1">
            <a:off x="6081835" y="4415466"/>
            <a:ext cx="559595" cy="170284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867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659C-472F-1934-8F1E-ACD89487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Knowledge Check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EDC6D-E8C7-742E-6A7D-4460E9232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___________ represents the degree to which a system is resilient to stress and able to continue functioning.</a:t>
            </a:r>
          </a:p>
          <a:p>
            <a:r>
              <a:rPr lang="en-US" dirty="0"/>
              <a:t>a. Sturdiness</a:t>
            </a:r>
          </a:p>
          <a:p>
            <a:r>
              <a:rPr lang="en-US" dirty="0"/>
              <a:t>b. Robustness</a:t>
            </a:r>
          </a:p>
          <a:p>
            <a:r>
              <a:rPr lang="en-US" dirty="0"/>
              <a:t>c. Tolerance</a:t>
            </a:r>
          </a:p>
          <a:p>
            <a:r>
              <a:rPr lang="en-US" dirty="0"/>
              <a:t>d. Vigorousness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902273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659C-472F-1934-8F1E-ACD89487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Knowledge Check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EDC6D-E8C7-742E-6A7D-4460E9232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___________ represents the degree to which a system is resilient to stress and able to continue functioning.</a:t>
            </a: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endParaRPr lang="en-US" b="1" dirty="0"/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b="1" dirty="0"/>
              <a:t>Answer: b. Robustness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dirty="0"/>
              <a:t>Programs that can handle exceptions appropriately are said to be more fault tolerant and robust. Fault-tolerant applications are designed so that they continue to operate, possibly at a reduced level, when some part of the system fails. Robustness represents the degree to which a system is resilient to stress and able to continue functioning.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585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7CFEF-1545-4E2D-AE3C-E0AC2333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Exceptions</a:t>
            </a:r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2FDDCA09-1BCD-2CD7-3AB2-8B704BB45D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5504" y="625642"/>
            <a:ext cx="3416817" cy="4269331"/>
          </a:xfrm>
        </p:spPr>
      </p:pic>
      <p:sp>
        <p:nvSpPr>
          <p:cNvPr id="3" name="Content Placeholder 6">
            <a:extLst>
              <a:ext uri="{FF2B5EF4-FFF2-40B4-BE49-F238E27FC236}">
                <a16:creationId xmlns:a16="http://schemas.microsoft.com/office/drawing/2014/main" id="{EDCCC20B-EB4C-61E4-7C04-1DCDFDA5404A}"/>
              </a:ext>
            </a:extLst>
          </p:cNvPr>
          <p:cNvSpPr txBox="1">
            <a:spLocks/>
          </p:cNvSpPr>
          <p:nvPr/>
        </p:nvSpPr>
        <p:spPr>
          <a:xfrm>
            <a:off x="395536" y="1347614"/>
            <a:ext cx="4767730" cy="295232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sz="1400" b="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Pct val="6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A648F"/>
              </a:buClr>
              <a:buSzPct val="80000"/>
              <a:buChar char="–"/>
              <a:defRPr sz="2800" b="0">
                <a:solidFill>
                  <a:schemeClr val="bg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A648F"/>
              </a:buClr>
              <a:buSzPct val="90000"/>
              <a:buChar char="»"/>
              <a:defRPr sz="2800" b="0">
                <a:solidFill>
                  <a:schemeClr val="bg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kern="0" dirty="0"/>
              <a:t>Two basic classes:  </a:t>
            </a:r>
          </a:p>
          <a:p>
            <a:pPr lvl="1"/>
            <a:r>
              <a:rPr lang="en-GB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java.lang.Exception</a:t>
            </a:r>
            <a:endParaRPr lang="en-GB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GB" kern="0" dirty="0">
                <a:latin typeface="Arial (Body)"/>
                <a:cs typeface="Courier New" panose="02070309020205020404" pitchFamily="49" charset="0"/>
              </a:rPr>
              <a:t>Represents less serios errors and normally can be recovered.</a:t>
            </a:r>
          </a:p>
          <a:p>
            <a:pPr lvl="2"/>
            <a:r>
              <a:rPr lang="en-GB" kern="0" dirty="0">
                <a:latin typeface="Arial (Body)"/>
                <a:cs typeface="Courier New" panose="02070309020205020404" pitchFamily="49" charset="0"/>
              </a:rPr>
              <a:t>E.g. out of bounds exceptions.</a:t>
            </a:r>
          </a:p>
          <a:p>
            <a:pPr lvl="1"/>
            <a:r>
              <a:rPr lang="en-GB" kern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java.lang.Error</a:t>
            </a:r>
            <a:endParaRPr lang="en-GB" kern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2"/>
            <a:r>
              <a:rPr lang="en-GB" kern="0" dirty="0">
                <a:latin typeface="Arial (Body)"/>
                <a:cs typeface="Courier New" panose="02070309020205020404" pitchFamily="49" charset="0"/>
              </a:rPr>
              <a:t>Represents more serious errors which your program (on its own) usually cannot recover.</a:t>
            </a:r>
          </a:p>
          <a:p>
            <a:pPr lvl="2"/>
            <a:r>
              <a:rPr lang="en-GB" kern="0" dirty="0">
                <a:latin typeface="Arial (Body)"/>
                <a:cs typeface="Courier New" panose="02070309020205020404" pitchFamily="49" charset="0"/>
              </a:rPr>
              <a:t>E.g. out of memory error.</a:t>
            </a:r>
          </a:p>
        </p:txBody>
      </p:sp>
    </p:spTree>
    <p:extLst>
      <p:ext uri="{BB962C8B-B14F-4D97-AF65-F5344CB8AC3E}">
        <p14:creationId xmlns:p14="http://schemas.microsoft.com/office/powerpoint/2010/main" val="3310372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E21A-E74B-DF47-0178-E48D112E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1A381-9992-8849-D7EC-3990E9513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3238136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GB" dirty="0"/>
              <a:t> block/clause</a:t>
            </a:r>
          </a:p>
          <a:p>
            <a:r>
              <a:rPr lang="en-US" dirty="0">
                <a:latin typeface="Arial" charset="0"/>
                <a:cs typeface="Arial" charset="0"/>
              </a:rPr>
              <a:t>A block of code you attempt to execute knowing an exception might occur.</a:t>
            </a:r>
          </a:p>
          <a:p>
            <a:r>
              <a:rPr lang="en-GB" dirty="0"/>
              <a:t>Consist of:</a:t>
            </a:r>
          </a:p>
          <a:p>
            <a:pPr lvl="1"/>
            <a:r>
              <a:rPr lang="en-GB" dirty="0"/>
              <a:t>The keyword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GB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GB" dirty="0"/>
              <a:t>followed by a pair of curly braces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{}</a:t>
            </a:r>
            <a:r>
              <a:rPr lang="en-GB" dirty="0"/>
              <a:t>.</a:t>
            </a:r>
          </a:p>
          <a:p>
            <a:pPr lvl="1"/>
            <a:r>
              <a:rPr lang="en-GB" dirty="0"/>
              <a:t>Executable statements between the braces.</a:t>
            </a:r>
          </a:p>
          <a:p>
            <a:pPr lvl="1"/>
            <a:endParaRPr lang="en-GB" dirty="0"/>
          </a:p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GB" dirty="0"/>
              <a:t> block/clause</a:t>
            </a:r>
          </a:p>
          <a:p>
            <a:r>
              <a:rPr lang="en-GB" dirty="0"/>
              <a:t>The keyword </a:t>
            </a:r>
            <a:r>
              <a:rPr lang="en-GB" sz="18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GB" dirty="0"/>
              <a:t> followed by a pair of parentheses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.</a:t>
            </a:r>
          </a:p>
          <a:p>
            <a:r>
              <a:rPr lang="en-US" dirty="0">
                <a:latin typeface="Arial" charset="0"/>
                <a:cs typeface="Arial" charset="0"/>
              </a:rPr>
              <a:t>Between the parentheses, an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dirty="0">
                <a:latin typeface="Arial" charset="0"/>
                <a:cs typeface="Arial" charset="0"/>
              </a:rPr>
              <a:t> type and an identifier for an instance.</a:t>
            </a:r>
            <a:endParaRPr lang="en-GB" dirty="0">
              <a:latin typeface="Arial" charset="0"/>
              <a:cs typeface="Arial" charset="0"/>
            </a:endParaRPr>
          </a:p>
          <a:p>
            <a:r>
              <a:rPr lang="en-US" dirty="0">
                <a:latin typeface="Arial" charset="0"/>
                <a:cs typeface="Arial" charset="0"/>
              </a:rPr>
              <a:t>A pair of curly braces that contain statements that take actions to handle the error condition.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9973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E21A-E74B-DF47-0178-E48D112E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1A381-9992-8849-D7EC-3990E9513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1224136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GB" dirty="0"/>
              <a:t> block/clause</a:t>
            </a:r>
          </a:p>
          <a:p>
            <a:r>
              <a:rPr lang="en-US" dirty="0">
                <a:latin typeface="Arial" charset="0"/>
                <a:cs typeface="Arial" charset="0"/>
              </a:rPr>
              <a:t>Programmed immediately after a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dirty="0">
                <a:latin typeface="Arial" charset="0"/>
                <a:cs typeface="Arial" charset="0"/>
              </a:rPr>
              <a:t> block.</a:t>
            </a:r>
          </a:p>
          <a:p>
            <a:r>
              <a:rPr lang="en-GB" dirty="0"/>
              <a:t>Each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catch</a:t>
            </a:r>
            <a:r>
              <a:rPr lang="en-GB" dirty="0"/>
              <a:t> block can catch one type of exception. (e.g.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ArithmeticException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r>
              <a:rPr lang="en-GB" dirty="0"/>
              <a:t>…)</a:t>
            </a:r>
          </a:p>
          <a:p>
            <a:pPr marL="457200" lvl="1" indent="0">
              <a:buNone/>
            </a:pPr>
            <a:endParaRPr lang="en-GB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2CE0C5B-A9AA-F06F-E7E9-AD3B2C727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9744" y="2813858"/>
            <a:ext cx="5493275" cy="12234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try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5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result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= </a:t>
            </a:r>
            <a:r>
              <a:rPr kumimoji="0" lang="en-US" altLang="en-US" sz="105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numerator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/ </a:t>
            </a:r>
            <a:r>
              <a:rPr kumimoji="0" lang="en-US" altLang="en-US" sz="105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denominator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05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5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numerator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/ "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05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denominator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 = "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05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result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catch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ArithmeticException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 </a:t>
            </a:r>
            <a:r>
              <a:rPr kumimoji="0" lang="en-US" altLang="en-US" sz="105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ae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05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05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"Arithmetic exception was thrown an exception."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050" b="0" i="0" u="none" strike="noStrike" cap="none" normalizeH="0" baseline="0" dirty="0">
                <a:ln>
                  <a:noFill/>
                </a:ln>
                <a:solidFill>
                  <a:srgbClr val="BC0BA2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82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AE21A-E74B-DF47-0178-E48D112EB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Exception Handling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1A381-9992-8849-D7EC-3990E9513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219310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latin typeface="Arial" charset="0"/>
                <a:cs typeface="Arial" charset="0"/>
              </a:rPr>
              <a:t>Things to remember:</a:t>
            </a:r>
          </a:p>
          <a:p>
            <a:r>
              <a:rPr lang="en-US" dirty="0"/>
              <a:t>Variables declared within the block go out of scope when the block ends.</a:t>
            </a:r>
          </a:p>
          <a:p>
            <a:r>
              <a:rPr lang="en-GB" dirty="0"/>
              <a:t>To use variables with both a try or catch block and afterwards:</a:t>
            </a:r>
          </a:p>
          <a:p>
            <a:pPr lvl="1"/>
            <a:r>
              <a:rPr lang="en-GB" dirty="0"/>
              <a:t>Declare and assign values before the block begins.</a:t>
            </a:r>
          </a:p>
          <a:p>
            <a:r>
              <a:rPr lang="en-GB" dirty="0"/>
              <a:t>With multiple statements in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GB" dirty="0"/>
              <a:t> block:</a:t>
            </a:r>
          </a:p>
          <a:p>
            <a:pPr lvl="1"/>
            <a:r>
              <a:rPr lang="en-GB" dirty="0"/>
              <a:t>Only the first error-generating statement throws an exception.</a:t>
            </a:r>
          </a:p>
          <a:p>
            <a:pPr lvl="1"/>
            <a:r>
              <a:rPr lang="en-GB" dirty="0"/>
              <a:t>Once an exception occurs, the rest of the statements (in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GB" dirty="0"/>
              <a:t> block) will be skipped.</a:t>
            </a:r>
          </a:p>
          <a:p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Exception.getMessage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GB" dirty="0"/>
              <a:t> provides more information about the exception.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D49579-9745-C262-1040-C17572554226}"/>
              </a:ext>
            </a:extLst>
          </p:cNvPr>
          <p:cNvSpPr txBox="1"/>
          <p:nvPr/>
        </p:nvSpPr>
        <p:spPr>
          <a:xfrm>
            <a:off x="3496892" y="4067447"/>
            <a:ext cx="21502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GB" sz="1600" dirty="0"/>
              <a:t>Code: Main2.java</a:t>
            </a:r>
          </a:p>
        </p:txBody>
      </p:sp>
    </p:spTree>
    <p:extLst>
      <p:ext uri="{BB962C8B-B14F-4D97-AF65-F5344CB8AC3E}">
        <p14:creationId xmlns:p14="http://schemas.microsoft.com/office/powerpoint/2010/main" val="1976334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C0DE7-A1A6-EF3F-9A64-B8D1EC3E0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Throw and catch multiple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8CFDA7-14C1-276C-53A2-9EA89F8179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With multiple catch blocks:</a:t>
            </a:r>
          </a:p>
          <a:p>
            <a:r>
              <a:rPr lang="en-GB" dirty="0"/>
              <a:t>Examined in sequence until a match is found.</a:t>
            </a:r>
          </a:p>
          <a:p>
            <a:r>
              <a:rPr lang="en-GB" dirty="0"/>
              <a:t>The matching catch block executes.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BF5E66-FAEC-4131-B3DF-CDE46FC09322}"/>
              </a:ext>
            </a:extLst>
          </p:cNvPr>
          <p:cNvSpPr txBox="1"/>
          <p:nvPr/>
        </p:nvSpPr>
        <p:spPr>
          <a:xfrm>
            <a:off x="3496892" y="4067447"/>
            <a:ext cx="215021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GB" sz="1600" dirty="0"/>
              <a:t>Code: Main3.java</a:t>
            </a:r>
          </a:p>
        </p:txBody>
      </p:sp>
    </p:spTree>
    <p:extLst>
      <p:ext uri="{BB962C8B-B14F-4D97-AF65-F5344CB8AC3E}">
        <p14:creationId xmlns:p14="http://schemas.microsoft.com/office/powerpoint/2010/main" val="1822341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0F4C46-B840-1588-C44E-C25792B75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Using the 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finally</a:t>
            </a:r>
            <a:r>
              <a:rPr lang="en-GB" dirty="0"/>
              <a:t> Block (</a:t>
            </a:r>
            <a:r>
              <a:rPr lang="en-GB" dirty="0">
                <a:solidFill>
                  <a:srgbClr val="FF0000"/>
                </a:solidFill>
              </a:rPr>
              <a:t>optional</a:t>
            </a:r>
            <a:r>
              <a:rPr lang="en-GB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C7F66-59DE-36AE-BE80-EB4714C7C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finally</a:t>
            </a:r>
            <a:r>
              <a:rPr lang="en-GB" dirty="0"/>
              <a:t> clause is meant for clean-up of resources (which need to be done for both normal and exceptional runs)</a:t>
            </a:r>
          </a:p>
          <a:p>
            <a:pPr lvl="1"/>
            <a:r>
              <a:rPr lang="en-GB" dirty="0"/>
              <a:t>If you have network connections open, you might need to close them.</a:t>
            </a:r>
          </a:p>
          <a:p>
            <a:pPr lvl="1"/>
            <a:r>
              <a:rPr lang="en-GB" dirty="0"/>
              <a:t>If you have files open, you might need to close them.</a:t>
            </a:r>
          </a:p>
          <a:p>
            <a:pPr lvl="1"/>
            <a:r>
              <a:rPr lang="en-GB" dirty="0"/>
              <a:t>You might need to reset the state of objects to some </a:t>
            </a:r>
            <a:r>
              <a:rPr lang="en-GB" dirty="0">
                <a:solidFill>
                  <a:srgbClr val="7030A0"/>
                </a:solidFill>
              </a:rPr>
              <a:t>clean state</a:t>
            </a:r>
            <a:r>
              <a:rPr lang="en-GB" dirty="0"/>
              <a:t>, where they can continue working normally.</a:t>
            </a:r>
          </a:p>
          <a:p>
            <a:r>
              <a:rPr lang="en-US" dirty="0">
                <a:latin typeface="Arial" charset="0"/>
                <a:cs typeface="Arial" charset="0"/>
              </a:rPr>
              <a:t>Code executes whether or not the preceding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</a:t>
            </a:r>
            <a:r>
              <a:rPr lang="en-US" dirty="0">
                <a:latin typeface="Arial" charset="0"/>
                <a:cs typeface="Arial" charset="0"/>
              </a:rPr>
              <a:t> block identifies an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dirty="0"/>
              <a:t>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2614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4028A-404A-2605-8C05-E5D6C5E3E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Knowledge Check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DEBDA-C933-A166-7D16-C6EBEAB3F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2853126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Which of the following statements is true?</a:t>
            </a:r>
          </a:p>
          <a:p>
            <a:pPr marL="0" indent="0">
              <a:buNone/>
            </a:pPr>
            <a:endParaRPr lang="en-GB" dirty="0"/>
          </a:p>
          <a:p>
            <a:pPr>
              <a:buAutoNum type="alphaLcPeriod"/>
            </a:pPr>
            <a:r>
              <a:rPr lang="en-GB" dirty="0"/>
              <a:t>A try block can have many catch blocks but only one finally block.</a:t>
            </a:r>
          </a:p>
          <a:p>
            <a:pPr>
              <a:buAutoNum type="alphaLcPeriod"/>
            </a:pPr>
            <a:r>
              <a:rPr lang="en-GB" dirty="0"/>
              <a:t>A try block can have many catch blocks and many finally blocks.</a:t>
            </a:r>
          </a:p>
          <a:p>
            <a:pPr>
              <a:buAutoNum type="alphaLcPeriod"/>
            </a:pPr>
            <a:r>
              <a:rPr lang="en-GB" dirty="0"/>
              <a:t>A try block must have one finally block for each catch block.</a:t>
            </a:r>
          </a:p>
          <a:p>
            <a:pPr>
              <a:buAutoNum type="alphaLcPeriod"/>
            </a:pPr>
            <a:r>
              <a:rPr lang="en-GB" dirty="0"/>
              <a:t>A try block must have at least one catch block to have a finally block.</a:t>
            </a:r>
          </a:p>
          <a:p>
            <a:pPr>
              <a:buAutoNum type="alphaLcPeriod"/>
            </a:pPr>
            <a:endParaRPr lang="en-GB" dirty="0"/>
          </a:p>
          <a:p>
            <a:pPr>
              <a:buAutoNum type="alphaLcPeriod"/>
            </a:pPr>
            <a:endParaRPr lang="en-GB" dirty="0"/>
          </a:p>
          <a:p>
            <a:pPr marL="0" indent="0">
              <a:buNone/>
            </a:pPr>
            <a:r>
              <a:rPr lang="en-GB" b="1" dirty="0"/>
              <a:t>Answer: a</a:t>
            </a:r>
          </a:p>
        </p:txBody>
      </p:sp>
    </p:spTree>
    <p:extLst>
      <p:ext uri="{BB962C8B-B14F-4D97-AF65-F5344CB8AC3E}">
        <p14:creationId xmlns:p14="http://schemas.microsoft.com/office/powerpoint/2010/main" val="102136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FDF45-AFAE-4EF8-573A-4FB9BE30C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Activity: Knowledge Check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397F0-F1D8-6166-5FB6-B4149E72D4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5" y="2791326"/>
            <a:ext cx="4582101" cy="161567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What are the outputs from Code 1 and Code 2?</a:t>
            </a:r>
          </a:p>
          <a:p>
            <a:pPr>
              <a:buAutoNum type="alphaLcPeriod"/>
            </a:pPr>
            <a:r>
              <a:rPr lang="en-GB" dirty="0"/>
              <a:t>Code 1 = Code 2 = “Finally”.</a:t>
            </a:r>
          </a:p>
          <a:p>
            <a:pPr>
              <a:buAutoNum type="alphaLcPeriod"/>
            </a:pPr>
            <a:r>
              <a:rPr lang="en-GB" dirty="0"/>
              <a:t>Code 1 = “”, Code 2 = “Finally”.</a:t>
            </a:r>
          </a:p>
          <a:p>
            <a:pPr>
              <a:buAutoNum type="alphaLcPeriod"/>
            </a:pPr>
            <a:r>
              <a:rPr lang="en-GB" dirty="0"/>
              <a:t>Code 1 = Code 2 = “”.</a:t>
            </a:r>
          </a:p>
          <a:p>
            <a:pPr>
              <a:buAutoNum type="alphaLcPeriod"/>
            </a:pPr>
            <a:r>
              <a:rPr lang="en-GB" dirty="0"/>
              <a:t>Code 1 = “Finally”, Code 2 = “”.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17AEAC-C0FF-F558-1617-2FDC45F11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6910" y="1268760"/>
            <a:ext cx="2674448" cy="133882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class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Test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static void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main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[] </a:t>
            </a:r>
            <a:r>
              <a:rPr kumimoji="0" lang="en-US" altLang="en-US" sz="9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args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try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return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900" b="0" dirty="0">
                <a:solidFill>
                  <a:srgbClr val="BCBF01"/>
                </a:solidFill>
                <a:latin typeface="Arial Unicode MS"/>
                <a:ea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catch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Exception </a:t>
            </a:r>
            <a:r>
              <a:rPr kumimoji="0" lang="en-US" altLang="en-US" sz="9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ex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{}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9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"Finally"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C36905C-2B1A-B94A-B9D8-D5D40240C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2732" y="1268760"/>
            <a:ext cx="2956331" cy="147732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class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Test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static void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main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String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[] </a:t>
            </a:r>
            <a:r>
              <a:rPr kumimoji="0" lang="en-US" altLang="en-US" sz="9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args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try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return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finally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            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9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9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"Finally"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BCBF01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2C6C05-B86A-24F0-3B0D-43D1FCA81AB8}"/>
              </a:ext>
            </a:extLst>
          </p:cNvPr>
          <p:cNvSpPr txBox="1"/>
          <p:nvPr/>
        </p:nvSpPr>
        <p:spPr>
          <a:xfrm>
            <a:off x="2041931" y="954394"/>
            <a:ext cx="86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Code 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38B73A-72D3-FE1F-0CDF-E7CA3CBC5F68}"/>
              </a:ext>
            </a:extLst>
          </p:cNvPr>
          <p:cNvSpPr txBox="1"/>
          <p:nvPr/>
        </p:nvSpPr>
        <p:spPr>
          <a:xfrm>
            <a:off x="5800753" y="954394"/>
            <a:ext cx="8675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/>
              <a:t>Code 2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196E11B-30A4-F14A-F6EB-B6305458BF04}"/>
              </a:ext>
            </a:extLst>
          </p:cNvPr>
          <p:cNvSpPr txBox="1">
            <a:spLocks/>
          </p:cNvSpPr>
          <p:nvPr/>
        </p:nvSpPr>
        <p:spPr>
          <a:xfrm>
            <a:off x="5112195" y="3438121"/>
            <a:ext cx="1377116" cy="32208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80000"/>
              <a:buFont typeface="Wingdings" panose="05000000000000000000" pitchFamily="2" charset="2"/>
              <a:buChar char="§"/>
              <a:defRPr sz="1600" b="0" baseline="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  <a:defRPr sz="1400" b="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Pct val="65000"/>
              <a:buFont typeface="Wingdings" panose="05000000000000000000" pitchFamily="2" charset="2"/>
              <a:buChar char="Ø"/>
              <a:defRPr sz="1400" b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A648F"/>
              </a:buClr>
              <a:buSzPct val="80000"/>
              <a:buChar char="–"/>
              <a:defRPr sz="2800" b="0">
                <a:solidFill>
                  <a:schemeClr val="bg1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A648F"/>
              </a:buClr>
              <a:buSzPct val="90000"/>
              <a:buChar char="»"/>
              <a:defRPr sz="2800" b="0">
                <a:solidFill>
                  <a:schemeClr val="bg1"/>
                </a:solidFill>
                <a:latin typeface="+mn-lt"/>
                <a:ea typeface="ＭＳ Ｐゴシック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CCFFFF"/>
              </a:buClr>
              <a:buSzPct val="90000"/>
              <a:buChar char="»"/>
              <a:defRPr sz="2800" b="1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en-GB" b="1" kern="0" dirty="0"/>
              <a:t>Answer: b </a:t>
            </a:r>
          </a:p>
        </p:txBody>
      </p:sp>
    </p:spTree>
    <p:extLst>
      <p:ext uri="{BB962C8B-B14F-4D97-AF65-F5344CB8AC3E}">
        <p14:creationId xmlns:p14="http://schemas.microsoft.com/office/powerpoint/2010/main" val="944482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DEC76-588E-EAA9-EBC5-C8EFF31C4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EB41B-264B-1181-F2FD-A902AC9195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Java treats all errors/exceptional behaviours as “</a:t>
            </a:r>
            <a:r>
              <a:rPr lang="en-GB" dirty="0">
                <a:solidFill>
                  <a:srgbClr val="7030A0"/>
                </a:solidFill>
              </a:rPr>
              <a:t>exceptions</a:t>
            </a:r>
            <a:r>
              <a:rPr lang="en-GB" dirty="0"/>
              <a:t>”.</a:t>
            </a:r>
          </a:p>
          <a:p>
            <a:r>
              <a:rPr lang="en-GB" dirty="0"/>
              <a:t>There is a class called </a:t>
            </a:r>
            <a:r>
              <a:rPr lang="en-GB" dirty="0">
                <a:solidFill>
                  <a:srgbClr val="7030A0"/>
                </a:solidFill>
                <a:latin typeface="Consolas" panose="020B0609020204030204" pitchFamily="49" charset="0"/>
              </a:rPr>
              <a:t>Exception</a:t>
            </a:r>
            <a:r>
              <a:rPr lang="en-GB" dirty="0"/>
              <a:t>, and further subclasses of it.</a:t>
            </a:r>
          </a:p>
          <a:p>
            <a:r>
              <a:rPr lang="en-GB" dirty="0"/>
              <a:t>When an exceptional situation is detected,</a:t>
            </a:r>
          </a:p>
          <a:p>
            <a:pPr lvl="1"/>
            <a:r>
              <a:rPr lang="en-GB" sz="1600" dirty="0"/>
              <a:t>Java halts the normal execution, and</a:t>
            </a:r>
          </a:p>
          <a:p>
            <a:pPr lvl="1"/>
            <a:r>
              <a:rPr lang="en-GB" sz="1600" dirty="0"/>
              <a:t>Creates and “</a:t>
            </a:r>
            <a:r>
              <a:rPr lang="en-GB" sz="1600" dirty="0">
                <a:solidFill>
                  <a:srgbClr val="7030A0"/>
                </a:solidFill>
              </a:rPr>
              <a:t>throws</a:t>
            </a:r>
            <a:r>
              <a:rPr lang="en-GB" sz="1600" dirty="0"/>
              <a:t>” an exception object.</a:t>
            </a:r>
          </a:p>
          <a:p>
            <a:r>
              <a:rPr lang="en-GB" dirty="0"/>
              <a:t>Your Java program can “</a:t>
            </a:r>
            <a:r>
              <a:rPr lang="en-GB" dirty="0">
                <a:solidFill>
                  <a:srgbClr val="7030A0"/>
                </a:solidFill>
              </a:rPr>
              <a:t>catch</a:t>
            </a:r>
            <a:r>
              <a:rPr lang="en-GB" dirty="0"/>
              <a:t>” the exception object and </a:t>
            </a:r>
            <a:r>
              <a:rPr lang="en-GB" dirty="0">
                <a:solidFill>
                  <a:srgbClr val="7030A0"/>
                </a:solidFill>
              </a:rPr>
              <a:t>handle</a:t>
            </a:r>
            <a:r>
              <a:rPr lang="en-GB" dirty="0"/>
              <a:t> the situation (“</a:t>
            </a:r>
            <a:r>
              <a:rPr lang="en-GB" dirty="0">
                <a:solidFill>
                  <a:srgbClr val="7030A0"/>
                </a:solidFill>
              </a:rPr>
              <a:t>exception handler</a:t>
            </a:r>
            <a:r>
              <a:rPr lang="en-GB" dirty="0"/>
              <a:t>”).</a:t>
            </a:r>
          </a:p>
          <a:p>
            <a:pPr lvl="1"/>
            <a:r>
              <a:rPr lang="en-GB" sz="1600" dirty="0"/>
              <a:t> It may attempt to recover from the exceptional situation.</a:t>
            </a:r>
          </a:p>
          <a:p>
            <a:pPr lvl="1"/>
            <a:r>
              <a:rPr lang="en-GB" sz="1600" dirty="0"/>
              <a:t>Or, it may throw an exception in turn.</a:t>
            </a:r>
          </a:p>
          <a:p>
            <a:r>
              <a:rPr lang="en-GB" dirty="0"/>
              <a:t>If the exception is not “caught”, then the program execution stops and prints an error message.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389905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0DB03-DD8D-8C9F-E455-940A2D5B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pic>
        <p:nvPicPr>
          <p:cNvPr id="5" name="Content Placeholder 4" descr="A picture containing shape&#10;&#10;Description automatically generated">
            <a:extLst>
              <a:ext uri="{FF2B5EF4-FFF2-40B4-BE49-F238E27FC236}">
                <a16:creationId xmlns:a16="http://schemas.microsoft.com/office/drawing/2014/main" id="{5DBAEDCA-D715-E753-E24D-E3781B2D84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615" y="1551462"/>
            <a:ext cx="3861121" cy="2149410"/>
          </a:xfrm>
        </p:spPr>
      </p:pic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1AF3E5E-09FC-0AFD-19E9-8178F6700C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976" y="1551462"/>
            <a:ext cx="3504267" cy="28236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DDAF6AD-6E04-ED3A-C3C8-0BED939A7461}"/>
              </a:ext>
            </a:extLst>
          </p:cNvPr>
          <p:cNvSpPr txBox="1"/>
          <p:nvPr/>
        </p:nvSpPr>
        <p:spPr>
          <a:xfrm>
            <a:off x="708126" y="1151352"/>
            <a:ext cx="32860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0" dirty="0"/>
              <a:t>non-object-oriented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1E9B0A-1466-6010-2CB9-353C0EB0CAB7}"/>
              </a:ext>
            </a:extLst>
          </p:cNvPr>
          <p:cNvSpPr txBox="1"/>
          <p:nvPr/>
        </p:nvSpPr>
        <p:spPr>
          <a:xfrm>
            <a:off x="5149776" y="1151352"/>
            <a:ext cx="32860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0" dirty="0"/>
              <a:t>object-oriented</a:t>
            </a:r>
          </a:p>
        </p:txBody>
      </p:sp>
    </p:spTree>
    <p:extLst>
      <p:ext uri="{BB962C8B-B14F-4D97-AF65-F5344CB8AC3E}">
        <p14:creationId xmlns:p14="http://schemas.microsoft.com/office/powerpoint/2010/main" val="3937616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0DB03-DD8D-8C9F-E455-940A2D5B4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pic>
        <p:nvPicPr>
          <p:cNvPr id="7" name="Picture 6" descr="Text&#10;&#10;Description automatically generated">
            <a:extLst>
              <a:ext uri="{FF2B5EF4-FFF2-40B4-BE49-F238E27FC236}">
                <a16:creationId xmlns:a16="http://schemas.microsoft.com/office/drawing/2014/main" id="{F1AF3E5E-09FC-0AFD-19E9-8178F6700C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1976" y="1551462"/>
            <a:ext cx="3504267" cy="28236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91E9B0A-1466-6010-2CB9-353C0EB0CAB7}"/>
              </a:ext>
            </a:extLst>
          </p:cNvPr>
          <p:cNvSpPr txBox="1"/>
          <p:nvPr/>
        </p:nvSpPr>
        <p:spPr>
          <a:xfrm>
            <a:off x="5149776" y="1151352"/>
            <a:ext cx="32860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000" b="0" dirty="0"/>
              <a:t>object-oriented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3ED6BA-AB74-25EB-6BFE-0BE2EF003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4623871" cy="2952328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Object-oriented exception handling advantages:</a:t>
            </a:r>
          </a:p>
          <a:p>
            <a:r>
              <a:rPr lang="en-GB" dirty="0"/>
              <a:t>Clarity</a:t>
            </a:r>
          </a:p>
          <a:p>
            <a:r>
              <a:rPr lang="en-GB" dirty="0"/>
              <a:t>Flexible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In most object-oriented programs that same method that throws an exception doesn’t catch it</a:t>
            </a:r>
          </a:p>
          <a:p>
            <a:r>
              <a:rPr lang="en-GB" dirty="0"/>
              <a:t>Can be reused</a:t>
            </a:r>
          </a:p>
        </p:txBody>
      </p:sp>
    </p:spTree>
    <p:extLst>
      <p:ext uri="{BB962C8B-B14F-4D97-AF65-F5344CB8AC3E}">
        <p14:creationId xmlns:p14="http://schemas.microsoft.com/office/powerpoint/2010/main" val="1688209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69032-7CFA-F2EC-AA95-FC4CE2915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 the throws keyword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E8FE4-F3FA-08EF-C270-5C733B3E2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857250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If a method throws an exception that it will not catch but that a different method will catch, you must create a throws clause by using the </a:t>
            </a:r>
            <a:r>
              <a:rPr lang="en-US" sz="1600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keyword throws </a:t>
            </a:r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followed by an Exception type in the method header</a:t>
            </a:r>
            <a:endParaRPr lang="en-GB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1270EBE-E206-3A84-AC74-B4B89298D4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853" y="2204864"/>
            <a:ext cx="6330293" cy="20490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2565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BD8E8-8086-B346-3967-D805EC51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Checked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49FFC-40B8-4F52-124F-9100C7057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Generally a method must declare all the exceptions it can potentially throw:</a:t>
            </a:r>
          </a:p>
          <a:p>
            <a:pPr marL="457200" lvl="1" indent="0">
              <a:buNone/>
            </a:pPr>
            <a:r>
              <a:rPr lang="en-GB" b="1" dirty="0">
                <a:latin typeface="Consolas" panose="020B0609020204030204" pitchFamily="49" charset="0"/>
              </a:rPr>
              <a:t>public</a:t>
            </a:r>
            <a:r>
              <a:rPr lang="en-GB" dirty="0">
                <a:latin typeface="Consolas" panose="020B0609020204030204" pitchFamily="49" charset="0"/>
              </a:rPr>
              <a:t> TYPE </a:t>
            </a:r>
            <a:r>
              <a:rPr lang="en-GB" i="1" dirty="0" err="1">
                <a:latin typeface="Consolas" panose="020B0609020204030204" pitchFamily="49" charset="0"/>
              </a:rPr>
              <a:t>methodC</a:t>
            </a:r>
            <a:r>
              <a:rPr lang="en-GB" i="1" dirty="0">
                <a:latin typeface="Consolas" panose="020B0609020204030204" pitchFamily="49" charset="0"/>
              </a:rPr>
              <a:t>(TYPE</a:t>
            </a:r>
            <a:r>
              <a:rPr lang="en-GB" dirty="0">
                <a:latin typeface="Consolas" panose="020B0609020204030204" pitchFamily="49" charset="0"/>
              </a:rPr>
              <a:t> argument) </a:t>
            </a:r>
            <a:r>
              <a:rPr lang="en-GB" b="1" dirty="0">
                <a:solidFill>
                  <a:srgbClr val="FF0000"/>
                </a:solidFill>
                <a:latin typeface="Consolas" panose="020B0609020204030204" pitchFamily="49" charset="0"/>
              </a:rPr>
              <a:t>throws</a:t>
            </a:r>
            <a:r>
              <a:rPr lang="en-GB" dirty="0">
                <a:latin typeface="Consolas" panose="020B0609020204030204" pitchFamily="49" charset="0"/>
              </a:rPr>
              <a:t> </a:t>
            </a:r>
            <a:r>
              <a:rPr lang="en-GB" dirty="0" err="1">
                <a:latin typeface="Consolas" panose="020B0609020204030204" pitchFamily="49" charset="0"/>
              </a:rPr>
              <a:t>XException</a:t>
            </a:r>
            <a:r>
              <a:rPr lang="en-GB" dirty="0">
                <a:latin typeface="Consolas" panose="020B0609020204030204" pitchFamily="49" charset="0"/>
              </a:rPr>
              <a:t>, </a:t>
            </a:r>
            <a:r>
              <a:rPr lang="en-GB" dirty="0" err="1">
                <a:latin typeface="Consolas" panose="020B0609020204030204" pitchFamily="49" charset="0"/>
              </a:rPr>
              <a:t>YException</a:t>
            </a:r>
            <a:r>
              <a:rPr lang="en-GB" dirty="0">
                <a:latin typeface="Consolas" panose="020B0609020204030204" pitchFamily="49" charset="0"/>
              </a:rPr>
              <a:t>, …;</a:t>
            </a:r>
          </a:p>
          <a:p>
            <a:r>
              <a:rPr lang="en-GB" dirty="0"/>
              <a:t>Any method that calls </a:t>
            </a:r>
            <a:r>
              <a:rPr lang="en-GB" i="1" dirty="0" err="1"/>
              <a:t>methodC</a:t>
            </a:r>
            <a:r>
              <a:rPr lang="en-GB" dirty="0"/>
              <a:t> is required to either</a:t>
            </a:r>
          </a:p>
          <a:p>
            <a:pPr lvl="1"/>
            <a:r>
              <a:rPr lang="en-GB" dirty="0">
                <a:solidFill>
                  <a:srgbClr val="7030A0"/>
                </a:solidFill>
              </a:rPr>
              <a:t>Catch</a:t>
            </a:r>
            <a:r>
              <a:rPr lang="en-GB" dirty="0"/>
              <a:t> the declared exceptions, or</a:t>
            </a:r>
          </a:p>
          <a:p>
            <a:pPr lvl="1"/>
            <a:r>
              <a:rPr lang="en-GB" dirty="0">
                <a:solidFill>
                  <a:srgbClr val="7030A0"/>
                </a:solidFill>
              </a:rPr>
              <a:t>Declare</a:t>
            </a:r>
            <a:r>
              <a:rPr lang="en-GB" dirty="0"/>
              <a:t> that it throws them</a:t>
            </a:r>
          </a:p>
          <a:p>
            <a:r>
              <a:rPr lang="en-GB" dirty="0"/>
              <a:t>All exceptions that work in this way are called “</a:t>
            </a:r>
            <a:r>
              <a:rPr lang="en-GB" dirty="0">
                <a:solidFill>
                  <a:srgbClr val="7030A0"/>
                </a:solidFill>
              </a:rPr>
              <a:t>Checked exceptions</a:t>
            </a:r>
            <a:r>
              <a:rPr lang="en-GB" dirty="0"/>
              <a:t>”.</a:t>
            </a:r>
          </a:p>
          <a:p>
            <a:endParaRPr lang="en-GB" dirty="0"/>
          </a:p>
          <a:p>
            <a:r>
              <a:rPr lang="en-GB" dirty="0"/>
              <a:t>Note: if </a:t>
            </a:r>
            <a:r>
              <a:rPr lang="en-GB" i="1" dirty="0" err="1"/>
              <a:t>methodB</a:t>
            </a:r>
            <a:r>
              <a:rPr lang="en-GB" dirty="0"/>
              <a:t> calls </a:t>
            </a:r>
            <a:r>
              <a:rPr lang="en-GB" i="1" dirty="0" err="1"/>
              <a:t>methodC</a:t>
            </a:r>
            <a:r>
              <a:rPr lang="en-GB" dirty="0"/>
              <a:t>, and </a:t>
            </a:r>
            <a:r>
              <a:rPr lang="en-GB" i="1" dirty="0" err="1"/>
              <a:t>methodC</a:t>
            </a:r>
            <a:r>
              <a:rPr lang="en-GB" dirty="0"/>
              <a:t> throws </a:t>
            </a:r>
            <a:r>
              <a:rPr lang="en-GB" dirty="0" err="1"/>
              <a:t>XException</a:t>
            </a:r>
            <a:r>
              <a:rPr lang="en-GB" dirty="0"/>
              <a:t>, then an exception has arisen </a:t>
            </a:r>
            <a:r>
              <a:rPr lang="en-GB" dirty="0">
                <a:solidFill>
                  <a:srgbClr val="7030A0"/>
                </a:solidFill>
              </a:rPr>
              <a:t>in the middle of </a:t>
            </a:r>
            <a:r>
              <a:rPr lang="en-GB" i="1" dirty="0" err="1">
                <a:solidFill>
                  <a:srgbClr val="7030A0"/>
                </a:solidFill>
              </a:rPr>
              <a:t>methodB</a:t>
            </a:r>
            <a:r>
              <a:rPr lang="en-GB" dirty="0"/>
              <a:t>. (From Java’s point of view, </a:t>
            </a:r>
            <a:r>
              <a:rPr lang="en-GB" i="1" dirty="0" err="1"/>
              <a:t>methodB</a:t>
            </a:r>
            <a:r>
              <a:rPr lang="en-GB" dirty="0"/>
              <a:t> has “thrown” </a:t>
            </a:r>
            <a:r>
              <a:rPr lang="en-GB" dirty="0" err="1"/>
              <a:t>XException</a:t>
            </a:r>
            <a:r>
              <a:rPr lang="en-GB" dirty="0"/>
              <a:t>).</a:t>
            </a:r>
          </a:p>
          <a:p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3753392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33812-68BD-565A-0F43-3B866F93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check exceptions work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08A62E2B-2839-6CC4-160A-D9B3DB250C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8640" y="1268759"/>
            <a:ext cx="3662341" cy="33307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575295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8FCE-745C-B2D7-E5E5-DB7E839C1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Unchecked exceptions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C188D-9CD0-7383-55C3-F7FC2B068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4"/>
            <a:ext cx="7772400" cy="1691219"/>
          </a:xfrm>
        </p:spPr>
        <p:txBody>
          <a:bodyPr/>
          <a:lstStyle/>
          <a:p>
            <a:r>
              <a:rPr lang="en-GB" dirty="0"/>
              <a:t>Fortunately, Java allows a limited number of basic exceptions to be thrown without the catch-or-declare requirement.</a:t>
            </a:r>
          </a:p>
          <a:p>
            <a:r>
              <a:rPr lang="en-GB" dirty="0"/>
              <a:t>These are called “</a:t>
            </a:r>
            <a:r>
              <a:rPr lang="en-GB" dirty="0">
                <a:solidFill>
                  <a:srgbClr val="7030A0"/>
                </a:solidFill>
              </a:rPr>
              <a:t>unchecked exceptions</a:t>
            </a:r>
            <a:r>
              <a:rPr lang="en-GB" dirty="0"/>
              <a:t>”.</a:t>
            </a:r>
          </a:p>
          <a:p>
            <a:r>
              <a:rPr lang="en-US" sz="1600" dirty="0"/>
              <a:t>Java does not verify unchecked exceptions at compile-time</a:t>
            </a:r>
            <a:r>
              <a:rPr lang="en-GB" sz="1600" dirty="0"/>
              <a:t>.</a:t>
            </a:r>
          </a:p>
          <a:p>
            <a:r>
              <a:rPr lang="en-US" sz="1600" dirty="0"/>
              <a:t>These exceptions inherit from the Error class or the </a:t>
            </a:r>
            <a:r>
              <a:rPr lang="en-US" sz="1600" dirty="0" err="1"/>
              <a:t>RuntimeException</a:t>
            </a:r>
            <a:r>
              <a:rPr lang="en-US" sz="1600" dirty="0"/>
              <a:t> class.</a:t>
            </a:r>
          </a:p>
          <a:p>
            <a:endParaRPr lang="en-GB" dirty="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D296309E-FD15-49B1-9113-2F1A5AC72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8972" y="3209413"/>
            <a:ext cx="5809957" cy="646331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public static void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Arial Unicode MS"/>
                <a:ea typeface="JetBrains Mono"/>
              </a:rPr>
              <a:t>displayPrice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Arial Unicode MS"/>
                <a:ea typeface="JetBrains Mono"/>
              </a:rPr>
              <a:t>int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throws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latin typeface="Arial Unicode MS"/>
                <a:ea typeface="JetBrains Mono"/>
              </a:rPr>
              <a:t>IndexOutOfBoundsException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{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   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  <a:ea typeface="JetBrains Mono"/>
              </a:rPr>
              <a:t>System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</a:t>
            </a:r>
            <a:r>
              <a:rPr kumimoji="0" lang="en-US" altLang="en-US" sz="12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out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.println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Arial Unicode MS"/>
                <a:ea typeface="JetBrains Mono"/>
              </a:rPr>
              <a:t>"The price is $" 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+ 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prices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[</a:t>
            </a:r>
            <a:r>
              <a:rPr kumimoji="0" lang="en-US" altLang="en-US" sz="12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Arial Unicode MS"/>
                <a:ea typeface="JetBrains Mono"/>
              </a:rPr>
              <a:t>item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F9101"/>
                </a:solidFill>
                <a:effectLst/>
                <a:latin typeface="Arial Unicode MS"/>
                <a:ea typeface="JetBrains Mono"/>
              </a:rPr>
              <a:t>])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  <a:t>;</a:t>
            </a:r>
            <a:b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E4A8E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4368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F78D08-127B-82E8-05CB-A9C5FCACA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Create your own Exception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633DE-2BFC-214B-3946-B9CA424F84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>
              <a:lnSpc>
                <a:spcPct val="107000"/>
              </a:lnSpc>
              <a:spcBef>
                <a:spcPts val="600"/>
              </a:spcBef>
              <a:spcAft>
                <a:spcPts val="0"/>
              </a:spcAft>
              <a:buNone/>
              <a:tabLst>
                <a:tab pos="457200" algn="l"/>
              </a:tabLst>
            </a:pPr>
            <a:r>
              <a:rPr lang="en-US" dirty="0"/>
              <a:t>Creating a throwable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Extension</a:t>
            </a:r>
            <a:r>
              <a:rPr lang="en-US" dirty="0"/>
              <a:t> class: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dirty="0">
                <a:latin typeface="Arial" charset="0"/>
                <a:cs typeface="Arial" charset="0"/>
              </a:rPr>
              <a:t>Extend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Exception</a:t>
            </a:r>
            <a:r>
              <a:rPr lang="en-US" dirty="0">
                <a:latin typeface="Arial" charset="0"/>
                <a:cs typeface="Arial" charset="0"/>
              </a:rPr>
              <a:t> subclass of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Throwable</a:t>
            </a:r>
          </a:p>
          <a:p>
            <a:pPr marL="0" lvl="1" indent="0">
              <a:spcBef>
                <a:spcPts val="1000"/>
              </a:spcBef>
              <a:buNone/>
              <a:tabLst>
                <a:tab pos="914400" algn="l"/>
              </a:tabLst>
            </a:pPr>
            <a:r>
              <a:rPr lang="en-US" sz="1600" dirty="0">
                <a:latin typeface="Arial" charset="0"/>
                <a:cs typeface="Arial" charset="0"/>
              </a:rPr>
              <a:t>Exception class constructors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Exception()</a:t>
            </a:r>
            <a:r>
              <a:rPr lang="en-US" dirty="0">
                <a:latin typeface="Arial" charset="0"/>
                <a:cs typeface="Arial" charset="0"/>
              </a:rPr>
              <a:t>: new object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null</a:t>
            </a:r>
            <a:r>
              <a:rPr lang="en-US" dirty="0">
                <a:latin typeface="Arial" charset="0"/>
                <a:cs typeface="Arial" charset="0"/>
              </a:rPr>
              <a:t> detail message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Exception(String message)</a:t>
            </a:r>
            <a:r>
              <a:rPr lang="en-US" dirty="0">
                <a:latin typeface="Arial" charset="0"/>
                <a:cs typeface="Arial" charset="0"/>
              </a:rPr>
              <a:t>: new object with specified message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Exception(String message, Throwable cause)</a:t>
            </a:r>
            <a:r>
              <a:rPr lang="en-US" dirty="0">
                <a:latin typeface="Arial" charset="0"/>
                <a:cs typeface="Arial" charset="0"/>
              </a:rPr>
              <a:t>: new object with specified message and cause</a:t>
            </a:r>
          </a:p>
          <a:p>
            <a:pPr marL="342900" lvl="1" indent="-342900">
              <a:spcBef>
                <a:spcPts val="1000"/>
              </a:spcBef>
              <a:buFont typeface="Arial" panose="020B0604020202020204" pitchFamily="34" charset="0"/>
              <a:buChar char="•"/>
              <a:tabLst>
                <a:tab pos="914400" algn="l"/>
              </a:tabLs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Exception (Throwable cause)</a:t>
            </a:r>
            <a:r>
              <a:rPr lang="en-US" dirty="0">
                <a:latin typeface="Arial" charset="0"/>
                <a:cs typeface="Arial" charset="0"/>
              </a:rPr>
              <a:t>: new objects with specified cause and detail message of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cause.toString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807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A00CA-4391-0987-0C3E-1A6811106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Assertions in Java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A79E1-7CCF-4F6D-49C0-D0FC3368D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“</a:t>
            </a:r>
            <a:r>
              <a:rPr lang="en-GB" dirty="0">
                <a:solidFill>
                  <a:srgbClr val="7030A0"/>
                </a:solidFill>
              </a:rPr>
              <a:t>Assertion</a:t>
            </a:r>
            <a:r>
              <a:rPr lang="en-GB" dirty="0"/>
              <a:t>” is a term used to describe properties that program variables are expected to satisfy at particular points in the program.</a:t>
            </a:r>
          </a:p>
          <a:p>
            <a:r>
              <a:rPr lang="en-GB" dirty="0"/>
              <a:t>Java provides an assertion facility to document such properties, which is helpful for </a:t>
            </a:r>
            <a:r>
              <a:rPr lang="en-GB" dirty="0">
                <a:solidFill>
                  <a:srgbClr val="7030A0"/>
                </a:solidFill>
              </a:rPr>
              <a:t>debugging</a:t>
            </a:r>
            <a:r>
              <a:rPr lang="en-GB" dirty="0"/>
              <a:t>.</a:t>
            </a:r>
          </a:p>
          <a:p>
            <a:r>
              <a:rPr lang="en-GB" dirty="0"/>
              <a:t>You can add assertions for:</a:t>
            </a:r>
          </a:p>
          <a:p>
            <a:pPr lvl="1"/>
            <a:r>
              <a:rPr lang="en-GB" dirty="0">
                <a:solidFill>
                  <a:srgbClr val="7030A0"/>
                </a:solidFill>
              </a:rPr>
              <a:t>Pre-conditions</a:t>
            </a:r>
            <a:r>
              <a:rPr lang="en-GB" dirty="0"/>
              <a:t> of methods: properties the inputs are expected to satisfy, and</a:t>
            </a:r>
          </a:p>
          <a:p>
            <a:pPr lvl="1"/>
            <a:r>
              <a:rPr lang="en-GB" dirty="0">
                <a:solidFill>
                  <a:srgbClr val="7030A0"/>
                </a:solidFill>
              </a:rPr>
              <a:t>Post-conditions</a:t>
            </a:r>
            <a:r>
              <a:rPr lang="en-GB" dirty="0"/>
              <a:t> of methods: properties the outputs are expected to establish.</a:t>
            </a:r>
          </a:p>
          <a:p>
            <a:r>
              <a:rPr lang="en-GB" dirty="0"/>
              <a:t>Write </a:t>
            </a:r>
          </a:p>
          <a:p>
            <a:pPr lvl="1"/>
            <a:r>
              <a:rPr lang="en-GB" dirty="0">
                <a:solidFill>
                  <a:srgbClr val="FF0000"/>
                </a:solidFill>
                <a:latin typeface="Consolas" panose="020B0609020204030204" pitchFamily="49" charset="0"/>
              </a:rPr>
              <a:t>assert</a:t>
            </a:r>
            <a:r>
              <a:rPr lang="en-GB" dirty="0">
                <a:latin typeface="Consolas" panose="020B0609020204030204" pitchFamily="49" charset="0"/>
              </a:rPr>
              <a:t> BOOLEAN-EXPRESSION : statement;</a:t>
            </a:r>
          </a:p>
          <a:p>
            <a:r>
              <a:rPr lang="en-GB" dirty="0"/>
              <a:t>If the assertion is not true, Java gives an </a:t>
            </a:r>
            <a:r>
              <a:rPr lang="en-GB" dirty="0" err="1"/>
              <a:t>AssertionError</a:t>
            </a:r>
            <a:r>
              <a:rPr lang="en-GB" dirty="0"/>
              <a:t> (a subclass of Error).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61306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7CFEF-1545-4E2D-AE3C-E0AC233321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Exceptions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9407A9E-E5D4-6AB0-EA44-93F5B05E06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Exception</a:t>
            </a:r>
          </a:p>
          <a:p>
            <a:pPr lvl="1"/>
            <a:r>
              <a:rPr lang="en-GB" dirty="0"/>
              <a:t>The term </a:t>
            </a:r>
            <a:r>
              <a:rPr lang="en-GB" dirty="0">
                <a:solidFill>
                  <a:srgbClr val="FF0000"/>
                </a:solidFill>
              </a:rPr>
              <a:t>exception</a:t>
            </a:r>
            <a:r>
              <a:rPr lang="en-GB" dirty="0"/>
              <a:t> is used in programming language to represent “exceptional” program behaviour, as opposed to the “normal” behaviour.</a:t>
            </a:r>
          </a:p>
          <a:p>
            <a:pPr lvl="1"/>
            <a:r>
              <a:rPr lang="en-GB" dirty="0"/>
              <a:t>If an exception occurs during a program’s execution, it is called </a:t>
            </a:r>
            <a:r>
              <a:rPr lang="en-GB" dirty="0">
                <a:solidFill>
                  <a:srgbClr val="FF0000"/>
                </a:solidFill>
              </a:rPr>
              <a:t>runtime exception</a:t>
            </a:r>
            <a:r>
              <a:rPr lang="en-GB" dirty="0"/>
              <a:t>.</a:t>
            </a:r>
          </a:p>
          <a:p>
            <a:pPr lvl="2"/>
            <a:r>
              <a:rPr lang="en-GB" dirty="0"/>
              <a:t>Runtime exception != syntax error</a:t>
            </a:r>
          </a:p>
          <a:p>
            <a:r>
              <a:rPr lang="en-GB" dirty="0"/>
              <a:t>Exception handling</a:t>
            </a:r>
          </a:p>
          <a:p>
            <a:pPr lvl="1"/>
            <a:r>
              <a:rPr lang="en-GB" dirty="0"/>
              <a:t>Object-oriented techniques that manage or resolve exceptions.</a:t>
            </a:r>
          </a:p>
        </p:txBody>
      </p:sp>
    </p:spTree>
    <p:extLst>
      <p:ext uri="{BB962C8B-B14F-4D97-AF65-F5344CB8AC3E}">
        <p14:creationId xmlns:p14="http://schemas.microsoft.com/office/powerpoint/2010/main" val="3351633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659C-472F-1934-8F1E-ACD894878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Activity: Knowledge Check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EDC6D-E8C7-742E-6A7D-4460E9232B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7615"/>
            <a:ext cx="7772400" cy="23237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Which of the following statement is wrong?</a:t>
            </a:r>
          </a:p>
          <a:p>
            <a:r>
              <a:rPr lang="en-US" dirty="0"/>
              <a:t>a. </a:t>
            </a:r>
            <a:r>
              <a:rPr lang="en-GB" dirty="0"/>
              <a:t>An advantage to using object-oriented error-handling techniques is that programs are clearer and more flexible.</a:t>
            </a:r>
            <a:endParaRPr lang="en-US" dirty="0"/>
          </a:p>
          <a:p>
            <a:r>
              <a:rPr lang="en-US" dirty="0"/>
              <a:t>b. </a:t>
            </a:r>
            <a:r>
              <a:rPr lang="en-GB" dirty="0"/>
              <a:t>An advantage to using object-oriented error-handling techniques is that when a method throws an exception, it will always be handled in the same, consistent way.</a:t>
            </a:r>
            <a:endParaRPr lang="en-US" dirty="0"/>
          </a:p>
          <a:p>
            <a:r>
              <a:rPr lang="en-US" dirty="0"/>
              <a:t>c. </a:t>
            </a:r>
            <a:r>
              <a:rPr lang="en-GB" dirty="0"/>
              <a:t>In many cases, you want a method to check for errors, but you do not want to require the method to handle an error if it finds one.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BBFA69-97DF-3AAE-B5E7-CA0B4CF766D6}"/>
              </a:ext>
            </a:extLst>
          </p:cNvPr>
          <p:cNvSpPr txBox="1"/>
          <p:nvPr/>
        </p:nvSpPr>
        <p:spPr>
          <a:xfrm>
            <a:off x="3884482" y="3925733"/>
            <a:ext cx="19223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Answer: b</a:t>
            </a:r>
          </a:p>
        </p:txBody>
      </p:sp>
    </p:spTree>
    <p:extLst>
      <p:ext uri="{BB962C8B-B14F-4D97-AF65-F5344CB8AC3E}">
        <p14:creationId xmlns:p14="http://schemas.microsoft.com/office/powerpoint/2010/main" val="13100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895CC-663B-58C6-7F89-B8E339FD2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Enabling assertions in IntelliJ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6F98906-5F41-EDF2-F03E-75C2A011A7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31705" y="1095374"/>
            <a:ext cx="5542287" cy="3636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446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4D0DB-D595-444B-B735-EB67A1EF4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Q &amp; A</a:t>
            </a:r>
          </a:p>
        </p:txBody>
      </p:sp>
      <p:pic>
        <p:nvPicPr>
          <p:cNvPr id="5" name="Content Placeholder 4" descr="Yellow and blue symbols">
            <a:extLst>
              <a:ext uri="{FF2B5EF4-FFF2-40B4-BE49-F238E27FC236}">
                <a16:creationId xmlns:a16="http://schemas.microsoft.com/office/drawing/2014/main" id="{C44561B0-5A23-46D2-B9FB-CB1729946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311" y="1347788"/>
            <a:ext cx="3858354" cy="2952750"/>
          </a:xfrm>
        </p:spPr>
      </p:pic>
    </p:spTree>
    <p:extLst>
      <p:ext uri="{BB962C8B-B14F-4D97-AF65-F5344CB8AC3E}">
        <p14:creationId xmlns:p14="http://schemas.microsoft.com/office/powerpoint/2010/main" val="382630877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3">
      <a:dk1>
        <a:srgbClr val="000000"/>
      </a:dk1>
      <a:lt1>
        <a:srgbClr val="FFFFFF"/>
      </a:lt1>
      <a:dk2>
        <a:srgbClr val="000000"/>
      </a:dk2>
      <a:lt2>
        <a:srgbClr val="333333"/>
      </a:lt2>
      <a:accent1>
        <a:srgbClr val="DDDDDD"/>
      </a:accent1>
      <a:accent2>
        <a:srgbClr val="808080"/>
      </a:accent2>
      <a:accent3>
        <a:srgbClr val="FFFFFF"/>
      </a:accent3>
      <a:accent4>
        <a:srgbClr val="000000"/>
      </a:accent4>
      <a:accent5>
        <a:srgbClr val="EBEBEB"/>
      </a:accent5>
      <a:accent6>
        <a:srgbClr val="737373"/>
      </a:accent6>
      <a:hlink>
        <a:srgbClr val="4D4D4D"/>
      </a:hlink>
      <a:folHlink>
        <a:srgbClr val="EAEAEA"/>
      </a:folHlink>
    </a:clrScheme>
    <a:fontScheme name="Default Design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1525</TotalTime>
  <Words>1780</Words>
  <Application>Microsoft Office PowerPoint</Application>
  <PresentationFormat>On-screen Show (16:9)</PresentationFormat>
  <Paragraphs>194</Paragraphs>
  <Slides>29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 Unicode MS</vt:lpstr>
      <vt:lpstr>Times New Roman</vt:lpstr>
      <vt:lpstr>Arial</vt:lpstr>
      <vt:lpstr>Calibri</vt:lpstr>
      <vt:lpstr>Wingdings</vt:lpstr>
      <vt:lpstr>Arial (Body)</vt:lpstr>
      <vt:lpstr>Courier New</vt:lpstr>
      <vt:lpstr>Consolas</vt:lpstr>
      <vt:lpstr>Georgia</vt:lpstr>
      <vt:lpstr>Default Design</vt:lpstr>
      <vt:lpstr>PowerPoint Presentation</vt:lpstr>
      <vt:lpstr>OOP – Week 8</vt:lpstr>
      <vt:lpstr>Structure</vt:lpstr>
      <vt:lpstr>Exceptions</vt:lpstr>
      <vt:lpstr>Exceptions</vt:lpstr>
      <vt:lpstr>Exceptions</vt:lpstr>
      <vt:lpstr>Activity: Knowledge Check</vt:lpstr>
      <vt:lpstr>Activity: Knowledge Check</vt:lpstr>
      <vt:lpstr>Exceptions</vt:lpstr>
      <vt:lpstr>Exception Handling</vt:lpstr>
      <vt:lpstr>Exception Handling</vt:lpstr>
      <vt:lpstr>Exception Handling</vt:lpstr>
      <vt:lpstr>Throw and catch multiple exceptions</vt:lpstr>
      <vt:lpstr>Using the finally Block (optional)</vt:lpstr>
      <vt:lpstr>Activity: Knowledge Check</vt:lpstr>
      <vt:lpstr>Activity: Knowledge Check</vt:lpstr>
      <vt:lpstr>Summary</vt:lpstr>
      <vt:lpstr>Summary</vt:lpstr>
      <vt:lpstr>Summary</vt:lpstr>
      <vt:lpstr>Use the throws keyword</vt:lpstr>
      <vt:lpstr>Checked exceptions</vt:lpstr>
      <vt:lpstr>How check exceptions work</vt:lpstr>
      <vt:lpstr>Unchecked exceptions</vt:lpstr>
      <vt:lpstr>Create your own Exception classes</vt:lpstr>
      <vt:lpstr>Assertions in Java</vt:lpstr>
      <vt:lpstr>Exceptions</vt:lpstr>
      <vt:lpstr>Activity: Knowledge Check</vt:lpstr>
      <vt:lpstr>Enabling assertions in IntelliJ</vt:lpstr>
      <vt:lpstr>Q &amp; A</vt:lpstr>
    </vt:vector>
  </TitlesOfParts>
  <Company>The University of Birmingham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Design and Publications</dc:creator>
  <cp:lastModifiedBy>Jizheng Wan</cp:lastModifiedBy>
  <cp:revision>2</cp:revision>
  <cp:lastPrinted>2019-07-31T08:58:40Z</cp:lastPrinted>
  <dcterms:created xsi:type="dcterms:W3CDTF">2005-06-08T11:15:47Z</dcterms:created>
  <dcterms:modified xsi:type="dcterms:W3CDTF">2023-11-12T23:54:31Z</dcterms:modified>
</cp:coreProperties>
</file>