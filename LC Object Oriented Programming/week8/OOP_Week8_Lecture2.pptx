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319" r:id="rId2"/>
    <p:sldId id="262" r:id="rId3"/>
    <p:sldId id="267" r:id="rId4"/>
    <p:sldId id="350" r:id="rId5"/>
    <p:sldId id="351" r:id="rId6"/>
    <p:sldId id="361" r:id="rId7"/>
    <p:sldId id="362" r:id="rId8"/>
    <p:sldId id="354" r:id="rId9"/>
    <p:sldId id="355" r:id="rId10"/>
    <p:sldId id="356" r:id="rId11"/>
    <p:sldId id="357" r:id="rId12"/>
    <p:sldId id="360" r:id="rId13"/>
    <p:sldId id="358" r:id="rId14"/>
    <p:sldId id="359" r:id="rId15"/>
    <p:sldId id="343" r:id="rId16"/>
    <p:sldId id="345" r:id="rId17"/>
    <p:sldId id="344" r:id="rId18"/>
    <p:sldId id="347" r:id="rId19"/>
    <p:sldId id="348" r:id="rId20"/>
    <p:sldId id="349" r:id="rId21"/>
    <p:sldId id="363" r:id="rId22"/>
    <p:sldId id="364" r:id="rId23"/>
    <p:sldId id="365" r:id="rId24"/>
    <p:sldId id="366" r:id="rId25"/>
    <p:sldId id="367" r:id="rId26"/>
    <p:sldId id="352" r:id="rId27"/>
    <p:sldId id="353" r:id="rId28"/>
    <p:sldId id="346" r:id="rId29"/>
    <p:sldId id="368" r:id="rId30"/>
    <p:sldId id="369" r:id="rId31"/>
    <p:sldId id="370" r:id="rId32"/>
    <p:sldId id="316" r:id="rId33"/>
  </p:sldIdLst>
  <p:sldSz cx="9144000" cy="5143500" type="screen16x9"/>
  <p:notesSz cx="9144000" cy="6858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Consolas" panose="020B0609020204030204" pitchFamily="49" charset="0"/>
      <p:regular r:id="rId40"/>
      <p:bold r:id="rId41"/>
      <p:italic r:id="rId42"/>
      <p:boldItalic r:id="rId43"/>
    </p:embeddedFont>
    <p:embeddedFont>
      <p:font typeface="Georgia" panose="02040502050405020303" pitchFamily="18" charset="0"/>
      <p:regular r:id="rId44"/>
      <p:bold r:id="rId45"/>
      <p:italic r:id="rId46"/>
      <p:boldItalic r:id="rId47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489EBD"/>
    <a:srgbClr val="99FFCC"/>
    <a:srgbClr val="C6680A"/>
    <a:srgbClr val="9F6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E2368-00AF-4766-879B-B1C67102406B}" v="8" dt="2023-11-13T00:14:41.307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53" autoAdjust="0"/>
  </p:normalViewPr>
  <p:slideViewPr>
    <p:cSldViewPr snapToGrid="0">
      <p:cViewPr varScale="1">
        <p:scale>
          <a:sx n="123" d="100"/>
          <a:sy n="123" d="100"/>
        </p:scale>
        <p:origin x="1254" y="90"/>
      </p:cViewPr>
      <p:guideLst>
        <p:guide orient="horz" pos="15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zheng Wan (Computer Science)" userId="02e35b87-44bd-4455-aecc-56042df92991" providerId="ADAL" clId="{3B9E2368-00AF-4766-879B-B1C67102406B}"/>
    <pc:docChg chg="addSld delSld modSld">
      <pc:chgData name="Jizheng Wan (Computer Science)" userId="02e35b87-44bd-4455-aecc-56042df92991" providerId="ADAL" clId="{3B9E2368-00AF-4766-879B-B1C67102406B}" dt="2023-11-13T00:14:41.307" v="21" actId="20577"/>
      <pc:docMkLst>
        <pc:docMk/>
      </pc:docMkLst>
      <pc:sldChg chg="modSp mod">
        <pc:chgData name="Jizheng Wan (Computer Science)" userId="02e35b87-44bd-4455-aecc-56042df92991" providerId="ADAL" clId="{3B9E2368-00AF-4766-879B-B1C67102406B}" dt="2023-11-12T23:54:12.491" v="7" actId="20577"/>
        <pc:sldMkLst>
          <pc:docMk/>
          <pc:sldMk cId="3855887011" sldId="262"/>
        </pc:sldMkLst>
        <pc:spChg chg="mod">
          <ac:chgData name="Jizheng Wan (Computer Science)" userId="02e35b87-44bd-4455-aecc-56042df92991" providerId="ADAL" clId="{3B9E2368-00AF-4766-879B-B1C67102406B}" dt="2023-11-12T23:54:05.721" v="1" actId="20577"/>
          <ac:spMkLst>
            <pc:docMk/>
            <pc:sldMk cId="3855887011" sldId="262"/>
            <ac:spMk id="5" creationId="{00000000-0000-0000-0000-000000000000}"/>
          </ac:spMkLst>
        </pc:spChg>
        <pc:spChg chg="mod">
          <ac:chgData name="Jizheng Wan (Computer Science)" userId="02e35b87-44bd-4455-aecc-56042df92991" providerId="ADAL" clId="{3B9E2368-00AF-4766-879B-B1C67102406B}" dt="2023-11-12T23:54:12.491" v="7" actId="20577"/>
          <ac:spMkLst>
            <pc:docMk/>
            <pc:sldMk cId="3855887011" sldId="262"/>
            <ac:spMk id="6" creationId="{00000000-0000-0000-0000-000000000000}"/>
          </ac:spMkLst>
        </pc:spChg>
      </pc:sldChg>
      <pc:sldChg chg="modSp mod">
        <pc:chgData name="Jizheng Wan (Computer Science)" userId="02e35b87-44bd-4455-aecc-56042df92991" providerId="ADAL" clId="{3B9E2368-00AF-4766-879B-B1C67102406B}" dt="2023-11-12T23:54:57.528" v="9" actId="20577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3B9E2368-00AF-4766-879B-B1C67102406B}" dt="2023-11-12T23:54:57.528" v="9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 (Computer Science)" userId="02e35b87-44bd-4455-aecc-56042df92991" providerId="ADAL" clId="{3B9E2368-00AF-4766-879B-B1C67102406B}" dt="2023-11-12T23:54:01.448" v="0" actId="6549"/>
        <pc:sldMkLst>
          <pc:docMk/>
          <pc:sldMk cId="364580180" sldId="319"/>
        </pc:sldMkLst>
        <pc:spChg chg="mod">
          <ac:chgData name="Jizheng Wan (Computer Science)" userId="02e35b87-44bd-4455-aecc-56042df92991" providerId="ADAL" clId="{3B9E2368-00AF-4766-879B-B1C67102406B}" dt="2023-11-12T23:54:01.448" v="0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4027192791" sldId="344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99416743" sldId="345"/>
        </pc:sldMkLst>
      </pc:sldChg>
      <pc:sldChg chg="del">
        <pc:chgData name="Jizheng Wan (Computer Science)" userId="02e35b87-44bd-4455-aecc-56042df92991" providerId="ADAL" clId="{3B9E2368-00AF-4766-879B-B1C67102406B}" dt="2023-11-12T23:55:51.379" v="10" actId="47"/>
        <pc:sldMkLst>
          <pc:docMk/>
          <pc:sldMk cId="1597056365" sldId="345"/>
        </pc:sldMkLst>
      </pc:sldChg>
      <pc:sldChg chg="del">
        <pc:chgData name="Jizheng Wan (Computer Science)" userId="02e35b87-44bd-4455-aecc-56042df92991" providerId="ADAL" clId="{3B9E2368-00AF-4766-879B-B1C67102406B}" dt="2023-11-12T23:55:51.379" v="10" actId="47"/>
        <pc:sldMkLst>
          <pc:docMk/>
          <pc:sldMk cId="651737348" sldId="346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1392423821" sldId="346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205785206" sldId="347"/>
        </pc:sldMkLst>
      </pc:sldChg>
      <pc:sldChg chg="del">
        <pc:chgData name="Jizheng Wan (Computer Science)" userId="02e35b87-44bd-4455-aecc-56042df92991" providerId="ADAL" clId="{3B9E2368-00AF-4766-879B-B1C67102406B}" dt="2023-11-12T23:55:51.379" v="10" actId="47"/>
        <pc:sldMkLst>
          <pc:docMk/>
          <pc:sldMk cId="3174108683" sldId="347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3550000755" sldId="348"/>
        </pc:sldMkLst>
      </pc:sldChg>
      <pc:sldChg chg="del">
        <pc:chgData name="Jizheng Wan (Computer Science)" userId="02e35b87-44bd-4455-aecc-56042df92991" providerId="ADAL" clId="{3B9E2368-00AF-4766-879B-B1C67102406B}" dt="2023-11-12T23:55:51.379" v="10" actId="47"/>
        <pc:sldMkLst>
          <pc:docMk/>
          <pc:sldMk cId="4122312481" sldId="348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3895996455" sldId="349"/>
        </pc:sldMkLst>
      </pc:sldChg>
      <pc:sldChg chg="del">
        <pc:chgData name="Jizheng Wan (Computer Science)" userId="02e35b87-44bd-4455-aecc-56042df92991" providerId="ADAL" clId="{3B9E2368-00AF-4766-879B-B1C67102406B}" dt="2023-11-12T23:55:51.379" v="10" actId="47"/>
        <pc:sldMkLst>
          <pc:docMk/>
          <pc:sldMk cId="4156489914" sldId="349"/>
        </pc:sldMkLst>
      </pc:sldChg>
      <pc:sldChg chg="modSp add">
        <pc:chgData name="Jizheng Wan (Computer Science)" userId="02e35b87-44bd-4455-aecc-56042df92991" providerId="ADAL" clId="{3B9E2368-00AF-4766-879B-B1C67102406B}" dt="2023-11-13T00:07:29.164" v="19" actId="20577"/>
        <pc:sldMkLst>
          <pc:docMk/>
          <pc:sldMk cId="4214253810" sldId="352"/>
        </pc:sldMkLst>
        <pc:spChg chg="mod">
          <ac:chgData name="Jizheng Wan (Computer Science)" userId="02e35b87-44bd-4455-aecc-56042df92991" providerId="ADAL" clId="{3B9E2368-00AF-4766-879B-B1C67102406B}" dt="2023-11-13T00:07:29.164" v="19" actId="20577"/>
          <ac:spMkLst>
            <pc:docMk/>
            <pc:sldMk cId="4214253810" sldId="352"/>
            <ac:spMk id="6" creationId="{050A1A18-CA02-E25F-2EDE-D8345748A739}"/>
          </ac:spMkLst>
        </pc:spChg>
      </pc:sldChg>
      <pc:sldChg chg="modSp add">
        <pc:chgData name="Jizheng Wan (Computer Science)" userId="02e35b87-44bd-4455-aecc-56042df92991" providerId="ADAL" clId="{3B9E2368-00AF-4766-879B-B1C67102406B}" dt="2023-11-13T00:07:57.557" v="20" actId="20577"/>
        <pc:sldMkLst>
          <pc:docMk/>
          <pc:sldMk cId="4136845372" sldId="353"/>
        </pc:sldMkLst>
        <pc:spChg chg="mod">
          <ac:chgData name="Jizheng Wan (Computer Science)" userId="02e35b87-44bd-4455-aecc-56042df92991" providerId="ADAL" clId="{3B9E2368-00AF-4766-879B-B1C67102406B}" dt="2023-11-13T00:07:57.557" v="20" actId="20577"/>
          <ac:spMkLst>
            <pc:docMk/>
            <pc:sldMk cId="4136845372" sldId="353"/>
            <ac:spMk id="6" creationId="{050A1A18-CA02-E25F-2EDE-D8345748A739}"/>
          </ac:spMkLst>
        </pc:spChg>
      </pc:sldChg>
      <pc:sldChg chg="modSp">
        <pc:chgData name="Jizheng Wan (Computer Science)" userId="02e35b87-44bd-4455-aecc-56042df92991" providerId="ADAL" clId="{3B9E2368-00AF-4766-879B-B1C67102406B}" dt="2023-11-12T23:59:42.908" v="13" actId="20577"/>
        <pc:sldMkLst>
          <pc:docMk/>
          <pc:sldMk cId="2332690623" sldId="354"/>
        </pc:sldMkLst>
        <pc:spChg chg="mod">
          <ac:chgData name="Jizheng Wan (Computer Science)" userId="02e35b87-44bd-4455-aecc-56042df92991" providerId="ADAL" clId="{3B9E2368-00AF-4766-879B-B1C67102406B}" dt="2023-11-12T23:59:42.908" v="13" actId="20577"/>
          <ac:spMkLst>
            <pc:docMk/>
            <pc:sldMk cId="2332690623" sldId="354"/>
            <ac:spMk id="4" creationId="{06DF4176-57B6-332E-873F-F4E3E076144F}"/>
          </ac:spMkLst>
        </pc:spChg>
      </pc:sldChg>
      <pc:sldChg chg="modSp mod">
        <pc:chgData name="Jizheng Wan (Computer Science)" userId="02e35b87-44bd-4455-aecc-56042df92991" providerId="ADAL" clId="{3B9E2368-00AF-4766-879B-B1C67102406B}" dt="2023-11-12T23:59:53.822" v="16" actId="20577"/>
        <pc:sldMkLst>
          <pc:docMk/>
          <pc:sldMk cId="1722020759" sldId="355"/>
        </pc:sldMkLst>
        <pc:spChg chg="mod">
          <ac:chgData name="Jizheng Wan (Computer Science)" userId="02e35b87-44bd-4455-aecc-56042df92991" providerId="ADAL" clId="{3B9E2368-00AF-4766-879B-B1C67102406B}" dt="2023-11-12T23:59:53.822" v="16" actId="20577"/>
          <ac:spMkLst>
            <pc:docMk/>
            <pc:sldMk cId="1722020759" sldId="355"/>
            <ac:spMk id="5" creationId="{A532CF2A-95E6-74F9-FB68-6732203D623F}"/>
          </ac:spMkLst>
        </pc:spChg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1398052074" sldId="363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3791074230" sldId="364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3445267739" sldId="365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1345663467" sldId="366"/>
        </pc:sldMkLst>
      </pc:sldChg>
      <pc:sldChg chg="modSp add">
        <pc:chgData name="Jizheng Wan (Computer Science)" userId="02e35b87-44bd-4455-aecc-56042df92991" providerId="ADAL" clId="{3B9E2368-00AF-4766-879B-B1C67102406B}" dt="2023-11-13T00:07:25.485" v="18" actId="20577"/>
        <pc:sldMkLst>
          <pc:docMk/>
          <pc:sldMk cId="1838429737" sldId="367"/>
        </pc:sldMkLst>
        <pc:spChg chg="mod">
          <ac:chgData name="Jizheng Wan (Computer Science)" userId="02e35b87-44bd-4455-aecc-56042df92991" providerId="ADAL" clId="{3B9E2368-00AF-4766-879B-B1C67102406B}" dt="2023-11-13T00:07:25.485" v="18" actId="20577"/>
          <ac:spMkLst>
            <pc:docMk/>
            <pc:sldMk cId="1838429737" sldId="367"/>
            <ac:spMk id="5" creationId="{4A94D4B8-4A46-4F33-E4F0-171670E4AD2E}"/>
          </ac:spMkLst>
        </pc:spChg>
      </pc:sldChg>
      <pc:sldChg chg="modSp add">
        <pc:chgData name="Jizheng Wan (Computer Science)" userId="02e35b87-44bd-4455-aecc-56042df92991" providerId="ADAL" clId="{3B9E2368-00AF-4766-879B-B1C67102406B}" dt="2023-11-13T00:14:41.307" v="21" actId="20577"/>
        <pc:sldMkLst>
          <pc:docMk/>
          <pc:sldMk cId="2469446271" sldId="368"/>
        </pc:sldMkLst>
        <pc:spChg chg="mod">
          <ac:chgData name="Jizheng Wan (Computer Science)" userId="02e35b87-44bd-4455-aecc-56042df92991" providerId="ADAL" clId="{3B9E2368-00AF-4766-879B-B1C67102406B}" dt="2023-11-13T00:14:41.307" v="21" actId="20577"/>
          <ac:spMkLst>
            <pc:docMk/>
            <pc:sldMk cId="2469446271" sldId="368"/>
            <ac:spMk id="4" creationId="{09C56054-C038-3229-C85E-3C0C45B3D01A}"/>
          </ac:spMkLst>
        </pc:spChg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1242041797" sldId="369"/>
        </pc:sldMkLst>
      </pc:sldChg>
      <pc:sldChg chg="add">
        <pc:chgData name="Jizheng Wan (Computer Science)" userId="02e35b87-44bd-4455-aecc-56042df92991" providerId="ADAL" clId="{3B9E2368-00AF-4766-879B-B1C67102406B}" dt="2023-11-13T00:06:12.581" v="17"/>
        <pc:sldMkLst>
          <pc:docMk/>
          <pc:sldMk cId="14303254" sldId="370"/>
        </pc:sldMkLst>
      </pc:sldChg>
    </pc:docChg>
  </pc:docChgLst>
  <pc:docChgLst>
    <pc:chgData name="Jizheng Wan" userId="02e35b87-44bd-4455-aecc-56042df92991" providerId="ADAL" clId="{D20087C9-2679-40FE-BC07-EADFD1DFEDFF}"/>
    <pc:docChg chg="custSel delSld modSld">
      <pc:chgData name="Jizheng Wan" userId="02e35b87-44bd-4455-aecc-56042df92991" providerId="ADAL" clId="{D20087C9-2679-40FE-BC07-EADFD1DFEDFF}" dt="2022-11-22T16:49:55.143" v="63" actId="1076"/>
      <pc:docMkLst>
        <pc:docMk/>
      </pc:docMkLst>
      <pc:sldChg chg="addSp modSp mod">
        <pc:chgData name="Jizheng Wan" userId="02e35b87-44bd-4455-aecc-56042df92991" providerId="ADAL" clId="{D20087C9-2679-40FE-BC07-EADFD1DFEDFF}" dt="2022-11-20T17:53:15.363" v="11"/>
        <pc:sldMkLst>
          <pc:docMk/>
          <pc:sldMk cId="3855887011" sldId="262"/>
        </pc:sldMkLst>
        <pc:spChg chg="mod">
          <ac:chgData name="Jizheng Wan" userId="02e35b87-44bd-4455-aecc-56042df92991" providerId="ADAL" clId="{D20087C9-2679-40FE-BC07-EADFD1DFEDFF}" dt="2022-11-20T17:51:53.429" v="10" actId="20577"/>
          <ac:spMkLst>
            <pc:docMk/>
            <pc:sldMk cId="3855887011" sldId="262"/>
            <ac:spMk id="5" creationId="{00000000-0000-0000-0000-000000000000}"/>
          </ac:spMkLst>
        </pc:spChg>
        <pc:picChg chg="add mod">
          <ac:chgData name="Jizheng Wan" userId="02e35b87-44bd-4455-aecc-56042df92991" providerId="ADAL" clId="{D20087C9-2679-40FE-BC07-EADFD1DFEDFF}" dt="2022-11-20T17:53:15.363" v="11"/>
          <ac:picMkLst>
            <pc:docMk/>
            <pc:sldMk cId="3855887011" sldId="262"/>
            <ac:picMk id="2" creationId="{15D3F2FF-CFC8-C0E4-ABD0-23CA993C9E61}"/>
          </ac:picMkLst>
        </pc:picChg>
      </pc:sldChg>
      <pc:sldChg chg="addSp delSp modSp mod">
        <pc:chgData name="Jizheng Wan" userId="02e35b87-44bd-4455-aecc-56042df92991" providerId="ADAL" clId="{D20087C9-2679-40FE-BC07-EADFD1DFEDFF}" dt="2022-11-22T16:49:55.143" v="63" actId="1076"/>
        <pc:sldMkLst>
          <pc:docMk/>
          <pc:sldMk cId="364580180" sldId="319"/>
        </pc:sldMkLst>
        <pc:spChg chg="del">
          <ac:chgData name="Jizheng Wan" userId="02e35b87-44bd-4455-aecc-56042df92991" providerId="ADAL" clId="{D20087C9-2679-40FE-BC07-EADFD1DFEDFF}" dt="2022-11-20T17:51:37.292" v="5" actId="478"/>
          <ac:spMkLst>
            <pc:docMk/>
            <pc:sldMk cId="364580180" sldId="319"/>
            <ac:spMk id="2" creationId="{3A5A8541-254E-45A3-8E8B-24E57977C6A0}"/>
          </ac:spMkLst>
        </pc:spChg>
        <pc:spChg chg="del">
          <ac:chgData name="Jizheng Wan" userId="02e35b87-44bd-4455-aecc-56042df92991" providerId="ADAL" clId="{D20087C9-2679-40FE-BC07-EADFD1DFEDFF}" dt="2022-11-20T17:51:30.337" v="3" actId="478"/>
          <ac:spMkLst>
            <pc:docMk/>
            <pc:sldMk cId="364580180" sldId="319"/>
            <ac:spMk id="3" creationId="{22FE5EF5-992D-4308-82C8-90D64475DE1D}"/>
          </ac:spMkLst>
        </pc:spChg>
        <pc:spChg chg="mod">
          <ac:chgData name="Jizheng Wan" userId="02e35b87-44bd-4455-aecc-56042df92991" providerId="ADAL" clId="{D20087C9-2679-40FE-BC07-EADFD1DFEDFF}" dt="2022-11-22T16:49:55.143" v="63" actId="1076"/>
          <ac:spMkLst>
            <pc:docMk/>
            <pc:sldMk cId="364580180" sldId="319"/>
            <ac:spMk id="4" creationId="{969C17DE-685A-6C89-0FE4-92759F840CD1}"/>
          </ac:spMkLst>
        </pc:spChg>
        <pc:spChg chg="add del mod">
          <ac:chgData name="Jizheng Wan" userId="02e35b87-44bd-4455-aecc-56042df92991" providerId="ADAL" clId="{D20087C9-2679-40FE-BC07-EADFD1DFEDFF}" dt="2022-11-20T17:51:35.322" v="4" actId="478"/>
          <ac:spMkLst>
            <pc:docMk/>
            <pc:sldMk cId="364580180" sldId="319"/>
            <ac:spMk id="7" creationId="{8F8950D7-0C1C-6A07-93C0-FE918BACA40F}"/>
          </ac:spMkLst>
        </pc:spChg>
        <pc:spChg chg="add del mod">
          <ac:chgData name="Jizheng Wan" userId="02e35b87-44bd-4455-aecc-56042df92991" providerId="ADAL" clId="{D20087C9-2679-40FE-BC07-EADFD1DFEDFF}" dt="2022-11-20T17:51:40.545" v="7" actId="478"/>
          <ac:spMkLst>
            <pc:docMk/>
            <pc:sldMk cId="364580180" sldId="319"/>
            <ac:spMk id="9" creationId="{7BA27AF4-EA2B-1825-0DE6-EB902BB98D5A}"/>
          </ac:spMkLst>
        </pc:spChg>
        <pc:picChg chg="del">
          <ac:chgData name="Jizheng Wan" userId="02e35b87-44bd-4455-aecc-56042df92991" providerId="ADAL" clId="{D20087C9-2679-40FE-BC07-EADFD1DFEDFF}" dt="2022-11-20T17:51:38.234" v="6" actId="478"/>
          <ac:picMkLst>
            <pc:docMk/>
            <pc:sldMk cId="364580180" sldId="319"/>
            <ac:picMk id="6" creationId="{BA37ED5E-2700-5782-30FB-72BD34E06655}"/>
          </ac:picMkLst>
        </pc:picChg>
      </pc:sldChg>
      <pc:sldChg chg="del">
        <pc:chgData name="Jizheng Wan" userId="02e35b87-44bd-4455-aecc-56042df92991" providerId="ADAL" clId="{D20087C9-2679-40FE-BC07-EADFD1DFEDFF}" dt="2022-11-21T13:59:23.189" v="38" actId="2696"/>
        <pc:sldMkLst>
          <pc:docMk/>
          <pc:sldMk cId="3029223574" sldId="332"/>
        </pc:sldMkLst>
      </pc:sldChg>
      <pc:sldChg chg="modSp">
        <pc:chgData name="Jizheng Wan" userId="02e35b87-44bd-4455-aecc-56042df92991" providerId="ADAL" clId="{D20087C9-2679-40FE-BC07-EADFD1DFEDFF}" dt="2022-11-21T11:53:08.300" v="37" actId="20577"/>
        <pc:sldMkLst>
          <pc:docMk/>
          <pc:sldMk cId="387329424" sldId="334"/>
        </pc:sldMkLst>
        <pc:spChg chg="mod">
          <ac:chgData name="Jizheng Wan" userId="02e35b87-44bd-4455-aecc-56042df92991" providerId="ADAL" clId="{D20087C9-2679-40FE-BC07-EADFD1DFEDFF}" dt="2022-11-21T11:53:08.300" v="37" actId="20577"/>
          <ac:spMkLst>
            <pc:docMk/>
            <pc:sldMk cId="387329424" sldId="334"/>
            <ac:spMk id="3" creationId="{02EFBEB8-C838-00C5-3BB3-C1C8725ED8E3}"/>
          </ac:spMkLst>
        </pc:spChg>
      </pc:sldChg>
    </pc:docChg>
  </pc:docChgLst>
  <pc:docChgLst>
    <pc:chgData name="Jizheng Wan" userId="02e35b87-44bd-4455-aecc-56042df92991" providerId="ADAL" clId="{F3959B82-9950-43F8-975E-1FE564E7CA72}"/>
    <pc:docChg chg="custSel modSld">
      <pc:chgData name="Jizheng Wan" userId="02e35b87-44bd-4455-aecc-56042df92991" providerId="ADAL" clId="{F3959B82-9950-43F8-975E-1FE564E7CA72}" dt="2022-11-01T23:40:30.402" v="8" actId="478"/>
      <pc:docMkLst>
        <pc:docMk/>
      </pc:docMkLst>
      <pc:sldChg chg="modSp mod">
        <pc:chgData name="Jizheng Wan" userId="02e35b87-44bd-4455-aecc-56042df92991" providerId="ADAL" clId="{F3959B82-9950-43F8-975E-1FE564E7CA72}" dt="2022-11-01T23:39:56.116" v="2" actId="20577"/>
        <pc:sldMkLst>
          <pc:docMk/>
          <pc:sldMk cId="978461468" sldId="267"/>
        </pc:sldMkLst>
        <pc:spChg chg="mod">
          <ac:chgData name="Jizheng Wan" userId="02e35b87-44bd-4455-aecc-56042df92991" providerId="ADAL" clId="{F3959B82-9950-43F8-975E-1FE564E7CA72}" dt="2022-11-01T23:39:56.116" v="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" userId="02e35b87-44bd-4455-aecc-56042df92991" providerId="ADAL" clId="{F3959B82-9950-43F8-975E-1FE564E7CA72}" dt="2022-11-01T23:39:50.704" v="0" actId="6549"/>
        <pc:sldMkLst>
          <pc:docMk/>
          <pc:sldMk cId="364580180" sldId="319"/>
        </pc:sldMkLst>
        <pc:spChg chg="mod">
          <ac:chgData name="Jizheng Wan" userId="02e35b87-44bd-4455-aecc-56042df92991" providerId="ADAL" clId="{F3959B82-9950-43F8-975E-1FE564E7CA72}" dt="2022-11-01T23:39:50.704" v="0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delSp mod">
        <pc:chgData name="Jizheng Wan" userId="02e35b87-44bd-4455-aecc-56042df92991" providerId="ADAL" clId="{F3959B82-9950-43F8-975E-1FE564E7CA72}" dt="2022-11-01T23:40:18.809" v="4" actId="478"/>
        <pc:sldMkLst>
          <pc:docMk/>
          <pc:sldMk cId="2774230203" sldId="321"/>
        </pc:sldMkLst>
        <pc:inkChg chg="del">
          <ac:chgData name="Jizheng Wan" userId="02e35b87-44bd-4455-aecc-56042df92991" providerId="ADAL" clId="{F3959B82-9950-43F8-975E-1FE564E7CA72}" dt="2022-11-01T23:40:18.809" v="4" actId="478"/>
          <ac:inkMkLst>
            <pc:docMk/>
            <pc:sldMk cId="2774230203" sldId="321"/>
            <ac:inkMk id="5" creationId="{5D9C3CFE-A64B-0451-616F-2F826039F123}"/>
          </ac:inkMkLst>
        </pc:inkChg>
      </pc:sldChg>
      <pc:sldChg chg="delSp mod">
        <pc:chgData name="Jizheng Wan" userId="02e35b87-44bd-4455-aecc-56042df92991" providerId="ADAL" clId="{F3959B82-9950-43F8-975E-1FE564E7CA72}" dt="2022-11-01T23:40:15.260" v="3" actId="478"/>
        <pc:sldMkLst>
          <pc:docMk/>
          <pc:sldMk cId="585716244" sldId="322"/>
        </pc:sldMkLst>
        <pc:inkChg chg="del">
          <ac:chgData name="Jizheng Wan" userId="02e35b87-44bd-4455-aecc-56042df92991" providerId="ADAL" clId="{F3959B82-9950-43F8-975E-1FE564E7CA72}" dt="2022-11-01T23:40:15.260" v="3" actId="478"/>
          <ac:inkMkLst>
            <pc:docMk/>
            <pc:sldMk cId="585716244" sldId="322"/>
            <ac:inkMk id="6" creationId="{596C9936-815E-BFDB-A85E-619DE24130D2}"/>
          </ac:inkMkLst>
        </pc:inkChg>
      </pc:sldChg>
      <pc:sldChg chg="delSp mod">
        <pc:chgData name="Jizheng Wan" userId="02e35b87-44bd-4455-aecc-56042df92991" providerId="ADAL" clId="{F3959B82-9950-43F8-975E-1FE564E7CA72}" dt="2022-11-01T23:40:22.362" v="5" actId="478"/>
        <pc:sldMkLst>
          <pc:docMk/>
          <pc:sldMk cId="3543225394" sldId="324"/>
        </pc:sldMkLst>
        <pc:inkChg chg="del">
          <ac:chgData name="Jizheng Wan" userId="02e35b87-44bd-4455-aecc-56042df92991" providerId="ADAL" clId="{F3959B82-9950-43F8-975E-1FE564E7CA72}" dt="2022-11-01T23:40:22.362" v="5" actId="478"/>
          <ac:inkMkLst>
            <pc:docMk/>
            <pc:sldMk cId="3543225394" sldId="324"/>
            <ac:inkMk id="5" creationId="{5A8E88AA-CB29-2C3C-6F3B-15D43E62176F}"/>
          </ac:inkMkLst>
        </pc:inkChg>
      </pc:sldChg>
      <pc:sldChg chg="delSp mod">
        <pc:chgData name="Jizheng Wan" userId="02e35b87-44bd-4455-aecc-56042df92991" providerId="ADAL" clId="{F3959B82-9950-43F8-975E-1FE564E7CA72}" dt="2022-11-01T23:40:25.613" v="6" actId="478"/>
        <pc:sldMkLst>
          <pc:docMk/>
          <pc:sldMk cId="2843695421" sldId="328"/>
        </pc:sldMkLst>
        <pc:inkChg chg="del">
          <ac:chgData name="Jizheng Wan" userId="02e35b87-44bd-4455-aecc-56042df92991" providerId="ADAL" clId="{F3959B82-9950-43F8-975E-1FE564E7CA72}" dt="2022-11-01T23:40:25.613" v="6" actId="478"/>
          <ac:inkMkLst>
            <pc:docMk/>
            <pc:sldMk cId="2843695421" sldId="328"/>
            <ac:inkMk id="9" creationId="{DA27154C-09E8-3501-3D3C-E57C7A37A617}"/>
          </ac:inkMkLst>
        </pc:inkChg>
      </pc:sldChg>
      <pc:sldChg chg="delSp mod">
        <pc:chgData name="Jizheng Wan" userId="02e35b87-44bd-4455-aecc-56042df92991" providerId="ADAL" clId="{F3959B82-9950-43F8-975E-1FE564E7CA72}" dt="2022-11-01T23:40:27.787" v="7" actId="478"/>
        <pc:sldMkLst>
          <pc:docMk/>
          <pc:sldMk cId="4236375752" sldId="329"/>
        </pc:sldMkLst>
        <pc:inkChg chg="del">
          <ac:chgData name="Jizheng Wan" userId="02e35b87-44bd-4455-aecc-56042df92991" providerId="ADAL" clId="{F3959B82-9950-43F8-975E-1FE564E7CA72}" dt="2022-11-01T23:40:27.787" v="7" actId="478"/>
          <ac:inkMkLst>
            <pc:docMk/>
            <pc:sldMk cId="4236375752" sldId="329"/>
            <ac:inkMk id="9" creationId="{A2E74113-A377-8A1F-AABE-67769885F0F4}"/>
          </ac:inkMkLst>
        </pc:inkChg>
      </pc:sldChg>
      <pc:sldChg chg="delSp mod">
        <pc:chgData name="Jizheng Wan" userId="02e35b87-44bd-4455-aecc-56042df92991" providerId="ADAL" clId="{F3959B82-9950-43F8-975E-1FE564E7CA72}" dt="2022-11-01T23:40:30.402" v="8" actId="478"/>
        <pc:sldMkLst>
          <pc:docMk/>
          <pc:sldMk cId="1399123181" sldId="330"/>
        </pc:sldMkLst>
        <pc:inkChg chg="del">
          <ac:chgData name="Jizheng Wan" userId="02e35b87-44bd-4455-aecc-56042df92991" providerId="ADAL" clId="{F3959B82-9950-43F8-975E-1FE564E7CA72}" dt="2022-11-01T23:40:30.402" v="8" actId="478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  <pc:docChgLst>
    <pc:chgData name="Jizheng Wan" userId="02e35b87-44bd-4455-aecc-56042df92991" providerId="ADAL" clId="{F7ECB4BB-DCCF-471A-B570-79B79BF10A33}"/>
    <pc:docChg chg="undo custSel addSld delSld modSld sldOrd">
      <pc:chgData name="Jizheng Wan" userId="02e35b87-44bd-4455-aecc-56042df92991" providerId="ADAL" clId="{F7ECB4BB-DCCF-471A-B570-79B79BF10A33}" dt="2022-11-22T05:21:54.014" v="3705" actId="403"/>
      <pc:docMkLst>
        <pc:docMk/>
      </pc:docMkLst>
      <pc:sldChg chg="modSp mod">
        <pc:chgData name="Jizheng Wan" userId="02e35b87-44bd-4455-aecc-56042df92991" providerId="ADAL" clId="{F7ECB4BB-DCCF-471A-B570-79B79BF10A33}" dt="2022-11-21T03:27:18.638" v="2396" actId="2711"/>
        <pc:sldMkLst>
          <pc:docMk/>
          <pc:sldMk cId="978461468" sldId="267"/>
        </pc:sldMkLst>
        <pc:spChg chg="mod">
          <ac:chgData name="Jizheng Wan" userId="02e35b87-44bd-4455-aecc-56042df92991" providerId="ADAL" clId="{F7ECB4BB-DCCF-471A-B570-79B79BF10A33}" dt="2022-11-21T03:27:18.638" v="2396" actId="2711"/>
          <ac:spMkLst>
            <pc:docMk/>
            <pc:sldMk cId="978461468" sldId="267"/>
            <ac:spMk id="3" creationId="{1905B739-ADE8-406B-B5BB-21B7DCB250D3}"/>
          </ac:spMkLst>
        </pc:spChg>
      </pc:sldChg>
      <pc:sldChg chg="add del">
        <pc:chgData name="Jizheng Wan" userId="02e35b87-44bd-4455-aecc-56042df92991" providerId="ADAL" clId="{F7ECB4BB-DCCF-471A-B570-79B79BF10A33}" dt="2022-11-21T04:21:37.008" v="2694" actId="47"/>
        <pc:sldMkLst>
          <pc:docMk/>
          <pc:sldMk cId="4127697669" sldId="283"/>
        </pc:sldMkLst>
      </pc:sldChg>
      <pc:sldChg chg="modSp mod">
        <pc:chgData name="Jizheng Wan" userId="02e35b87-44bd-4455-aecc-56042df92991" providerId="ADAL" clId="{F7ECB4BB-DCCF-471A-B570-79B79BF10A33}" dt="2022-11-22T05:21:54.014" v="3705" actId="403"/>
        <pc:sldMkLst>
          <pc:docMk/>
          <pc:sldMk cId="364580180" sldId="319"/>
        </pc:sldMkLst>
        <pc:spChg chg="mod">
          <ac:chgData name="Jizheng Wan" userId="02e35b87-44bd-4455-aecc-56042df92991" providerId="ADAL" clId="{F7ECB4BB-DCCF-471A-B570-79B79BF10A33}" dt="2022-11-22T05:21:54.014" v="3705" actId="403"/>
          <ac:spMkLst>
            <pc:docMk/>
            <pc:sldMk cId="364580180" sldId="319"/>
            <ac:spMk id="4" creationId="{969C17DE-685A-6C89-0FE4-92759F840CD1}"/>
          </ac:spMkLst>
        </pc:spChg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1995752480" sldId="320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2774230203" sldId="321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585716244" sldId="322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724970255" sldId="323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543225394" sldId="324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990925061" sldId="325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2525370200" sldId="326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722161878" sldId="327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2843695421" sldId="328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4236375752" sldId="329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1399123181" sldId="330"/>
        </pc:sldMkLst>
      </pc:sldChg>
      <pc:sldChg chg="addSp delSp modSp new mod modAnim">
        <pc:chgData name="Jizheng Wan" userId="02e35b87-44bd-4455-aecc-56042df92991" providerId="ADAL" clId="{F7ECB4BB-DCCF-471A-B570-79B79BF10A33}" dt="2022-11-21T04:25:14.486" v="2732"/>
        <pc:sldMkLst>
          <pc:docMk/>
          <pc:sldMk cId="2608406814" sldId="331"/>
        </pc:sldMkLst>
        <pc:spChg chg="mod">
          <ac:chgData name="Jizheng Wan" userId="02e35b87-44bd-4455-aecc-56042df92991" providerId="ADAL" clId="{F7ECB4BB-DCCF-471A-B570-79B79BF10A33}" dt="2022-11-21T00:56:30.168" v="881" actId="20577"/>
          <ac:spMkLst>
            <pc:docMk/>
            <pc:sldMk cId="2608406814" sldId="331"/>
            <ac:spMk id="2" creationId="{9537CFEF-1545-4E2D-AE3C-E0AC2333217C}"/>
          </ac:spMkLst>
        </pc:spChg>
        <pc:spChg chg="del">
          <ac:chgData name="Jizheng Wan" userId="02e35b87-44bd-4455-aecc-56042df92991" providerId="ADAL" clId="{F7ECB4BB-DCCF-471A-B570-79B79BF10A33}" dt="2022-11-20T22:22:32.764" v="25"/>
          <ac:spMkLst>
            <pc:docMk/>
            <pc:sldMk cId="2608406814" sldId="331"/>
            <ac:spMk id="3" creationId="{4A26C586-56FF-D16D-A03A-0A461C0B3DBE}"/>
          </ac:spMkLst>
        </pc:spChg>
        <pc:spChg chg="add mod">
          <ac:chgData name="Jizheng Wan" userId="02e35b87-44bd-4455-aecc-56042df92991" providerId="ADAL" clId="{F7ECB4BB-DCCF-471A-B570-79B79BF10A33}" dt="2022-11-21T00:26:38.362" v="548" actId="20577"/>
          <ac:spMkLst>
            <pc:docMk/>
            <pc:sldMk cId="2608406814" sldId="331"/>
            <ac:spMk id="7" creationId="{99407A9E-E5D4-6AB0-EA44-93F5B05E06ED}"/>
          </ac:spMkLst>
        </pc:spChg>
        <pc:picChg chg="add del mod">
          <ac:chgData name="Jizheng Wan" userId="02e35b87-44bd-4455-aecc-56042df92991" providerId="ADAL" clId="{F7ECB4BB-DCCF-471A-B570-79B79BF10A33}" dt="2022-11-21T00:21:37.774" v="307" actId="478"/>
          <ac:picMkLst>
            <pc:docMk/>
            <pc:sldMk cId="2608406814" sldId="331"/>
            <ac:picMk id="5" creationId="{2FDDCA09-1BCD-2CD7-3AB2-8B704BB45DD2}"/>
          </ac:picMkLst>
        </pc:picChg>
      </pc:sldChg>
      <pc:sldChg chg="addSp delSp modSp new mod addAnim delAnim modAnim modShow">
        <pc:chgData name="Jizheng Wan" userId="02e35b87-44bd-4455-aecc-56042df92991" providerId="ADAL" clId="{F7ECB4BB-DCCF-471A-B570-79B79BF10A33}" dt="2022-11-21T04:38:18.747" v="2842" actId="729"/>
        <pc:sldMkLst>
          <pc:docMk/>
          <pc:sldMk cId="3029223574" sldId="332"/>
        </pc:sldMkLst>
        <pc:spChg chg="mod">
          <ac:chgData name="Jizheng Wan" userId="02e35b87-44bd-4455-aecc-56042df92991" providerId="ADAL" clId="{F7ECB4BB-DCCF-471A-B570-79B79BF10A33}" dt="2022-11-21T02:07:21.058" v="1069" actId="20577"/>
          <ac:spMkLst>
            <pc:docMk/>
            <pc:sldMk cId="3029223574" sldId="332"/>
            <ac:spMk id="2" creationId="{7E2AE21A-E74B-DF47-0178-E48D112EB591}"/>
          </ac:spMkLst>
        </pc:spChg>
        <pc:spChg chg="mod">
          <ac:chgData name="Jizheng Wan" userId="02e35b87-44bd-4455-aecc-56042df92991" providerId="ADAL" clId="{F7ECB4BB-DCCF-471A-B570-79B79BF10A33}" dt="2022-11-21T04:37:07.130" v="2837" actId="21"/>
          <ac:spMkLst>
            <pc:docMk/>
            <pc:sldMk cId="3029223574" sldId="332"/>
            <ac:spMk id="3" creationId="{AC81A381-9992-8849-D7EC-3990E95137C0}"/>
          </ac:spMkLst>
        </pc:spChg>
        <pc:spChg chg="add del">
          <ac:chgData name="Jizheng Wan" userId="02e35b87-44bd-4455-aecc-56042df92991" providerId="ADAL" clId="{F7ECB4BB-DCCF-471A-B570-79B79BF10A33}" dt="2022-11-21T02:11:30.981" v="1111"/>
          <ac:spMkLst>
            <pc:docMk/>
            <pc:sldMk cId="3029223574" sldId="332"/>
            <ac:spMk id="4" creationId="{8C88DD77-7539-8CC3-4BC9-54DE901089A9}"/>
          </ac:spMkLst>
        </pc:spChg>
        <pc:spChg chg="add del mod">
          <ac:chgData name="Jizheng Wan" userId="02e35b87-44bd-4455-aecc-56042df92991" providerId="ADAL" clId="{F7ECB4BB-DCCF-471A-B570-79B79BF10A33}" dt="2022-11-21T03:30:43.687" v="2419" actId="21"/>
          <ac:spMkLst>
            <pc:docMk/>
            <pc:sldMk cId="3029223574" sldId="332"/>
            <ac:spMk id="6" creationId="{47474551-A7AA-D098-0522-1A196B760E8C}"/>
          </ac:spMkLst>
        </pc:spChg>
        <pc:spChg chg="add del mod">
          <ac:chgData name="Jizheng Wan" userId="02e35b87-44bd-4455-aecc-56042df92991" providerId="ADAL" clId="{F7ECB4BB-DCCF-471A-B570-79B79BF10A33}" dt="2022-11-21T03:31:01.231" v="2422" actId="478"/>
          <ac:spMkLst>
            <pc:docMk/>
            <pc:sldMk cId="3029223574" sldId="332"/>
            <ac:spMk id="7" creationId="{28237033-BD33-07F5-170C-A6AB44E91030}"/>
          </ac:spMkLst>
        </pc:spChg>
        <pc:spChg chg="add del mod">
          <ac:chgData name="Jizheng Wan" userId="02e35b87-44bd-4455-aecc-56042df92991" providerId="ADAL" clId="{F7ECB4BB-DCCF-471A-B570-79B79BF10A33}" dt="2022-11-21T04:37:08.420" v="2839"/>
          <ac:spMkLst>
            <pc:docMk/>
            <pc:sldMk cId="3029223574" sldId="332"/>
            <ac:spMk id="9" creationId="{C891B9C0-50E8-6E36-DEC9-0A01709447FA}"/>
          </ac:spMkLst>
        </pc:spChg>
        <pc:spChg chg="add del mod">
          <ac:chgData name="Jizheng Wan" userId="02e35b87-44bd-4455-aecc-56042df92991" providerId="ADAL" clId="{F7ECB4BB-DCCF-471A-B570-79B79BF10A33}" dt="2022-11-21T04:37:08.420" v="2839"/>
          <ac:spMkLst>
            <pc:docMk/>
            <pc:sldMk cId="3029223574" sldId="332"/>
            <ac:spMk id="10" creationId="{48915660-C717-597F-40F7-5F4FE9C80421}"/>
          </ac:spMkLst>
        </pc:spChg>
        <pc:picChg chg="add del mod">
          <ac:chgData name="Jizheng Wan" userId="02e35b87-44bd-4455-aecc-56042df92991" providerId="ADAL" clId="{F7ECB4BB-DCCF-471A-B570-79B79BF10A33}" dt="2022-11-21T04:37:08.420" v="2839"/>
          <ac:picMkLst>
            <pc:docMk/>
            <pc:sldMk cId="3029223574" sldId="332"/>
            <ac:picMk id="8" creationId="{76BAEC8B-6F4C-33BA-EC44-BCA5EE7A4330}"/>
          </ac:picMkLst>
        </pc:picChg>
      </pc:sldChg>
      <pc:sldChg chg="addSp modSp add mod modAnim">
        <pc:chgData name="Jizheng Wan" userId="02e35b87-44bd-4455-aecc-56042df92991" providerId="ADAL" clId="{F7ECB4BB-DCCF-471A-B570-79B79BF10A33}" dt="2022-11-22T05:17:25.939" v="3676" actId="14100"/>
        <pc:sldMkLst>
          <pc:docMk/>
          <pc:sldMk cId="3310372265" sldId="333"/>
        </pc:sldMkLst>
        <pc:spChg chg="mod">
          <ac:chgData name="Jizheng Wan" userId="02e35b87-44bd-4455-aecc-56042df92991" providerId="ADAL" clId="{F7ECB4BB-DCCF-471A-B570-79B79BF10A33}" dt="2022-11-21T00:56:38.523" v="884" actId="20577"/>
          <ac:spMkLst>
            <pc:docMk/>
            <pc:sldMk cId="3310372265" sldId="333"/>
            <ac:spMk id="2" creationId="{9537CFEF-1545-4E2D-AE3C-E0AC2333217C}"/>
          </ac:spMkLst>
        </pc:spChg>
        <pc:spChg chg="add mod">
          <ac:chgData name="Jizheng Wan" userId="02e35b87-44bd-4455-aecc-56042df92991" providerId="ADAL" clId="{F7ECB4BB-DCCF-471A-B570-79B79BF10A33}" dt="2022-11-21T00:34:26.297" v="877" actId="20577"/>
          <ac:spMkLst>
            <pc:docMk/>
            <pc:sldMk cId="3310372265" sldId="333"/>
            <ac:spMk id="3" creationId="{EDCCC20B-EB4C-61E4-7C04-1DCDFDA5404A}"/>
          </ac:spMkLst>
        </pc:spChg>
        <pc:picChg chg="mod">
          <ac:chgData name="Jizheng Wan" userId="02e35b87-44bd-4455-aecc-56042df92991" providerId="ADAL" clId="{F7ECB4BB-DCCF-471A-B570-79B79BF10A33}" dt="2022-11-22T05:17:25.939" v="3676" actId="14100"/>
          <ac:picMkLst>
            <pc:docMk/>
            <pc:sldMk cId="3310372265" sldId="333"/>
            <ac:picMk id="5" creationId="{2FDDCA09-1BCD-2CD7-3AB2-8B704BB45DD2}"/>
          </ac:picMkLst>
        </pc:picChg>
      </pc:sldChg>
      <pc:sldChg chg="modSp new mod modAnim">
        <pc:chgData name="Jizheng Wan" userId="02e35b87-44bd-4455-aecc-56042df92991" providerId="ADAL" clId="{F7ECB4BB-DCCF-471A-B570-79B79BF10A33}" dt="2022-11-21T04:27:02.260" v="2779"/>
        <pc:sldMkLst>
          <pc:docMk/>
          <pc:sldMk cId="387329424" sldId="334"/>
        </pc:sldMkLst>
        <pc:spChg chg="mod">
          <ac:chgData name="Jizheng Wan" userId="02e35b87-44bd-4455-aecc-56042df92991" providerId="ADAL" clId="{F7ECB4BB-DCCF-471A-B570-79B79BF10A33}" dt="2022-11-21T00:56:43.250" v="885"/>
          <ac:spMkLst>
            <pc:docMk/>
            <pc:sldMk cId="387329424" sldId="334"/>
            <ac:spMk id="2" creationId="{668C20EA-978E-B2BC-D6B6-DF478DFFA9C0}"/>
          </ac:spMkLst>
        </pc:spChg>
        <pc:spChg chg="mod">
          <ac:chgData name="Jizheng Wan" userId="02e35b87-44bd-4455-aecc-56042df92991" providerId="ADAL" clId="{F7ECB4BB-DCCF-471A-B570-79B79BF10A33}" dt="2022-11-21T04:26:08.720" v="2775" actId="14100"/>
          <ac:spMkLst>
            <pc:docMk/>
            <pc:sldMk cId="387329424" sldId="334"/>
            <ac:spMk id="3" creationId="{02EFBEB8-C838-00C5-3BB3-C1C8725ED8E3}"/>
          </ac:spMkLst>
        </pc:spChg>
      </pc:sldChg>
      <pc:sldChg chg="addSp delSp modSp new mod addAnim delAnim modAnim">
        <pc:chgData name="Jizheng Wan" userId="02e35b87-44bd-4455-aecc-56042df92991" providerId="ADAL" clId="{F7ECB4BB-DCCF-471A-B570-79B79BF10A33}" dt="2022-11-21T04:42:14.724" v="2845"/>
        <pc:sldMkLst>
          <pc:docMk/>
          <pc:sldMk cId="2238676309" sldId="335"/>
        </pc:sldMkLst>
        <pc:spChg chg="mod">
          <ac:chgData name="Jizheng Wan" userId="02e35b87-44bd-4455-aecc-56042df92991" providerId="ADAL" clId="{F7ECB4BB-DCCF-471A-B570-79B79BF10A33}" dt="2022-11-21T01:04:12.788" v="920"/>
          <ac:spMkLst>
            <pc:docMk/>
            <pc:sldMk cId="2238676309" sldId="335"/>
            <ac:spMk id="2" creationId="{18707FB7-5073-F5FA-3DD0-6A483C4DFD96}"/>
          </ac:spMkLst>
        </pc:spChg>
        <pc:spChg chg="mod">
          <ac:chgData name="Jizheng Wan" userId="02e35b87-44bd-4455-aecc-56042df92991" providerId="ADAL" clId="{F7ECB4BB-DCCF-471A-B570-79B79BF10A33}" dt="2022-11-21T04:35:40.594" v="2793" actId="6549"/>
          <ac:spMkLst>
            <pc:docMk/>
            <pc:sldMk cId="2238676309" sldId="335"/>
            <ac:spMk id="3" creationId="{A1C1BC86-4C76-E441-67BD-128CAC2EBACB}"/>
          </ac:spMkLst>
        </pc:spChg>
        <pc:spChg chg="add del mod">
          <ac:chgData name="Jizheng Wan" userId="02e35b87-44bd-4455-aecc-56042df92991" providerId="ADAL" clId="{F7ECB4BB-DCCF-471A-B570-79B79BF10A33}" dt="2022-11-21T04:37:08.888" v="2840" actId="21"/>
          <ac:spMkLst>
            <pc:docMk/>
            <pc:sldMk cId="2238676309" sldId="335"/>
            <ac:spMk id="6" creationId="{4784A7B5-5BB4-158A-7604-81A0FBB79A93}"/>
          </ac:spMkLst>
        </pc:spChg>
        <pc:spChg chg="add del mod">
          <ac:chgData name="Jizheng Wan" userId="02e35b87-44bd-4455-aecc-56042df92991" providerId="ADAL" clId="{F7ECB4BB-DCCF-471A-B570-79B79BF10A33}" dt="2022-11-21T04:37:08.888" v="2840" actId="21"/>
          <ac:spMkLst>
            <pc:docMk/>
            <pc:sldMk cId="2238676309" sldId="335"/>
            <ac:spMk id="7" creationId="{88E50FA1-1D5C-4A99-B590-479FFD042728}"/>
          </ac:spMkLst>
        </pc:spChg>
        <pc:picChg chg="add del mod">
          <ac:chgData name="Jizheng Wan" userId="02e35b87-44bd-4455-aecc-56042df92991" providerId="ADAL" clId="{F7ECB4BB-DCCF-471A-B570-79B79BF10A33}" dt="2022-11-21T04:37:08.888" v="2840" actId="21"/>
          <ac:picMkLst>
            <pc:docMk/>
            <pc:sldMk cId="2238676309" sldId="335"/>
            <ac:picMk id="5" creationId="{97EA7C3E-97E5-2ABE-8188-0A87E1F3FE7F}"/>
          </ac:picMkLst>
        </pc:picChg>
      </pc:sldChg>
      <pc:sldChg chg="modSp add mod modAnim modNotesTx">
        <pc:chgData name="Jizheng Wan" userId="02e35b87-44bd-4455-aecc-56042df92991" providerId="ADAL" clId="{F7ECB4BB-DCCF-471A-B570-79B79BF10A33}" dt="2022-11-21T03:06:51.867" v="1642"/>
        <pc:sldMkLst>
          <pc:docMk/>
          <pc:sldMk cId="1129973236" sldId="336"/>
        </pc:sldMkLst>
        <pc:spChg chg="mod">
          <ac:chgData name="Jizheng Wan" userId="02e35b87-44bd-4455-aecc-56042df92991" providerId="ADAL" clId="{F7ECB4BB-DCCF-471A-B570-79B79BF10A33}" dt="2022-11-21T02:59:16.623" v="1602" actId="20577"/>
          <ac:spMkLst>
            <pc:docMk/>
            <pc:sldMk cId="1129973236" sldId="336"/>
            <ac:spMk id="3" creationId="{AC81A381-9992-8849-D7EC-3990E95137C0}"/>
          </ac:spMkLst>
        </pc:spChg>
      </pc:sldChg>
      <pc:sldChg chg="modSp new add del mod">
        <pc:chgData name="Jizheng Wan" userId="02e35b87-44bd-4455-aecc-56042df92991" providerId="ADAL" clId="{F7ECB4BB-DCCF-471A-B570-79B79BF10A33}" dt="2022-11-21T04:24:29.012" v="2729" actId="207"/>
        <pc:sldMkLst>
          <pc:docMk/>
          <pc:sldMk cId="1402614900" sldId="337"/>
        </pc:sldMkLst>
        <pc:spChg chg="mod">
          <ac:chgData name="Jizheng Wan" userId="02e35b87-44bd-4455-aecc-56042df92991" providerId="ADAL" clId="{F7ECB4BB-DCCF-471A-B570-79B79BF10A33}" dt="2022-11-21T04:24:29.012" v="2729" actId="207"/>
          <ac:spMkLst>
            <pc:docMk/>
            <pc:sldMk cId="1402614900" sldId="337"/>
            <ac:spMk id="2" creationId="{670F4C46-B840-1588-C44E-C25792B75BD2}"/>
          </ac:spMkLst>
        </pc:spChg>
        <pc:spChg chg="mod">
          <ac:chgData name="Jizheng Wan" userId="02e35b87-44bd-4455-aecc-56042df92991" providerId="ADAL" clId="{F7ECB4BB-DCCF-471A-B570-79B79BF10A33}" dt="2022-11-21T04:06:05.481" v="2684" actId="108"/>
          <ac:spMkLst>
            <pc:docMk/>
            <pc:sldMk cId="1402614900" sldId="337"/>
            <ac:spMk id="3" creationId="{B20C7F66-59DE-36AE-BE80-EB4714C7CEFF}"/>
          </ac:spMkLst>
        </pc:spChg>
      </pc:sldChg>
      <pc:sldChg chg="addSp delSp modSp add mod">
        <pc:chgData name="Jizheng Wan" userId="02e35b87-44bd-4455-aecc-56042df92991" providerId="ADAL" clId="{F7ECB4BB-DCCF-471A-B570-79B79BF10A33}" dt="2022-11-21T04:41:06.188" v="2844" actId="6549"/>
        <pc:sldMkLst>
          <pc:docMk/>
          <pc:sldMk cId="262882011" sldId="338"/>
        </pc:sldMkLst>
        <pc:spChg chg="mod">
          <ac:chgData name="Jizheng Wan" userId="02e35b87-44bd-4455-aecc-56042df92991" providerId="ADAL" clId="{F7ECB4BB-DCCF-471A-B570-79B79BF10A33}" dt="2022-11-21T04:41:06.188" v="2844" actId="6549"/>
          <ac:spMkLst>
            <pc:docMk/>
            <pc:sldMk cId="262882011" sldId="338"/>
            <ac:spMk id="3" creationId="{AC81A381-9992-8849-D7EC-3990E95137C0}"/>
          </ac:spMkLst>
        </pc:spChg>
        <pc:spChg chg="add del mod">
          <ac:chgData name="Jizheng Wan" userId="02e35b87-44bd-4455-aecc-56042df92991" providerId="ADAL" clId="{F7ECB4BB-DCCF-471A-B570-79B79BF10A33}" dt="2022-11-21T03:17:47.217" v="2193" actId="478"/>
          <ac:spMkLst>
            <pc:docMk/>
            <pc:sldMk cId="262882011" sldId="338"/>
            <ac:spMk id="4" creationId="{F464A7F0-B06E-1B47-4B10-EA2666360FD4}"/>
          </ac:spMkLst>
        </pc:spChg>
        <pc:spChg chg="add mod">
          <ac:chgData name="Jizheng Wan" userId="02e35b87-44bd-4455-aecc-56042df92991" providerId="ADAL" clId="{F7ECB4BB-DCCF-471A-B570-79B79BF10A33}" dt="2022-11-21T03:18:00.225" v="2199" actId="1076"/>
          <ac:spMkLst>
            <pc:docMk/>
            <pc:sldMk cId="262882011" sldId="338"/>
            <ac:spMk id="5" creationId="{82CE0C5B-A9AA-F06F-E7E9-AD3B2C727CD1}"/>
          </ac:spMkLst>
        </pc:spChg>
      </pc:sldChg>
      <pc:sldChg chg="addSp delSp modSp add mod modAnim">
        <pc:chgData name="Jizheng Wan" userId="02e35b87-44bd-4455-aecc-56042df92991" providerId="ADAL" clId="{F7ECB4BB-DCCF-471A-B570-79B79BF10A33}" dt="2022-11-21T03:52:20.380" v="2655" actId="2711"/>
        <pc:sldMkLst>
          <pc:docMk/>
          <pc:sldMk cId="1976334569" sldId="339"/>
        </pc:sldMkLst>
        <pc:spChg chg="mod">
          <ac:chgData name="Jizheng Wan" userId="02e35b87-44bd-4455-aecc-56042df92991" providerId="ADAL" clId="{F7ECB4BB-DCCF-471A-B570-79B79BF10A33}" dt="2022-11-21T03:52:20.380" v="2655" actId="2711"/>
          <ac:spMkLst>
            <pc:docMk/>
            <pc:sldMk cId="1976334569" sldId="339"/>
            <ac:spMk id="3" creationId="{AC81A381-9992-8849-D7EC-3990E95137C0}"/>
          </ac:spMkLst>
        </pc:spChg>
        <pc:spChg chg="del">
          <ac:chgData name="Jizheng Wan" userId="02e35b87-44bd-4455-aecc-56042df92991" providerId="ADAL" clId="{F7ECB4BB-DCCF-471A-B570-79B79BF10A33}" dt="2022-11-21T03:10:57.552" v="1643" actId="478"/>
          <ac:spMkLst>
            <pc:docMk/>
            <pc:sldMk cId="1976334569" sldId="339"/>
            <ac:spMk id="4" creationId="{F464A7F0-B06E-1B47-4B10-EA2666360FD4}"/>
          </ac:spMkLst>
        </pc:spChg>
        <pc:spChg chg="add mod">
          <ac:chgData name="Jizheng Wan" userId="02e35b87-44bd-4455-aecc-56042df92991" providerId="ADAL" clId="{F7ECB4BB-DCCF-471A-B570-79B79BF10A33}" dt="2022-11-21T03:31:15.798" v="2426" actId="1076"/>
          <ac:spMkLst>
            <pc:docMk/>
            <pc:sldMk cId="1976334569" sldId="339"/>
            <ac:spMk id="5" creationId="{D6D49579-9745-C262-1040-C17572554226}"/>
          </ac:spMkLst>
        </pc:spChg>
      </pc:sldChg>
      <pc:sldChg chg="addSp delSp modSp new mod">
        <pc:chgData name="Jizheng Wan" userId="02e35b87-44bd-4455-aecc-56042df92991" providerId="ADAL" clId="{F7ECB4BB-DCCF-471A-B570-79B79BF10A33}" dt="2022-11-21T04:21:15.904" v="2690"/>
        <pc:sldMkLst>
          <pc:docMk/>
          <pc:sldMk cId="1822341932" sldId="340"/>
        </pc:sldMkLst>
        <pc:spChg chg="mod">
          <ac:chgData name="Jizheng Wan" userId="02e35b87-44bd-4455-aecc-56042df92991" providerId="ADAL" clId="{F7ECB4BB-DCCF-471A-B570-79B79BF10A33}" dt="2022-11-21T03:27:38.106" v="2398"/>
          <ac:spMkLst>
            <pc:docMk/>
            <pc:sldMk cId="1822341932" sldId="340"/>
            <ac:spMk id="2" creationId="{9DBC0DE7-A1A6-EF3F-9A64-B8D1EC3E09EC}"/>
          </ac:spMkLst>
        </pc:spChg>
        <pc:spChg chg="mod">
          <ac:chgData name="Jizheng Wan" userId="02e35b87-44bd-4455-aecc-56042df92991" providerId="ADAL" clId="{F7ECB4BB-DCCF-471A-B570-79B79BF10A33}" dt="2022-11-21T03:43:50.575" v="2573" actId="20577"/>
          <ac:spMkLst>
            <pc:docMk/>
            <pc:sldMk cId="1822341932" sldId="340"/>
            <ac:spMk id="3" creationId="{078CFDA7-14C1-276C-53A2-9EA89F817999}"/>
          </ac:spMkLst>
        </pc:spChg>
        <pc:spChg chg="add del mod">
          <ac:chgData name="Jizheng Wan" userId="02e35b87-44bd-4455-aecc-56042df92991" providerId="ADAL" clId="{F7ECB4BB-DCCF-471A-B570-79B79BF10A33}" dt="2022-11-21T04:21:15.904" v="2690"/>
          <ac:spMkLst>
            <pc:docMk/>
            <pc:sldMk cId="1822341932" sldId="340"/>
            <ac:spMk id="4" creationId="{5AA353E9-FE7A-81D6-B94C-2887B27FDDAD}"/>
          </ac:spMkLst>
        </pc:spChg>
      </pc:sldChg>
      <pc:sldChg chg="modSp new mod ord">
        <pc:chgData name="Jizheng Wan" userId="02e35b87-44bd-4455-aecc-56042df92991" providerId="ADAL" clId="{F7ECB4BB-DCCF-471A-B570-79B79BF10A33}" dt="2022-11-21T04:44:59.050" v="2847"/>
        <pc:sldMkLst>
          <pc:docMk/>
          <pc:sldMk cId="590227358" sldId="341"/>
        </pc:sldMkLst>
        <pc:spChg chg="mod">
          <ac:chgData name="Jizheng Wan" userId="02e35b87-44bd-4455-aecc-56042df92991" providerId="ADAL" clId="{F7ECB4BB-DCCF-471A-B570-79B79BF10A33}" dt="2022-11-21T04:22:03.788" v="2705" actId="20577"/>
          <ac:spMkLst>
            <pc:docMk/>
            <pc:sldMk cId="590227358" sldId="341"/>
            <ac:spMk id="2" creationId="{5CD6659C-472F-1934-8F1E-ACD894878E60}"/>
          </ac:spMkLst>
        </pc:spChg>
        <pc:spChg chg="mod">
          <ac:chgData name="Jizheng Wan" userId="02e35b87-44bd-4455-aecc-56042df92991" providerId="ADAL" clId="{F7ECB4BB-DCCF-471A-B570-79B79BF10A33}" dt="2022-11-21T04:22:14.572" v="2708" actId="5793"/>
          <ac:spMkLst>
            <pc:docMk/>
            <pc:sldMk cId="590227358" sldId="341"/>
            <ac:spMk id="3" creationId="{B66EDC6D-E8C7-742E-6A7D-4460E9232B5D}"/>
          </ac:spMkLst>
        </pc:spChg>
      </pc:sldChg>
      <pc:sldChg chg="modSp add mod ord">
        <pc:chgData name="Jizheng Wan" userId="02e35b87-44bd-4455-aecc-56042df92991" providerId="ADAL" clId="{F7ECB4BB-DCCF-471A-B570-79B79BF10A33}" dt="2022-11-21T04:44:59.050" v="2847"/>
        <pc:sldMkLst>
          <pc:docMk/>
          <pc:sldMk cId="1934585065" sldId="342"/>
        </pc:sldMkLst>
        <pc:spChg chg="mod">
          <ac:chgData name="Jizheng Wan" userId="02e35b87-44bd-4455-aecc-56042df92991" providerId="ADAL" clId="{F7ECB4BB-DCCF-471A-B570-79B79BF10A33}" dt="2022-11-21T04:22:51.852" v="2713" actId="5793"/>
          <ac:spMkLst>
            <pc:docMk/>
            <pc:sldMk cId="1934585065" sldId="342"/>
            <ac:spMk id="3" creationId="{B66EDC6D-E8C7-742E-6A7D-4460E9232B5D}"/>
          </ac:spMkLst>
        </pc:spChg>
      </pc:sldChg>
      <pc:sldChg chg="modSp new mod ord modAnim">
        <pc:chgData name="Jizheng Wan" userId="02e35b87-44bd-4455-aecc-56042df92991" providerId="ADAL" clId="{F7ECB4BB-DCCF-471A-B570-79B79BF10A33}" dt="2022-11-21T05:02:23.570" v="3188"/>
        <pc:sldMkLst>
          <pc:docMk/>
          <pc:sldMk cId="1021361133" sldId="343"/>
        </pc:sldMkLst>
        <pc:spChg chg="mod">
          <ac:chgData name="Jizheng Wan" userId="02e35b87-44bd-4455-aecc-56042df92991" providerId="ADAL" clId="{F7ECB4BB-DCCF-471A-B570-79B79BF10A33}" dt="2022-11-21T04:50:07.936" v="2849"/>
          <ac:spMkLst>
            <pc:docMk/>
            <pc:sldMk cId="1021361133" sldId="343"/>
            <ac:spMk id="2" creationId="{9C04028A-404A-2605-8C05-E5D6C5E3E07D}"/>
          </ac:spMkLst>
        </pc:spChg>
        <pc:spChg chg="mod">
          <ac:chgData name="Jizheng Wan" userId="02e35b87-44bd-4455-aecc-56042df92991" providerId="ADAL" clId="{F7ECB4BB-DCCF-471A-B570-79B79BF10A33}" dt="2022-11-21T04:57:33.323" v="3185" actId="113"/>
          <ac:spMkLst>
            <pc:docMk/>
            <pc:sldMk cId="1021361133" sldId="343"/>
            <ac:spMk id="3" creationId="{123DEBDA-C933-A166-7D16-C6EBEAB3F0E4}"/>
          </ac:spMkLst>
        </pc:spChg>
      </pc:sldChg>
      <pc:sldChg chg="addSp modSp new mod modAnim">
        <pc:chgData name="Jizheng Wan" userId="02e35b87-44bd-4455-aecc-56042df92991" providerId="ADAL" clId="{F7ECB4BB-DCCF-471A-B570-79B79BF10A33}" dt="2022-11-22T05:19:13.178" v="3702" actId="14100"/>
        <pc:sldMkLst>
          <pc:docMk/>
          <pc:sldMk cId="944482845" sldId="344"/>
        </pc:sldMkLst>
        <pc:spChg chg="mod">
          <ac:chgData name="Jizheng Wan" userId="02e35b87-44bd-4455-aecc-56042df92991" providerId="ADAL" clId="{F7ECB4BB-DCCF-471A-B570-79B79BF10A33}" dt="2022-11-21T05:02:35.131" v="3214" actId="20577"/>
          <ac:spMkLst>
            <pc:docMk/>
            <pc:sldMk cId="944482845" sldId="344"/>
            <ac:spMk id="2" creationId="{105FDF45-AFAE-4EF8-573A-4FB9BE30CB50}"/>
          </ac:spMkLst>
        </pc:spChg>
        <pc:spChg chg="mod">
          <ac:chgData name="Jizheng Wan" userId="02e35b87-44bd-4455-aecc-56042df92991" providerId="ADAL" clId="{F7ECB4BB-DCCF-471A-B570-79B79BF10A33}" dt="2022-11-22T05:19:13.178" v="3702" actId="14100"/>
          <ac:spMkLst>
            <pc:docMk/>
            <pc:sldMk cId="944482845" sldId="344"/>
            <ac:spMk id="3" creationId="{87E397F0-F1D8-6166-5FB6-B4149E72D4FA}"/>
          </ac:spMkLst>
        </pc:spChg>
        <pc:spChg chg="add mod">
          <ac:chgData name="Jizheng Wan" userId="02e35b87-44bd-4455-aecc-56042df92991" providerId="ADAL" clId="{F7ECB4BB-DCCF-471A-B570-79B79BF10A33}" dt="2022-11-21T05:05:18.629" v="3291" actId="1076"/>
          <ac:spMkLst>
            <pc:docMk/>
            <pc:sldMk cId="944482845" sldId="344"/>
            <ac:spMk id="4" creationId="{5517AEAC-C0FF-F558-1617-2FDC45F117C7}"/>
          </ac:spMkLst>
        </pc:spChg>
        <pc:spChg chg="add mod">
          <ac:chgData name="Jizheng Wan" userId="02e35b87-44bd-4455-aecc-56042df92991" providerId="ADAL" clId="{F7ECB4BB-DCCF-471A-B570-79B79BF10A33}" dt="2022-11-21T05:05:12.994" v="3290" actId="1076"/>
          <ac:spMkLst>
            <pc:docMk/>
            <pc:sldMk cId="944482845" sldId="344"/>
            <ac:spMk id="5" creationId="{7C36905C-2B1A-B94A-B9D8-D5D40240C530}"/>
          </ac:spMkLst>
        </pc:spChg>
        <pc:spChg chg="add mod">
          <ac:chgData name="Jizheng Wan" userId="02e35b87-44bd-4455-aecc-56042df92991" providerId="ADAL" clId="{F7ECB4BB-DCCF-471A-B570-79B79BF10A33}" dt="2022-11-21T05:05:43.910" v="3310" actId="1076"/>
          <ac:spMkLst>
            <pc:docMk/>
            <pc:sldMk cId="944482845" sldId="344"/>
            <ac:spMk id="6" creationId="{EC2C6C05-B86A-24F0-3B0D-43D1FCA81AB8}"/>
          </ac:spMkLst>
        </pc:spChg>
        <pc:spChg chg="add mod">
          <ac:chgData name="Jizheng Wan" userId="02e35b87-44bd-4455-aecc-56042df92991" providerId="ADAL" clId="{F7ECB4BB-DCCF-471A-B570-79B79BF10A33}" dt="2022-11-21T05:05:51.212" v="3313" actId="20577"/>
          <ac:spMkLst>
            <pc:docMk/>
            <pc:sldMk cId="944482845" sldId="344"/>
            <ac:spMk id="7" creationId="{7C38B73A-72D3-FE1F-0CDF-E7CA3CBC5F68}"/>
          </ac:spMkLst>
        </pc:spChg>
        <pc:spChg chg="add mod">
          <ac:chgData name="Jizheng Wan" userId="02e35b87-44bd-4455-aecc-56042df92991" providerId="ADAL" clId="{F7ECB4BB-DCCF-471A-B570-79B79BF10A33}" dt="2022-11-21T05:10:29.452" v="3674" actId="1076"/>
          <ac:spMkLst>
            <pc:docMk/>
            <pc:sldMk cId="944482845" sldId="344"/>
            <ac:spMk id="8" creationId="{5196E11B-30A4-F14A-F6EB-B6305458BF04}"/>
          </ac:spMkLst>
        </pc:spChg>
      </pc:sldChg>
      <pc:sldChg chg="modSp add del mod">
        <pc:chgData name="Jizheng Wan" userId="02e35b87-44bd-4455-aecc-56042df92991" providerId="ADAL" clId="{F7ECB4BB-DCCF-471A-B570-79B79BF10A33}" dt="2022-11-21T04:21:54.492" v="2699"/>
        <pc:sldMkLst>
          <pc:docMk/>
          <pc:sldMk cId="2376979131" sldId="631"/>
        </pc:sldMkLst>
        <pc:spChg chg="mod">
          <ac:chgData name="Jizheng Wan" userId="02e35b87-44bd-4455-aecc-56042df92991" providerId="ADAL" clId="{F7ECB4BB-DCCF-471A-B570-79B79BF10A33}" dt="2022-11-21T04:21:54.176" v="2698" actId="6549"/>
          <ac:spMkLst>
            <pc:docMk/>
            <pc:sldMk cId="2376979131" sldId="631"/>
            <ac:spMk id="4" creationId="{00000000-0000-0000-0000-000000000000}"/>
          </ac:spMkLst>
        </pc:spChg>
      </pc:sldChg>
    </pc:docChg>
  </pc:docChgLst>
  <pc:docChgLst>
    <pc:chgData name="Jizheng Wan" userId="02e35b87-44bd-4455-aecc-56042df92991" providerId="ADAL" clId="{DF807AE5-05A1-49D1-835A-3E55C90F3ACC}"/>
    <pc:docChg chg="undo custSel addSld delSld modSld sldOrd">
      <pc:chgData name="Jizheng Wan" userId="02e35b87-44bd-4455-aecc-56042df92991" providerId="ADAL" clId="{DF807AE5-05A1-49D1-835A-3E55C90F3ACC}" dt="2022-11-28T03:23:40.447" v="2161"/>
      <pc:docMkLst>
        <pc:docMk/>
      </pc:docMkLst>
      <pc:sldChg chg="modSp mod">
        <pc:chgData name="Jizheng Wan" userId="02e35b87-44bd-4455-aecc-56042df92991" providerId="ADAL" clId="{DF807AE5-05A1-49D1-835A-3E55C90F3ACC}" dt="2022-11-28T03:23:12.938" v="2160"/>
        <pc:sldMkLst>
          <pc:docMk/>
          <pc:sldMk cId="364580180" sldId="319"/>
        </pc:sldMkLst>
        <pc:spChg chg="mod">
          <ac:chgData name="Jizheng Wan" userId="02e35b87-44bd-4455-aecc-56042df92991" providerId="ADAL" clId="{DF807AE5-05A1-49D1-835A-3E55C90F3ACC}" dt="2022-11-28T03:23:12.938" v="2160"/>
          <ac:spMkLst>
            <pc:docMk/>
            <pc:sldMk cId="364580180" sldId="319"/>
            <ac:spMk id="4" creationId="{969C17DE-685A-6C89-0FE4-92759F840CD1}"/>
          </ac:spMkLst>
        </pc:spChg>
      </pc:sldChg>
      <pc:sldChg chg="addSp delSp modSp mod ord modAnim">
        <pc:chgData name="Jizheng Wan" userId="02e35b87-44bd-4455-aecc-56042df92991" providerId="ADAL" clId="{DF807AE5-05A1-49D1-835A-3E55C90F3ACC}" dt="2022-11-28T02:53:17.087" v="1988"/>
        <pc:sldMkLst>
          <pc:docMk/>
          <pc:sldMk cId="1021361133" sldId="343"/>
        </pc:sldMkLst>
        <pc:spChg chg="mod">
          <ac:chgData name="Jizheng Wan" userId="02e35b87-44bd-4455-aecc-56042df92991" providerId="ADAL" clId="{DF807AE5-05A1-49D1-835A-3E55C90F3ACC}" dt="2022-11-27T23:12:28.425" v="30" actId="14100"/>
          <ac:spMkLst>
            <pc:docMk/>
            <pc:sldMk cId="1021361133" sldId="343"/>
            <ac:spMk id="3" creationId="{123DEBDA-C933-A166-7D16-C6EBEAB3F0E4}"/>
          </ac:spMkLst>
        </pc:spChg>
        <pc:spChg chg="add del">
          <ac:chgData name="Jizheng Wan" userId="02e35b87-44bd-4455-aecc-56042df92991" providerId="ADAL" clId="{DF807AE5-05A1-49D1-835A-3E55C90F3ACC}" dt="2022-11-27T23:12:35.650" v="32" actId="22"/>
          <ac:spMkLst>
            <pc:docMk/>
            <pc:sldMk cId="1021361133" sldId="343"/>
            <ac:spMk id="5" creationId="{68380E48-C25B-F995-2714-D5F3E1C8BEAE}"/>
          </ac:spMkLst>
        </pc:spChg>
        <pc:spChg chg="add del mod">
          <ac:chgData name="Jizheng Wan" userId="02e35b87-44bd-4455-aecc-56042df92991" providerId="ADAL" clId="{DF807AE5-05A1-49D1-835A-3E55C90F3ACC}" dt="2022-11-27T23:13:48.990" v="52" actId="1076"/>
          <ac:spMkLst>
            <pc:docMk/>
            <pc:sldMk cId="1021361133" sldId="343"/>
            <ac:spMk id="6" creationId="{DAB30116-C8C3-E346-6778-281A891AE51F}"/>
          </ac:spMkLst>
        </pc:spChg>
      </pc:sldChg>
      <pc:sldChg chg="del">
        <pc:chgData name="Jizheng Wan" userId="02e35b87-44bd-4455-aecc-56042df92991" providerId="ADAL" clId="{DF807AE5-05A1-49D1-835A-3E55C90F3ACC}" dt="2022-11-28T02:13:23.363" v="1382" actId="47"/>
        <pc:sldMkLst>
          <pc:docMk/>
          <pc:sldMk cId="944482845" sldId="344"/>
        </pc:sldMkLst>
      </pc:sldChg>
      <pc:sldChg chg="modSp modAnim modNotesTx">
        <pc:chgData name="Jizheng Wan" userId="02e35b87-44bd-4455-aecc-56042df92991" providerId="ADAL" clId="{DF807AE5-05A1-49D1-835A-3E55C90F3ACC}" dt="2022-11-28T03:23:40.447" v="2161"/>
        <pc:sldMkLst>
          <pc:docMk/>
          <pc:sldMk cId="651737348" sldId="346"/>
        </pc:sldMkLst>
        <pc:spChg chg="mod">
          <ac:chgData name="Jizheng Wan" userId="02e35b87-44bd-4455-aecc-56042df92991" providerId="ADAL" clId="{DF807AE5-05A1-49D1-835A-3E55C90F3ACC}" dt="2022-11-28T02:38:26.403" v="1930" actId="20577"/>
          <ac:spMkLst>
            <pc:docMk/>
            <pc:sldMk cId="651737348" sldId="346"/>
            <ac:spMk id="12" creationId="{6ED9ADA4-E716-70ED-2F0C-CBD8ACD97A93}"/>
          </ac:spMkLst>
        </pc:spChg>
      </pc:sldChg>
      <pc:sldChg chg="modSp">
        <pc:chgData name="Jizheng Wan" userId="02e35b87-44bd-4455-aecc-56042df92991" providerId="ADAL" clId="{DF807AE5-05A1-49D1-835A-3E55C90F3ACC}" dt="2022-11-28T02:39:14.996" v="1942" actId="20577"/>
        <pc:sldMkLst>
          <pc:docMk/>
          <pc:sldMk cId="3174108683" sldId="347"/>
        </pc:sldMkLst>
        <pc:spChg chg="mod">
          <ac:chgData name="Jizheng Wan" userId="02e35b87-44bd-4455-aecc-56042df92991" providerId="ADAL" clId="{DF807AE5-05A1-49D1-835A-3E55C90F3ACC}" dt="2022-11-28T02:39:14.996" v="1942" actId="20577"/>
          <ac:spMkLst>
            <pc:docMk/>
            <pc:sldMk cId="3174108683" sldId="347"/>
            <ac:spMk id="3" creationId="{FAD37B9F-BC41-16CA-7D34-D0CA9DBA5295}"/>
          </ac:spMkLst>
        </pc:spChg>
      </pc:sldChg>
      <pc:sldChg chg="modSp modAnim">
        <pc:chgData name="Jizheng Wan" userId="02e35b87-44bd-4455-aecc-56042df92991" providerId="ADAL" clId="{DF807AE5-05A1-49D1-835A-3E55C90F3ACC}" dt="2022-11-28T02:47:12.582" v="1981" actId="20577"/>
        <pc:sldMkLst>
          <pc:docMk/>
          <pc:sldMk cId="4122312481" sldId="348"/>
        </pc:sldMkLst>
        <pc:spChg chg="mod">
          <ac:chgData name="Jizheng Wan" userId="02e35b87-44bd-4455-aecc-56042df92991" providerId="ADAL" clId="{DF807AE5-05A1-49D1-835A-3E55C90F3ACC}" dt="2022-11-28T02:47:12.582" v="1981" actId="20577"/>
          <ac:spMkLst>
            <pc:docMk/>
            <pc:sldMk cId="4122312481" sldId="348"/>
            <ac:spMk id="3" creationId="{51F9C0E1-238A-C702-FE0B-22FFB5A63E82}"/>
          </ac:spMkLst>
        </pc:spChg>
      </pc:sldChg>
      <pc:sldChg chg="modSp mod">
        <pc:chgData name="Jizheng Wan" userId="02e35b87-44bd-4455-aecc-56042df92991" providerId="ADAL" clId="{DF807AE5-05A1-49D1-835A-3E55C90F3ACC}" dt="2022-11-28T02:48:50.149" v="1986" actId="15"/>
        <pc:sldMkLst>
          <pc:docMk/>
          <pc:sldMk cId="4156489914" sldId="349"/>
        </pc:sldMkLst>
        <pc:spChg chg="mod">
          <ac:chgData name="Jizheng Wan" userId="02e35b87-44bd-4455-aecc-56042df92991" providerId="ADAL" clId="{DF807AE5-05A1-49D1-835A-3E55C90F3ACC}" dt="2022-11-28T02:48:50.149" v="1986" actId="15"/>
          <ac:spMkLst>
            <pc:docMk/>
            <pc:sldMk cId="4156489914" sldId="349"/>
            <ac:spMk id="3" creationId="{51F9C0E1-238A-C702-FE0B-22FFB5A63E82}"/>
          </ac:spMkLst>
        </pc:spChg>
      </pc:sldChg>
      <pc:sldChg chg="del mod modShow">
        <pc:chgData name="Jizheng Wan" userId="02e35b87-44bd-4455-aecc-56042df92991" providerId="ADAL" clId="{DF807AE5-05A1-49D1-835A-3E55C90F3ACC}" dt="2022-11-27T23:15:55.093" v="56" actId="47"/>
        <pc:sldMkLst>
          <pc:docMk/>
          <pc:sldMk cId="284530235" sldId="352"/>
        </pc:sldMkLst>
      </pc:sldChg>
      <pc:sldChg chg="del">
        <pc:chgData name="Jizheng Wan" userId="02e35b87-44bd-4455-aecc-56042df92991" providerId="ADAL" clId="{DF807AE5-05A1-49D1-835A-3E55C90F3ACC}" dt="2022-11-28T02:31:10.356" v="1924" actId="47"/>
        <pc:sldMkLst>
          <pc:docMk/>
          <pc:sldMk cId="38527291" sldId="353"/>
        </pc:sldMkLst>
      </pc:sldChg>
      <pc:sldChg chg="addSp modSp mod modAnim">
        <pc:chgData name="Jizheng Wan" userId="02e35b87-44bd-4455-aecc-56042df92991" providerId="ADAL" clId="{DF807AE5-05A1-49D1-835A-3E55C90F3ACC}" dt="2022-11-28T03:00:54.820" v="2159" actId="20577"/>
        <pc:sldMkLst>
          <pc:docMk/>
          <pc:sldMk cId="2332690623" sldId="354"/>
        </pc:sldMkLst>
        <pc:spChg chg="mod">
          <ac:chgData name="Jizheng Wan" userId="02e35b87-44bd-4455-aecc-56042df92991" providerId="ADAL" clId="{DF807AE5-05A1-49D1-835A-3E55C90F3ACC}" dt="2022-11-27T23:18:41.902" v="86" actId="20577"/>
          <ac:spMkLst>
            <pc:docMk/>
            <pc:sldMk cId="2332690623" sldId="354"/>
            <ac:spMk id="2" creationId="{EA4A0999-EF58-C267-7F79-1E56C9CCCA79}"/>
          </ac:spMkLst>
        </pc:spChg>
        <pc:spChg chg="mod">
          <ac:chgData name="Jizheng Wan" userId="02e35b87-44bd-4455-aecc-56042df92991" providerId="ADAL" clId="{DF807AE5-05A1-49D1-835A-3E55C90F3ACC}" dt="2022-11-28T03:00:54.820" v="2159" actId="20577"/>
          <ac:spMkLst>
            <pc:docMk/>
            <pc:sldMk cId="2332690623" sldId="354"/>
            <ac:spMk id="3" creationId="{2C38E460-72FC-BF85-8EE5-7A0967D24F15}"/>
          </ac:spMkLst>
        </pc:spChg>
        <pc:spChg chg="add mod">
          <ac:chgData name="Jizheng Wan" userId="02e35b87-44bd-4455-aecc-56042df92991" providerId="ADAL" clId="{DF807AE5-05A1-49D1-835A-3E55C90F3ACC}" dt="2022-11-28T02:57:39.770" v="2144" actId="1076"/>
          <ac:spMkLst>
            <pc:docMk/>
            <pc:sldMk cId="2332690623" sldId="354"/>
            <ac:spMk id="4" creationId="{06DF4176-57B6-332E-873F-F4E3E076144F}"/>
          </ac:spMkLst>
        </pc:spChg>
      </pc:sldChg>
      <pc:sldChg chg="addSp delSp modSp new mod">
        <pc:chgData name="Jizheng Wan" userId="02e35b87-44bd-4455-aecc-56042df92991" providerId="ADAL" clId="{DF807AE5-05A1-49D1-835A-3E55C90F3ACC}" dt="2022-11-28T00:48:12.250" v="435" actId="1076"/>
        <pc:sldMkLst>
          <pc:docMk/>
          <pc:sldMk cId="1722020759" sldId="355"/>
        </pc:sldMkLst>
        <pc:spChg chg="mod">
          <ac:chgData name="Jizheng Wan" userId="02e35b87-44bd-4455-aecc-56042df92991" providerId="ADAL" clId="{DF807AE5-05A1-49D1-835A-3E55C90F3ACC}" dt="2022-11-28T00:39:52.507" v="318"/>
          <ac:spMkLst>
            <pc:docMk/>
            <pc:sldMk cId="1722020759" sldId="355"/>
            <ac:spMk id="2" creationId="{6B97072C-8B22-6AAC-1EB7-025FF8298D8C}"/>
          </ac:spMkLst>
        </pc:spChg>
        <pc:spChg chg="mod">
          <ac:chgData name="Jizheng Wan" userId="02e35b87-44bd-4455-aecc-56042df92991" providerId="ADAL" clId="{DF807AE5-05A1-49D1-835A-3E55C90F3ACC}" dt="2022-11-28T00:47:21.225" v="420" actId="14100"/>
          <ac:spMkLst>
            <pc:docMk/>
            <pc:sldMk cId="1722020759" sldId="355"/>
            <ac:spMk id="3" creationId="{43F4AE72-EE5D-7995-76EA-1367B0545CDB}"/>
          </ac:spMkLst>
        </pc:spChg>
        <pc:spChg chg="add del">
          <ac:chgData name="Jizheng Wan" userId="02e35b87-44bd-4455-aecc-56042df92991" providerId="ADAL" clId="{DF807AE5-05A1-49D1-835A-3E55C90F3ACC}" dt="2022-11-28T00:46:28.169" v="375"/>
          <ac:spMkLst>
            <pc:docMk/>
            <pc:sldMk cId="1722020759" sldId="355"/>
            <ac:spMk id="4" creationId="{B31F7B32-7EEF-D837-06F5-AB1F4091EDB9}"/>
          </ac:spMkLst>
        </pc:spChg>
        <pc:spChg chg="add mod">
          <ac:chgData name="Jizheng Wan" userId="02e35b87-44bd-4455-aecc-56042df92991" providerId="ADAL" clId="{DF807AE5-05A1-49D1-835A-3E55C90F3ACC}" dt="2022-11-28T00:48:12.250" v="435" actId="1076"/>
          <ac:spMkLst>
            <pc:docMk/>
            <pc:sldMk cId="1722020759" sldId="355"/>
            <ac:spMk id="5" creationId="{A532CF2A-95E6-74F9-FB68-6732203D623F}"/>
          </ac:spMkLst>
        </pc:spChg>
      </pc:sldChg>
      <pc:sldChg chg="addSp modSp new mod">
        <pc:chgData name="Jizheng Wan" userId="02e35b87-44bd-4455-aecc-56042df92991" providerId="ADAL" clId="{DF807AE5-05A1-49D1-835A-3E55C90F3ACC}" dt="2022-11-28T00:55:23.274" v="830" actId="1076"/>
        <pc:sldMkLst>
          <pc:docMk/>
          <pc:sldMk cId="2641509281" sldId="356"/>
        </pc:sldMkLst>
        <pc:spChg chg="mod">
          <ac:chgData name="Jizheng Wan" userId="02e35b87-44bd-4455-aecc-56042df92991" providerId="ADAL" clId="{DF807AE5-05A1-49D1-835A-3E55C90F3ACC}" dt="2022-11-28T00:49:37.410" v="437"/>
          <ac:spMkLst>
            <pc:docMk/>
            <pc:sldMk cId="2641509281" sldId="356"/>
            <ac:spMk id="2" creationId="{EBF4E944-4E9F-FF08-7769-568474C259EE}"/>
          </ac:spMkLst>
        </pc:spChg>
        <pc:spChg chg="mod">
          <ac:chgData name="Jizheng Wan" userId="02e35b87-44bd-4455-aecc-56042df92991" providerId="ADAL" clId="{DF807AE5-05A1-49D1-835A-3E55C90F3ACC}" dt="2022-11-28T00:54:54.960" v="806" actId="108"/>
          <ac:spMkLst>
            <pc:docMk/>
            <pc:sldMk cId="2641509281" sldId="356"/>
            <ac:spMk id="3" creationId="{F21352B8-2390-AEEC-80AE-088742EA2070}"/>
          </ac:spMkLst>
        </pc:spChg>
        <pc:spChg chg="add mod">
          <ac:chgData name="Jizheng Wan" userId="02e35b87-44bd-4455-aecc-56042df92991" providerId="ADAL" clId="{DF807AE5-05A1-49D1-835A-3E55C90F3ACC}" dt="2022-11-28T00:55:23.274" v="830" actId="1076"/>
          <ac:spMkLst>
            <pc:docMk/>
            <pc:sldMk cId="2641509281" sldId="356"/>
            <ac:spMk id="4" creationId="{51DB9400-3A14-5088-EE0E-B237BAB60B43}"/>
          </ac:spMkLst>
        </pc:spChg>
      </pc:sldChg>
      <pc:sldChg chg="addSp delSp modSp new mod ord">
        <pc:chgData name="Jizheng Wan" userId="02e35b87-44bd-4455-aecc-56042df92991" providerId="ADAL" clId="{DF807AE5-05A1-49D1-835A-3E55C90F3ACC}" dt="2022-11-28T01:30:26.450" v="934"/>
        <pc:sldMkLst>
          <pc:docMk/>
          <pc:sldMk cId="1633248730" sldId="357"/>
        </pc:sldMkLst>
        <pc:spChg chg="mod">
          <ac:chgData name="Jizheng Wan" userId="02e35b87-44bd-4455-aecc-56042df92991" providerId="ADAL" clId="{DF807AE5-05A1-49D1-835A-3E55C90F3ACC}" dt="2022-11-28T01:19:03.613" v="832"/>
          <ac:spMkLst>
            <pc:docMk/>
            <pc:sldMk cId="1633248730" sldId="357"/>
            <ac:spMk id="2" creationId="{2C625FB5-BD51-09FA-2B55-B5F71A023E5D}"/>
          </ac:spMkLst>
        </pc:spChg>
        <pc:spChg chg="mod">
          <ac:chgData name="Jizheng Wan" userId="02e35b87-44bd-4455-aecc-56042df92991" providerId="ADAL" clId="{DF807AE5-05A1-49D1-835A-3E55C90F3ACC}" dt="2022-11-28T01:21:12.808" v="917" actId="14100"/>
          <ac:spMkLst>
            <pc:docMk/>
            <pc:sldMk cId="1633248730" sldId="357"/>
            <ac:spMk id="3" creationId="{0FFA9B44-C3A4-16A5-AF49-44703A6D70EE}"/>
          </ac:spMkLst>
        </pc:spChg>
        <pc:spChg chg="add del">
          <ac:chgData name="Jizheng Wan" userId="02e35b87-44bd-4455-aecc-56042df92991" providerId="ADAL" clId="{DF807AE5-05A1-49D1-835A-3E55C90F3ACC}" dt="2022-11-28T01:27:24.070" v="919"/>
          <ac:spMkLst>
            <pc:docMk/>
            <pc:sldMk cId="1633248730" sldId="357"/>
            <ac:spMk id="4" creationId="{0BA8E9A0-7F3C-1809-8450-0C0360267AEF}"/>
          </ac:spMkLst>
        </pc:spChg>
        <pc:spChg chg="add mod">
          <ac:chgData name="Jizheng Wan" userId="02e35b87-44bd-4455-aecc-56042df92991" providerId="ADAL" clId="{DF807AE5-05A1-49D1-835A-3E55C90F3ACC}" dt="2022-11-28T01:27:53.897" v="930" actId="208"/>
          <ac:spMkLst>
            <pc:docMk/>
            <pc:sldMk cId="1633248730" sldId="357"/>
            <ac:spMk id="5" creationId="{3F803B18-1B47-41F5-DFB9-E7FF819C7404}"/>
          </ac:spMkLst>
        </pc:spChg>
      </pc:sldChg>
      <pc:sldChg chg="addSp delSp modSp new mod">
        <pc:chgData name="Jizheng Wan" userId="02e35b87-44bd-4455-aecc-56042df92991" providerId="ADAL" clId="{DF807AE5-05A1-49D1-835A-3E55C90F3ACC}" dt="2022-11-28T02:01:08.214" v="1343" actId="14100"/>
        <pc:sldMkLst>
          <pc:docMk/>
          <pc:sldMk cId="3263447763" sldId="358"/>
        </pc:sldMkLst>
        <pc:spChg chg="mod">
          <ac:chgData name="Jizheng Wan" userId="02e35b87-44bd-4455-aecc-56042df92991" providerId="ADAL" clId="{DF807AE5-05A1-49D1-835A-3E55C90F3ACC}" dt="2022-11-28T01:40:36.323" v="980" actId="20577"/>
          <ac:spMkLst>
            <pc:docMk/>
            <pc:sldMk cId="3263447763" sldId="358"/>
            <ac:spMk id="2" creationId="{891E9477-3D84-86E4-088A-9F72FAEFE097}"/>
          </ac:spMkLst>
        </pc:spChg>
        <pc:spChg chg="mod">
          <ac:chgData name="Jizheng Wan" userId="02e35b87-44bd-4455-aecc-56042df92991" providerId="ADAL" clId="{DF807AE5-05A1-49D1-835A-3E55C90F3ACC}" dt="2022-11-28T02:01:08.214" v="1343" actId="14100"/>
          <ac:spMkLst>
            <pc:docMk/>
            <pc:sldMk cId="3263447763" sldId="358"/>
            <ac:spMk id="3" creationId="{5DE8BACD-FDBB-EA5C-74FB-6BA92B259BA5}"/>
          </ac:spMkLst>
        </pc:spChg>
        <pc:graphicFrameChg chg="add del mod modGraphic">
          <ac:chgData name="Jizheng Wan" userId="02e35b87-44bd-4455-aecc-56042df92991" providerId="ADAL" clId="{DF807AE5-05A1-49D1-835A-3E55C90F3ACC}" dt="2022-11-28T02:01:02.613" v="1341" actId="21"/>
          <ac:graphicFrameMkLst>
            <pc:docMk/>
            <pc:sldMk cId="3263447763" sldId="358"/>
            <ac:graphicFrameMk id="4" creationId="{7C92CE40-A43B-CE45-EB89-80386B6709EA}"/>
          </ac:graphicFrameMkLst>
        </pc:graphicFrameChg>
      </pc:sldChg>
      <pc:sldChg chg="addSp modSp new mod">
        <pc:chgData name="Jizheng Wan" userId="02e35b87-44bd-4455-aecc-56042df92991" providerId="ADAL" clId="{DF807AE5-05A1-49D1-835A-3E55C90F3ACC}" dt="2022-11-28T02:10:22.094" v="1381" actId="108"/>
        <pc:sldMkLst>
          <pc:docMk/>
          <pc:sldMk cId="4052414615" sldId="359"/>
        </pc:sldMkLst>
        <pc:spChg chg="mod">
          <ac:chgData name="Jizheng Wan" userId="02e35b87-44bd-4455-aecc-56042df92991" providerId="ADAL" clId="{DF807AE5-05A1-49D1-835A-3E55C90F3ACC}" dt="2022-11-28T02:00:44" v="1335"/>
          <ac:spMkLst>
            <pc:docMk/>
            <pc:sldMk cId="4052414615" sldId="359"/>
            <ac:spMk id="2" creationId="{C61FDBE5-49DF-0504-D9B5-1B59A8F76CCE}"/>
          </ac:spMkLst>
        </pc:spChg>
        <pc:spChg chg="mod">
          <ac:chgData name="Jizheng Wan" userId="02e35b87-44bd-4455-aecc-56042df92991" providerId="ADAL" clId="{DF807AE5-05A1-49D1-835A-3E55C90F3ACC}" dt="2022-11-28T02:00:58.948" v="1340" actId="14100"/>
          <ac:spMkLst>
            <pc:docMk/>
            <pc:sldMk cId="4052414615" sldId="359"/>
            <ac:spMk id="3" creationId="{02FD55B9-0478-FF06-8601-D47A877E5628}"/>
          </ac:spMkLst>
        </pc:spChg>
        <pc:graphicFrameChg chg="add mod modGraphic">
          <ac:chgData name="Jizheng Wan" userId="02e35b87-44bd-4455-aecc-56042df92991" providerId="ADAL" clId="{DF807AE5-05A1-49D1-835A-3E55C90F3ACC}" dt="2022-11-28T02:10:22.094" v="1381" actId="108"/>
          <ac:graphicFrameMkLst>
            <pc:docMk/>
            <pc:sldMk cId="4052414615" sldId="359"/>
            <ac:graphicFrameMk id="4" creationId="{81B9EC12-4FEB-8C9A-6E2D-B6C7F2DBBF41}"/>
          </ac:graphicFrameMkLst>
        </pc:graphicFrameChg>
      </pc:sldChg>
      <pc:sldChg chg="modSp new mod">
        <pc:chgData name="Jizheng Wan" userId="02e35b87-44bd-4455-aecc-56042df92991" providerId="ADAL" clId="{DF807AE5-05A1-49D1-835A-3E55C90F3ACC}" dt="2022-11-28T02:22:49.557" v="1662" actId="20577"/>
        <pc:sldMkLst>
          <pc:docMk/>
          <pc:sldMk cId="449601856" sldId="360"/>
        </pc:sldMkLst>
        <pc:spChg chg="mod">
          <ac:chgData name="Jizheng Wan" userId="02e35b87-44bd-4455-aecc-56042df92991" providerId="ADAL" clId="{DF807AE5-05A1-49D1-835A-3E55C90F3ACC}" dt="2022-11-28T02:14:19.391" v="1384"/>
          <ac:spMkLst>
            <pc:docMk/>
            <pc:sldMk cId="449601856" sldId="360"/>
            <ac:spMk id="2" creationId="{0266EE8D-69FB-BDD3-4715-C06EBECDA2CB}"/>
          </ac:spMkLst>
        </pc:spChg>
        <pc:spChg chg="mod">
          <ac:chgData name="Jizheng Wan" userId="02e35b87-44bd-4455-aecc-56042df92991" providerId="ADAL" clId="{DF807AE5-05A1-49D1-835A-3E55C90F3ACC}" dt="2022-11-28T02:22:49.557" v="1662" actId="20577"/>
          <ac:spMkLst>
            <pc:docMk/>
            <pc:sldMk cId="449601856" sldId="360"/>
            <ac:spMk id="3" creationId="{63E68C40-E920-C80D-1E68-40AD02298C98}"/>
          </ac:spMkLst>
        </pc:spChg>
      </pc:sldChg>
      <pc:sldChg chg="modSp new mod modAnim">
        <pc:chgData name="Jizheng Wan" userId="02e35b87-44bd-4455-aecc-56042df92991" providerId="ADAL" clId="{DF807AE5-05A1-49D1-835A-3E55C90F3ACC}" dt="2022-11-28T02:28:57.321" v="1718"/>
        <pc:sldMkLst>
          <pc:docMk/>
          <pc:sldMk cId="3567296837" sldId="361"/>
        </pc:sldMkLst>
        <pc:spChg chg="mod">
          <ac:chgData name="Jizheng Wan" userId="02e35b87-44bd-4455-aecc-56042df92991" providerId="ADAL" clId="{DF807AE5-05A1-49D1-835A-3E55C90F3ACC}" dt="2022-11-28T02:26:51.332" v="1688" actId="20577"/>
          <ac:spMkLst>
            <pc:docMk/>
            <pc:sldMk cId="3567296837" sldId="361"/>
            <ac:spMk id="2" creationId="{7DC6188E-7FE3-D366-6562-E1F02F095948}"/>
          </ac:spMkLst>
        </pc:spChg>
        <pc:spChg chg="mod">
          <ac:chgData name="Jizheng Wan" userId="02e35b87-44bd-4455-aecc-56042df92991" providerId="ADAL" clId="{DF807AE5-05A1-49D1-835A-3E55C90F3ACC}" dt="2022-11-28T02:28:27.272" v="1716" actId="1076"/>
          <ac:spMkLst>
            <pc:docMk/>
            <pc:sldMk cId="3567296837" sldId="361"/>
            <ac:spMk id="3" creationId="{54ABCF55-6A32-E61D-D2BF-F2C1B1118D63}"/>
          </ac:spMkLst>
        </pc:spChg>
      </pc:sldChg>
      <pc:sldChg chg="modSp new mod">
        <pc:chgData name="Jizheng Wan" userId="02e35b87-44bd-4455-aecc-56042df92991" providerId="ADAL" clId="{DF807AE5-05A1-49D1-835A-3E55C90F3ACC}" dt="2022-11-28T02:30:27.172" v="1923" actId="20577"/>
        <pc:sldMkLst>
          <pc:docMk/>
          <pc:sldMk cId="1253149509" sldId="362"/>
        </pc:sldMkLst>
        <pc:spChg chg="mod">
          <ac:chgData name="Jizheng Wan" userId="02e35b87-44bd-4455-aecc-56042df92991" providerId="ADAL" clId="{DF807AE5-05A1-49D1-835A-3E55C90F3ACC}" dt="2022-11-28T02:29:29.536" v="1720"/>
          <ac:spMkLst>
            <pc:docMk/>
            <pc:sldMk cId="1253149509" sldId="362"/>
            <ac:spMk id="2" creationId="{C4F447D0-D8EA-A6FB-8194-5DF568174844}"/>
          </ac:spMkLst>
        </pc:spChg>
        <pc:spChg chg="mod">
          <ac:chgData name="Jizheng Wan" userId="02e35b87-44bd-4455-aecc-56042df92991" providerId="ADAL" clId="{DF807AE5-05A1-49D1-835A-3E55C90F3ACC}" dt="2022-11-28T02:30:27.172" v="1923" actId="20577"/>
          <ac:spMkLst>
            <pc:docMk/>
            <pc:sldMk cId="1253149509" sldId="362"/>
            <ac:spMk id="3" creationId="{EDD5C8F4-4AB7-E3FC-89A8-37053E52D1B7}"/>
          </ac:spMkLst>
        </pc:spChg>
      </pc:sldChg>
    </pc:docChg>
  </pc:docChgLst>
  <pc:docChgLst>
    <pc:chgData name="Jizheng Wan" userId="02e35b87-44bd-4455-aecc-56042df92991" providerId="ADAL" clId="{1E07C95F-73A8-4AF2-B183-8BBAFE1F8E9A}"/>
    <pc:docChg chg="undo custSel addSld delSld modSld sldOrd modMainMaster">
      <pc:chgData name="Jizheng Wan" userId="02e35b87-44bd-4455-aecc-56042df92991" providerId="ADAL" clId="{1E07C95F-73A8-4AF2-B183-8BBAFE1F8E9A}" dt="2022-11-29T16:09:23.635" v="2007" actId="1035"/>
      <pc:docMkLst>
        <pc:docMk/>
      </pc:docMkLst>
      <pc:sldChg chg="modSp mod">
        <pc:chgData name="Jizheng Wan" userId="02e35b87-44bd-4455-aecc-56042df92991" providerId="ADAL" clId="{1E07C95F-73A8-4AF2-B183-8BBAFE1F8E9A}" dt="2022-11-27T17:42:40.288" v="14" actId="20577"/>
        <pc:sldMkLst>
          <pc:docMk/>
          <pc:sldMk cId="3855887011" sldId="262"/>
        </pc:sldMkLst>
        <pc:spChg chg="mod">
          <ac:chgData name="Jizheng Wan" userId="02e35b87-44bd-4455-aecc-56042df92991" providerId="ADAL" clId="{1E07C95F-73A8-4AF2-B183-8BBAFE1F8E9A}" dt="2022-11-27T17:42:21.545" v="6" actId="20577"/>
          <ac:spMkLst>
            <pc:docMk/>
            <pc:sldMk cId="3855887011" sldId="262"/>
            <ac:spMk id="5" creationId="{00000000-0000-0000-0000-000000000000}"/>
          </ac:spMkLst>
        </pc:spChg>
        <pc:spChg chg="mod">
          <ac:chgData name="Jizheng Wan" userId="02e35b87-44bd-4455-aecc-56042df92991" providerId="ADAL" clId="{1E07C95F-73A8-4AF2-B183-8BBAFE1F8E9A}" dt="2022-11-27T17:42:40.288" v="14" actId="20577"/>
          <ac:spMkLst>
            <pc:docMk/>
            <pc:sldMk cId="3855887011" sldId="262"/>
            <ac:spMk id="6" creationId="{00000000-0000-0000-0000-000000000000}"/>
          </ac:spMkLst>
        </pc:spChg>
      </pc:sldChg>
      <pc:sldChg chg="modSp mod">
        <pc:chgData name="Jizheng Wan" userId="02e35b87-44bd-4455-aecc-56042df92991" providerId="ADAL" clId="{1E07C95F-73A8-4AF2-B183-8BBAFE1F8E9A}" dt="2022-11-27T17:44:25.673" v="149" actId="20577"/>
        <pc:sldMkLst>
          <pc:docMk/>
          <pc:sldMk cId="978461468" sldId="267"/>
        </pc:sldMkLst>
        <pc:spChg chg="mod">
          <ac:chgData name="Jizheng Wan" userId="02e35b87-44bd-4455-aecc-56042df92991" providerId="ADAL" clId="{1E07C95F-73A8-4AF2-B183-8BBAFE1F8E9A}" dt="2022-11-27T17:44:25.673" v="149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" userId="02e35b87-44bd-4455-aecc-56042df92991" providerId="ADAL" clId="{1E07C95F-73A8-4AF2-B183-8BBAFE1F8E9A}" dt="2022-11-29T15:52:37.250" v="1933" actId="1076"/>
        <pc:sldMkLst>
          <pc:docMk/>
          <pc:sldMk cId="364580180" sldId="319"/>
        </pc:sldMkLst>
        <pc:spChg chg="mod">
          <ac:chgData name="Jizheng Wan" userId="02e35b87-44bd-4455-aecc-56042df92991" providerId="ADAL" clId="{1E07C95F-73A8-4AF2-B183-8BBAFE1F8E9A}" dt="2022-11-29T15:52:37.250" v="1933" actId="1076"/>
          <ac:spMkLst>
            <pc:docMk/>
            <pc:sldMk cId="364580180" sldId="319"/>
            <ac:spMk id="4" creationId="{969C17DE-685A-6C89-0FE4-92759F840CD1}"/>
          </ac:spMkLst>
        </pc:spChg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2608406814" sldId="331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3310372265" sldId="333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387329424" sldId="334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2238676309" sldId="335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1129973236" sldId="336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1402614900" sldId="337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262882011" sldId="338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1976334569" sldId="339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1822341932" sldId="340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590227358" sldId="341"/>
        </pc:sldMkLst>
      </pc:sldChg>
      <pc:sldChg chg="del">
        <pc:chgData name="Jizheng Wan" userId="02e35b87-44bd-4455-aecc-56042df92991" providerId="ADAL" clId="{1E07C95F-73A8-4AF2-B183-8BBAFE1F8E9A}" dt="2022-11-27T17:47:28.641" v="150" actId="47"/>
        <pc:sldMkLst>
          <pc:docMk/>
          <pc:sldMk cId="1934585065" sldId="342"/>
        </pc:sldMkLst>
      </pc:sldChg>
      <pc:sldChg chg="addSp delSp modSp new mod ord">
        <pc:chgData name="Jizheng Wan" userId="02e35b87-44bd-4455-aecc-56042df92991" providerId="ADAL" clId="{1E07C95F-73A8-4AF2-B183-8BBAFE1F8E9A}" dt="2022-11-27T18:48:58.040" v="747"/>
        <pc:sldMkLst>
          <pc:docMk/>
          <pc:sldMk cId="1597056365" sldId="345"/>
        </pc:sldMkLst>
        <pc:spChg chg="mod">
          <ac:chgData name="Jizheng Wan" userId="02e35b87-44bd-4455-aecc-56042df92991" providerId="ADAL" clId="{1E07C95F-73A8-4AF2-B183-8BBAFE1F8E9A}" dt="2022-11-27T18:43:09.434" v="673"/>
          <ac:spMkLst>
            <pc:docMk/>
            <pc:sldMk cId="1597056365" sldId="345"/>
            <ac:spMk id="2" creationId="{EC45D977-1E42-974C-9176-3AE5AE5D150F}"/>
          </ac:spMkLst>
        </pc:spChg>
        <pc:spChg chg="add del mod">
          <ac:chgData name="Jizheng Wan" userId="02e35b87-44bd-4455-aecc-56042df92991" providerId="ADAL" clId="{1E07C95F-73A8-4AF2-B183-8BBAFE1F8E9A}" dt="2022-11-27T18:47:50.834" v="744" actId="20577"/>
          <ac:spMkLst>
            <pc:docMk/>
            <pc:sldMk cId="1597056365" sldId="345"/>
            <ac:spMk id="3" creationId="{E0D5AB9F-E9AC-901C-A77D-22427DC66675}"/>
          </ac:spMkLst>
        </pc:spChg>
        <pc:picChg chg="add del mod">
          <ac:chgData name="Jizheng Wan" userId="02e35b87-44bd-4455-aecc-56042df92991" providerId="ADAL" clId="{1E07C95F-73A8-4AF2-B183-8BBAFE1F8E9A}" dt="2022-11-27T18:43:56.263" v="676"/>
          <ac:picMkLst>
            <pc:docMk/>
            <pc:sldMk cId="1597056365" sldId="345"/>
            <ac:picMk id="5" creationId="{2D0D45D6-F5AF-47FE-AC2F-947EEC4BC410}"/>
          </ac:picMkLst>
        </pc:picChg>
        <pc:picChg chg="add del mod">
          <ac:chgData name="Jizheng Wan" userId="02e35b87-44bd-4455-aecc-56042df92991" providerId="ADAL" clId="{1E07C95F-73A8-4AF2-B183-8BBAFE1F8E9A}" dt="2022-11-27T18:43:58.833" v="678"/>
          <ac:picMkLst>
            <pc:docMk/>
            <pc:sldMk cId="1597056365" sldId="345"/>
            <ac:picMk id="7" creationId="{822551E6-5615-55AB-FE91-450F058F75C8}"/>
          </ac:picMkLst>
        </pc:picChg>
        <pc:picChg chg="add mod">
          <ac:chgData name="Jizheng Wan" userId="02e35b87-44bd-4455-aecc-56042df92991" providerId="ADAL" clId="{1E07C95F-73A8-4AF2-B183-8BBAFE1F8E9A}" dt="2022-11-27T18:47:56.438" v="745" actId="1076"/>
          <ac:picMkLst>
            <pc:docMk/>
            <pc:sldMk cId="1597056365" sldId="345"/>
            <ac:picMk id="9" creationId="{2BC424B0-CC0A-83F9-7A2E-D6F9B75C50E0}"/>
          </ac:picMkLst>
        </pc:picChg>
      </pc:sldChg>
      <pc:sldChg chg="addSp delSp modSp new mod modAnim">
        <pc:chgData name="Jizheng Wan" userId="02e35b87-44bd-4455-aecc-56042df92991" providerId="ADAL" clId="{1E07C95F-73A8-4AF2-B183-8BBAFE1F8E9A}" dt="2022-11-27T18:35:57.138" v="614" actId="20577"/>
        <pc:sldMkLst>
          <pc:docMk/>
          <pc:sldMk cId="651737348" sldId="346"/>
        </pc:sldMkLst>
        <pc:spChg chg="mod">
          <ac:chgData name="Jizheng Wan" userId="02e35b87-44bd-4455-aecc-56042df92991" providerId="ADAL" clId="{1E07C95F-73A8-4AF2-B183-8BBAFE1F8E9A}" dt="2022-11-27T17:47:47.238" v="153"/>
          <ac:spMkLst>
            <pc:docMk/>
            <pc:sldMk cId="651737348" sldId="346"/>
            <ac:spMk id="2" creationId="{978E45EC-4C97-742A-245A-021BC8784F23}"/>
          </ac:spMkLst>
        </pc:spChg>
        <pc:spChg chg="mod">
          <ac:chgData name="Jizheng Wan" userId="02e35b87-44bd-4455-aecc-56042df92991" providerId="ADAL" clId="{1E07C95F-73A8-4AF2-B183-8BBAFE1F8E9A}" dt="2022-11-27T18:28:52.173" v="433" actId="20577"/>
          <ac:spMkLst>
            <pc:docMk/>
            <pc:sldMk cId="651737348" sldId="346"/>
            <ac:spMk id="3" creationId="{FAD37B9F-BC41-16CA-7D34-D0CA9DBA5295}"/>
          </ac:spMkLst>
        </pc:spChg>
        <pc:spChg chg="add mod">
          <ac:chgData name="Jizheng Wan" userId="02e35b87-44bd-4455-aecc-56042df92991" providerId="ADAL" clId="{1E07C95F-73A8-4AF2-B183-8BBAFE1F8E9A}" dt="2022-11-27T18:35:57.138" v="614" actId="20577"/>
          <ac:spMkLst>
            <pc:docMk/>
            <pc:sldMk cId="651737348" sldId="346"/>
            <ac:spMk id="12" creationId="{6ED9ADA4-E716-70ED-2F0C-CBD8ACD97A93}"/>
          </ac:spMkLst>
        </pc:spChg>
        <pc:grpChg chg="add mod">
          <ac:chgData name="Jizheng Wan" userId="02e35b87-44bd-4455-aecc-56042df92991" providerId="ADAL" clId="{1E07C95F-73A8-4AF2-B183-8BBAFE1F8E9A}" dt="2022-11-27T18:05:06.468" v="371" actId="164"/>
          <ac:grpSpMkLst>
            <pc:docMk/>
            <pc:sldMk cId="651737348" sldId="346"/>
            <ac:grpSpMk id="10" creationId="{257AF347-717A-87DD-6922-8DE5E170DAD8}"/>
          </ac:grpSpMkLst>
        </pc:grpChg>
        <pc:picChg chg="add del mod">
          <ac:chgData name="Jizheng Wan" userId="02e35b87-44bd-4455-aecc-56042df92991" providerId="ADAL" clId="{1E07C95F-73A8-4AF2-B183-8BBAFE1F8E9A}" dt="2022-11-27T18:02:47.858" v="356" actId="478"/>
          <ac:picMkLst>
            <pc:docMk/>
            <pc:sldMk cId="651737348" sldId="346"/>
            <ac:picMk id="5" creationId="{A32A20F2-660F-CBE4-0D0C-5FD289C3FAB5}"/>
          </ac:picMkLst>
        </pc:picChg>
        <pc:picChg chg="add mod">
          <ac:chgData name="Jizheng Wan" userId="02e35b87-44bd-4455-aecc-56042df92991" providerId="ADAL" clId="{1E07C95F-73A8-4AF2-B183-8BBAFE1F8E9A}" dt="2022-11-27T18:05:06.468" v="371" actId="164"/>
          <ac:picMkLst>
            <pc:docMk/>
            <pc:sldMk cId="651737348" sldId="346"/>
            <ac:picMk id="7" creationId="{B4615531-EBC5-0B09-9696-079D9D9F279B}"/>
          </ac:picMkLst>
        </pc:picChg>
        <pc:picChg chg="add mod">
          <ac:chgData name="Jizheng Wan" userId="02e35b87-44bd-4455-aecc-56042df92991" providerId="ADAL" clId="{1E07C95F-73A8-4AF2-B183-8BBAFE1F8E9A}" dt="2022-11-27T18:05:06.468" v="371" actId="164"/>
          <ac:picMkLst>
            <pc:docMk/>
            <pc:sldMk cId="651737348" sldId="346"/>
            <ac:picMk id="9" creationId="{A5EC6DE3-36CE-5A34-E4E2-C30497D46A19}"/>
          </ac:picMkLst>
        </pc:picChg>
      </pc:sldChg>
      <pc:sldChg chg="delSp modSp add mod delAnim">
        <pc:chgData name="Jizheng Wan" userId="02e35b87-44bd-4455-aecc-56042df92991" providerId="ADAL" clId="{1E07C95F-73A8-4AF2-B183-8BBAFE1F8E9A}" dt="2022-11-27T18:42:31.565" v="672" actId="20577"/>
        <pc:sldMkLst>
          <pc:docMk/>
          <pc:sldMk cId="3174108683" sldId="347"/>
        </pc:sldMkLst>
        <pc:spChg chg="mod">
          <ac:chgData name="Jizheng Wan" userId="02e35b87-44bd-4455-aecc-56042df92991" providerId="ADAL" clId="{1E07C95F-73A8-4AF2-B183-8BBAFE1F8E9A}" dt="2022-11-27T18:42:31.565" v="672" actId="20577"/>
          <ac:spMkLst>
            <pc:docMk/>
            <pc:sldMk cId="3174108683" sldId="347"/>
            <ac:spMk id="3" creationId="{FAD37B9F-BC41-16CA-7D34-D0CA9DBA5295}"/>
          </ac:spMkLst>
        </pc:spChg>
        <pc:spChg chg="mod">
          <ac:chgData name="Jizheng Wan" userId="02e35b87-44bd-4455-aecc-56042df92991" providerId="ADAL" clId="{1E07C95F-73A8-4AF2-B183-8BBAFE1F8E9A}" dt="2022-11-27T18:37:38.755" v="653" actId="20577"/>
          <ac:spMkLst>
            <pc:docMk/>
            <pc:sldMk cId="3174108683" sldId="347"/>
            <ac:spMk id="12" creationId="{6ED9ADA4-E716-70ED-2F0C-CBD8ACD97A93}"/>
          </ac:spMkLst>
        </pc:spChg>
        <pc:grpChg chg="del">
          <ac:chgData name="Jizheng Wan" userId="02e35b87-44bd-4455-aecc-56042df92991" providerId="ADAL" clId="{1E07C95F-73A8-4AF2-B183-8BBAFE1F8E9A}" dt="2022-11-27T18:30:45" v="468" actId="478"/>
          <ac:grpSpMkLst>
            <pc:docMk/>
            <pc:sldMk cId="3174108683" sldId="347"/>
            <ac:grpSpMk id="10" creationId="{257AF347-717A-87DD-6922-8DE5E170DAD8}"/>
          </ac:grpSpMkLst>
        </pc:grpChg>
      </pc:sldChg>
      <pc:sldChg chg="addSp delSp modSp new mod modAnim">
        <pc:chgData name="Jizheng Wan" userId="02e35b87-44bd-4455-aecc-56042df92991" providerId="ADAL" clId="{1E07C95F-73A8-4AF2-B183-8BBAFE1F8E9A}" dt="2022-11-27T19:16:34.755" v="1127" actId="20577"/>
        <pc:sldMkLst>
          <pc:docMk/>
          <pc:sldMk cId="4122312481" sldId="348"/>
        </pc:sldMkLst>
        <pc:spChg chg="mod">
          <ac:chgData name="Jizheng Wan" userId="02e35b87-44bd-4455-aecc-56042df92991" providerId="ADAL" clId="{1E07C95F-73A8-4AF2-B183-8BBAFE1F8E9A}" dt="2022-11-27T18:53:29.311" v="768" actId="20577"/>
          <ac:spMkLst>
            <pc:docMk/>
            <pc:sldMk cId="4122312481" sldId="348"/>
            <ac:spMk id="2" creationId="{CF4D6266-02E7-7383-D13C-EB291B7B99EA}"/>
          </ac:spMkLst>
        </pc:spChg>
        <pc:spChg chg="mod">
          <ac:chgData name="Jizheng Wan" userId="02e35b87-44bd-4455-aecc-56042df92991" providerId="ADAL" clId="{1E07C95F-73A8-4AF2-B183-8BBAFE1F8E9A}" dt="2022-11-27T19:16:34.755" v="1127" actId="20577"/>
          <ac:spMkLst>
            <pc:docMk/>
            <pc:sldMk cId="4122312481" sldId="348"/>
            <ac:spMk id="3" creationId="{51F9C0E1-238A-C702-FE0B-22FFB5A63E82}"/>
          </ac:spMkLst>
        </pc:spChg>
        <pc:spChg chg="add mod topLvl">
          <ac:chgData name="Jizheng Wan" userId="02e35b87-44bd-4455-aecc-56042df92991" providerId="ADAL" clId="{1E07C95F-73A8-4AF2-B183-8BBAFE1F8E9A}" dt="2022-11-27T19:04:42.044" v="996" actId="165"/>
          <ac:spMkLst>
            <pc:docMk/>
            <pc:sldMk cId="4122312481" sldId="348"/>
            <ac:spMk id="6" creationId="{A7D1569F-4A45-C526-4640-6F79CB062ADC}"/>
          </ac:spMkLst>
        </pc:spChg>
        <pc:spChg chg="add mod topLvl">
          <ac:chgData name="Jizheng Wan" userId="02e35b87-44bd-4455-aecc-56042df92991" providerId="ADAL" clId="{1E07C95F-73A8-4AF2-B183-8BBAFE1F8E9A}" dt="2022-11-27T19:04:42.044" v="996" actId="165"/>
          <ac:spMkLst>
            <pc:docMk/>
            <pc:sldMk cId="4122312481" sldId="348"/>
            <ac:spMk id="7" creationId="{A91C883F-9949-06E3-D9FB-935DF600726D}"/>
          </ac:spMkLst>
        </pc:spChg>
        <pc:spChg chg="add mod topLvl">
          <ac:chgData name="Jizheng Wan" userId="02e35b87-44bd-4455-aecc-56042df92991" providerId="ADAL" clId="{1E07C95F-73A8-4AF2-B183-8BBAFE1F8E9A}" dt="2022-11-27T19:04:42.044" v="996" actId="165"/>
          <ac:spMkLst>
            <pc:docMk/>
            <pc:sldMk cId="4122312481" sldId="348"/>
            <ac:spMk id="8" creationId="{961370A8-D2DD-CA5D-6EFA-0D16188F560D}"/>
          </ac:spMkLst>
        </pc:spChg>
        <pc:spChg chg="add mod topLvl">
          <ac:chgData name="Jizheng Wan" userId="02e35b87-44bd-4455-aecc-56042df92991" providerId="ADAL" clId="{1E07C95F-73A8-4AF2-B183-8BBAFE1F8E9A}" dt="2022-11-27T19:04:42.044" v="996" actId="165"/>
          <ac:spMkLst>
            <pc:docMk/>
            <pc:sldMk cId="4122312481" sldId="348"/>
            <ac:spMk id="9" creationId="{923E9312-3A44-06D6-4CAA-3E257E3A991D}"/>
          </ac:spMkLst>
        </pc:spChg>
        <pc:spChg chg="add mod topLvl">
          <ac:chgData name="Jizheng Wan" userId="02e35b87-44bd-4455-aecc-56042df92991" providerId="ADAL" clId="{1E07C95F-73A8-4AF2-B183-8BBAFE1F8E9A}" dt="2022-11-27T19:04:53.109" v="1001" actId="1076"/>
          <ac:spMkLst>
            <pc:docMk/>
            <pc:sldMk cId="4122312481" sldId="348"/>
            <ac:spMk id="10" creationId="{BFA6AD24-8E0C-5808-FFCE-04F711CC1434}"/>
          </ac:spMkLst>
        </pc:spChg>
        <pc:spChg chg="mod topLvl">
          <ac:chgData name="Jizheng Wan" userId="02e35b87-44bd-4455-aecc-56042df92991" providerId="ADAL" clId="{1E07C95F-73A8-4AF2-B183-8BBAFE1F8E9A}" dt="2022-11-27T19:05:26.044" v="1020" actId="207"/>
          <ac:spMkLst>
            <pc:docMk/>
            <pc:sldMk cId="4122312481" sldId="348"/>
            <ac:spMk id="13" creationId="{D312C38C-5735-55DC-DA9E-943D985DE269}"/>
          </ac:spMkLst>
        </pc:spChg>
        <pc:spChg chg="mod topLvl">
          <ac:chgData name="Jizheng Wan" userId="02e35b87-44bd-4455-aecc-56042df92991" providerId="ADAL" clId="{1E07C95F-73A8-4AF2-B183-8BBAFE1F8E9A}" dt="2022-11-27T19:05:28.407" v="1021" actId="207"/>
          <ac:spMkLst>
            <pc:docMk/>
            <pc:sldMk cId="4122312481" sldId="348"/>
            <ac:spMk id="14" creationId="{41CD068A-A54B-53B2-38A6-0FE596FAF8C1}"/>
          </ac:spMkLst>
        </pc:spChg>
        <pc:spChg chg="mod topLvl">
          <ac:chgData name="Jizheng Wan" userId="02e35b87-44bd-4455-aecc-56042df92991" providerId="ADAL" clId="{1E07C95F-73A8-4AF2-B183-8BBAFE1F8E9A}" dt="2022-11-27T19:05:30.728" v="1022" actId="207"/>
          <ac:spMkLst>
            <pc:docMk/>
            <pc:sldMk cId="4122312481" sldId="348"/>
            <ac:spMk id="15" creationId="{D7259F6C-DC06-7310-49BF-4F641D0810A2}"/>
          </ac:spMkLst>
        </pc:spChg>
        <pc:spChg chg="mod topLvl">
          <ac:chgData name="Jizheng Wan" userId="02e35b87-44bd-4455-aecc-56042df92991" providerId="ADAL" clId="{1E07C95F-73A8-4AF2-B183-8BBAFE1F8E9A}" dt="2022-11-27T19:05:33.272" v="1023" actId="207"/>
          <ac:spMkLst>
            <pc:docMk/>
            <pc:sldMk cId="4122312481" sldId="348"/>
            <ac:spMk id="16" creationId="{420261CC-8FBC-EDFA-A57B-35887333DCEA}"/>
          </ac:spMkLst>
        </pc:spChg>
        <pc:spChg chg="mod topLvl">
          <ac:chgData name="Jizheng Wan" userId="02e35b87-44bd-4455-aecc-56042df92991" providerId="ADAL" clId="{1E07C95F-73A8-4AF2-B183-8BBAFE1F8E9A}" dt="2022-11-27T19:05:07.862" v="1015" actId="1035"/>
          <ac:spMkLst>
            <pc:docMk/>
            <pc:sldMk cId="4122312481" sldId="348"/>
            <ac:spMk id="17" creationId="{83C17B0A-31F6-C9AB-4D52-A202A3C7807B}"/>
          </ac:spMkLst>
        </pc:spChg>
        <pc:grpChg chg="add del mod">
          <ac:chgData name="Jizheng Wan" userId="02e35b87-44bd-4455-aecc-56042df92991" providerId="ADAL" clId="{1E07C95F-73A8-4AF2-B183-8BBAFE1F8E9A}" dt="2022-11-27T19:04:42.044" v="996" actId="165"/>
          <ac:grpSpMkLst>
            <pc:docMk/>
            <pc:sldMk cId="4122312481" sldId="348"/>
            <ac:grpSpMk id="11" creationId="{DC4BC4DA-C746-427F-1BE1-435ADA1A7DB8}"/>
          </ac:grpSpMkLst>
        </pc:grpChg>
        <pc:grpChg chg="add del mod">
          <ac:chgData name="Jizheng Wan" userId="02e35b87-44bd-4455-aecc-56042df92991" providerId="ADAL" clId="{1E07C95F-73A8-4AF2-B183-8BBAFE1F8E9A}" dt="2022-11-27T19:04:46.046" v="997" actId="165"/>
          <ac:grpSpMkLst>
            <pc:docMk/>
            <pc:sldMk cId="4122312481" sldId="348"/>
            <ac:grpSpMk id="12" creationId="{D338F1E6-62E5-7CAD-2850-86985DE7C4F6}"/>
          </ac:grpSpMkLst>
        </pc:grpChg>
        <pc:picChg chg="add mod">
          <ac:chgData name="Jizheng Wan" userId="02e35b87-44bd-4455-aecc-56042df92991" providerId="ADAL" clId="{1E07C95F-73A8-4AF2-B183-8BBAFE1F8E9A}" dt="2022-11-27T19:07:45.577" v="1024" actId="1076"/>
          <ac:picMkLst>
            <pc:docMk/>
            <pc:sldMk cId="4122312481" sldId="348"/>
            <ac:picMk id="5" creationId="{463CC38B-C74B-33E1-00B5-37D5E1F2C1BC}"/>
          </ac:picMkLst>
        </pc:picChg>
      </pc:sldChg>
      <pc:sldChg chg="addSp delSp modSp add mod">
        <pc:chgData name="Jizheng Wan" userId="02e35b87-44bd-4455-aecc-56042df92991" providerId="ADAL" clId="{1E07C95F-73A8-4AF2-B183-8BBAFE1F8E9A}" dt="2022-11-27T19:16:40.988" v="1128" actId="6549"/>
        <pc:sldMkLst>
          <pc:docMk/>
          <pc:sldMk cId="4156489914" sldId="349"/>
        </pc:sldMkLst>
        <pc:spChg chg="mod">
          <ac:chgData name="Jizheng Wan" userId="02e35b87-44bd-4455-aecc-56042df92991" providerId="ADAL" clId="{1E07C95F-73A8-4AF2-B183-8BBAFE1F8E9A}" dt="2022-11-27T19:16:40.988" v="1128" actId="6549"/>
          <ac:spMkLst>
            <pc:docMk/>
            <pc:sldMk cId="4156489914" sldId="349"/>
            <ac:spMk id="3" creationId="{51F9C0E1-238A-C702-FE0B-22FFB5A63E82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6" creationId="{A7D1569F-4A45-C526-4640-6F79CB062ADC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7" creationId="{A91C883F-9949-06E3-D9FB-935DF600726D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8" creationId="{961370A8-D2DD-CA5D-6EFA-0D16188F560D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9" creationId="{923E9312-3A44-06D6-4CAA-3E257E3A991D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10" creationId="{BFA6AD24-8E0C-5808-FFCE-04F711CC1434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13" creationId="{D312C38C-5735-55DC-DA9E-943D985DE269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14" creationId="{41CD068A-A54B-53B2-38A6-0FE596FAF8C1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15" creationId="{D7259F6C-DC06-7310-49BF-4F641D0810A2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16" creationId="{420261CC-8FBC-EDFA-A57B-35887333DCEA}"/>
          </ac:spMkLst>
        </pc:spChg>
        <pc:spChg chg="del">
          <ac:chgData name="Jizheng Wan" userId="02e35b87-44bd-4455-aecc-56042df92991" providerId="ADAL" clId="{1E07C95F-73A8-4AF2-B183-8BBAFE1F8E9A}" dt="2022-11-27T19:13:44.816" v="1120" actId="478"/>
          <ac:spMkLst>
            <pc:docMk/>
            <pc:sldMk cId="4156489914" sldId="349"/>
            <ac:spMk id="17" creationId="{83C17B0A-31F6-C9AB-4D52-A202A3C7807B}"/>
          </ac:spMkLst>
        </pc:spChg>
        <pc:picChg chg="del">
          <ac:chgData name="Jizheng Wan" userId="02e35b87-44bd-4455-aecc-56042df92991" providerId="ADAL" clId="{1E07C95F-73A8-4AF2-B183-8BBAFE1F8E9A}" dt="2022-11-27T19:13:46.175" v="1121" actId="478"/>
          <ac:picMkLst>
            <pc:docMk/>
            <pc:sldMk cId="4156489914" sldId="349"/>
            <ac:picMk id="5" creationId="{463CC38B-C74B-33E1-00B5-37D5E1F2C1BC}"/>
          </ac:picMkLst>
        </pc:picChg>
        <pc:picChg chg="add mod">
          <ac:chgData name="Jizheng Wan" userId="02e35b87-44bd-4455-aecc-56042df92991" providerId="ADAL" clId="{1E07C95F-73A8-4AF2-B183-8BBAFE1F8E9A}" dt="2022-11-27T19:14:58.645" v="1126" actId="1076"/>
          <ac:picMkLst>
            <pc:docMk/>
            <pc:sldMk cId="4156489914" sldId="349"/>
            <ac:picMk id="11" creationId="{7AC9B253-EA2F-EDEB-7113-92D37870D962}"/>
          </ac:picMkLst>
        </pc:picChg>
      </pc:sldChg>
      <pc:sldChg chg="addSp modSp new mod modAnim">
        <pc:chgData name="Jizheng Wan" userId="02e35b87-44bd-4455-aecc-56042df92991" providerId="ADAL" clId="{1E07C95F-73A8-4AF2-B183-8BBAFE1F8E9A}" dt="2022-11-27T19:30:51.978" v="1573"/>
        <pc:sldMkLst>
          <pc:docMk/>
          <pc:sldMk cId="2678142742" sldId="350"/>
        </pc:sldMkLst>
        <pc:spChg chg="mod">
          <ac:chgData name="Jizheng Wan" userId="02e35b87-44bd-4455-aecc-56042df92991" providerId="ADAL" clId="{1E07C95F-73A8-4AF2-B183-8BBAFE1F8E9A}" dt="2022-11-27T19:18:03.505" v="1143" actId="20577"/>
          <ac:spMkLst>
            <pc:docMk/>
            <pc:sldMk cId="2678142742" sldId="350"/>
            <ac:spMk id="2" creationId="{45C3B4E5-5998-F84F-4FDC-E7A146F3C2DC}"/>
          </ac:spMkLst>
        </pc:spChg>
        <pc:spChg chg="mod">
          <ac:chgData name="Jizheng Wan" userId="02e35b87-44bd-4455-aecc-56042df92991" providerId="ADAL" clId="{1E07C95F-73A8-4AF2-B183-8BBAFE1F8E9A}" dt="2022-11-27T19:30:23.673" v="1564" actId="20577"/>
          <ac:spMkLst>
            <pc:docMk/>
            <pc:sldMk cId="2678142742" sldId="350"/>
            <ac:spMk id="3" creationId="{101F3CCD-B543-2B0A-4037-81377D80CA14}"/>
          </ac:spMkLst>
        </pc:spChg>
        <pc:picChg chg="add mod">
          <ac:chgData name="Jizheng Wan" userId="02e35b87-44bd-4455-aecc-56042df92991" providerId="ADAL" clId="{1E07C95F-73A8-4AF2-B183-8BBAFE1F8E9A}" dt="2022-11-27T19:30:49.514" v="1572" actId="1076"/>
          <ac:picMkLst>
            <pc:docMk/>
            <pc:sldMk cId="2678142742" sldId="350"/>
            <ac:picMk id="5" creationId="{86025FD8-A455-C279-3E5C-D7E4D8E8DBA5}"/>
          </ac:picMkLst>
        </pc:picChg>
      </pc:sldChg>
      <pc:sldChg chg="addSp delSp modSp new mod modAnim">
        <pc:chgData name="Jizheng Wan" userId="02e35b87-44bd-4455-aecc-56042df92991" providerId="ADAL" clId="{1E07C95F-73A8-4AF2-B183-8BBAFE1F8E9A}" dt="2022-11-27T19:44:13.078" v="1902"/>
        <pc:sldMkLst>
          <pc:docMk/>
          <pc:sldMk cId="23785930" sldId="351"/>
        </pc:sldMkLst>
        <pc:spChg chg="mod">
          <ac:chgData name="Jizheng Wan" userId="02e35b87-44bd-4455-aecc-56042df92991" providerId="ADAL" clId="{1E07C95F-73A8-4AF2-B183-8BBAFE1F8E9A}" dt="2022-11-27T19:41:26.464" v="1829" actId="20577"/>
          <ac:spMkLst>
            <pc:docMk/>
            <pc:sldMk cId="23785930" sldId="351"/>
            <ac:spMk id="2" creationId="{D5939D44-2438-6966-B649-7FC60E4F4050}"/>
          </ac:spMkLst>
        </pc:spChg>
        <pc:spChg chg="mod">
          <ac:chgData name="Jizheng Wan" userId="02e35b87-44bd-4455-aecc-56042df92991" providerId="ADAL" clId="{1E07C95F-73A8-4AF2-B183-8BBAFE1F8E9A}" dt="2022-11-27T19:42:25.724" v="1841" actId="20577"/>
          <ac:spMkLst>
            <pc:docMk/>
            <pc:sldMk cId="23785930" sldId="351"/>
            <ac:spMk id="3" creationId="{037A0BFC-25C6-A27C-14FC-514D0CA66489}"/>
          </ac:spMkLst>
        </pc:spChg>
        <pc:picChg chg="add del mod modCrop">
          <ac:chgData name="Jizheng Wan" userId="02e35b87-44bd-4455-aecc-56042df92991" providerId="ADAL" clId="{1E07C95F-73A8-4AF2-B183-8BBAFE1F8E9A}" dt="2022-11-27T19:42:29.283" v="1843" actId="478"/>
          <ac:picMkLst>
            <pc:docMk/>
            <pc:sldMk cId="23785930" sldId="351"/>
            <ac:picMk id="5" creationId="{DCC92245-D6F5-C791-8BED-701268DCEE24}"/>
          </ac:picMkLst>
        </pc:picChg>
        <pc:picChg chg="add mod ord">
          <ac:chgData name="Jizheng Wan" userId="02e35b87-44bd-4455-aecc-56042df92991" providerId="ADAL" clId="{1E07C95F-73A8-4AF2-B183-8BBAFE1F8E9A}" dt="2022-11-27T19:43:36.934" v="1900" actId="1076"/>
          <ac:picMkLst>
            <pc:docMk/>
            <pc:sldMk cId="23785930" sldId="351"/>
            <ac:picMk id="7" creationId="{33DCD196-A04C-6D19-D194-2F62C13D63B5}"/>
          </ac:picMkLst>
        </pc:picChg>
      </pc:sldChg>
      <pc:sldChg chg="modSp new mod modAnim">
        <pc:chgData name="Jizheng Wan" userId="02e35b87-44bd-4455-aecc-56042df92991" providerId="ADAL" clId="{1E07C95F-73A8-4AF2-B183-8BBAFE1F8E9A}" dt="2022-11-27T19:43:10.119" v="1894" actId="20577"/>
        <pc:sldMkLst>
          <pc:docMk/>
          <pc:sldMk cId="284530235" sldId="352"/>
        </pc:sldMkLst>
        <pc:spChg chg="mod">
          <ac:chgData name="Jizheng Wan" userId="02e35b87-44bd-4455-aecc-56042df92991" providerId="ADAL" clId="{1E07C95F-73A8-4AF2-B183-8BBAFE1F8E9A}" dt="2022-11-27T19:32:41.204" v="1585" actId="20577"/>
          <ac:spMkLst>
            <pc:docMk/>
            <pc:sldMk cId="284530235" sldId="352"/>
            <ac:spMk id="2" creationId="{C55438C9-D3A8-3EC3-C4C1-9EC3519D6570}"/>
          </ac:spMkLst>
        </pc:spChg>
        <pc:spChg chg="mod">
          <ac:chgData name="Jizheng Wan" userId="02e35b87-44bd-4455-aecc-56042df92991" providerId="ADAL" clId="{1E07C95F-73A8-4AF2-B183-8BBAFE1F8E9A}" dt="2022-11-27T19:43:10.119" v="1894" actId="20577"/>
          <ac:spMkLst>
            <pc:docMk/>
            <pc:sldMk cId="284530235" sldId="352"/>
            <ac:spMk id="3" creationId="{28C827B9-4A45-E4AD-EDBF-70A2D58D510F}"/>
          </ac:spMkLst>
        </pc:spChg>
      </pc:sldChg>
      <pc:sldChg chg="new">
        <pc:chgData name="Jizheng Wan" userId="02e35b87-44bd-4455-aecc-56042df92991" providerId="ADAL" clId="{1E07C95F-73A8-4AF2-B183-8BBAFE1F8E9A}" dt="2022-11-27T19:45:03.267" v="1903" actId="680"/>
        <pc:sldMkLst>
          <pc:docMk/>
          <pc:sldMk cId="38527291" sldId="353"/>
        </pc:sldMkLst>
      </pc:sldChg>
      <pc:sldChg chg="new">
        <pc:chgData name="Jizheng Wan" userId="02e35b87-44bd-4455-aecc-56042df92991" providerId="ADAL" clId="{1E07C95F-73A8-4AF2-B183-8BBAFE1F8E9A}" dt="2022-11-27T19:45:05.153" v="1904" actId="680"/>
        <pc:sldMkLst>
          <pc:docMk/>
          <pc:sldMk cId="2332690623" sldId="354"/>
        </pc:sldMkLst>
      </pc:sldChg>
      <pc:sldChg chg="modSp mod">
        <pc:chgData name="Jizheng Wan" userId="02e35b87-44bd-4455-aecc-56042df92991" providerId="ADAL" clId="{1E07C95F-73A8-4AF2-B183-8BBAFE1F8E9A}" dt="2022-11-29T16:09:23.635" v="2007" actId="1035"/>
        <pc:sldMkLst>
          <pc:docMk/>
          <pc:sldMk cId="4052414615" sldId="359"/>
        </pc:sldMkLst>
        <pc:spChg chg="mod">
          <ac:chgData name="Jizheng Wan" userId="02e35b87-44bd-4455-aecc-56042df92991" providerId="ADAL" clId="{1E07C95F-73A8-4AF2-B183-8BBAFE1F8E9A}" dt="2022-11-29T16:09:23.635" v="2007" actId="1035"/>
          <ac:spMkLst>
            <pc:docMk/>
            <pc:sldMk cId="4052414615" sldId="359"/>
            <ac:spMk id="2" creationId="{C61FDBE5-49DF-0504-D9B5-1B59A8F76CCE}"/>
          </ac:spMkLst>
        </pc:spChg>
        <pc:graphicFrameChg chg="mod modGraphic">
          <ac:chgData name="Jizheng Wan" userId="02e35b87-44bd-4455-aecc-56042df92991" providerId="ADAL" clId="{1E07C95F-73A8-4AF2-B183-8BBAFE1F8E9A}" dt="2022-11-29T16:08:16.462" v="1991" actId="14734"/>
          <ac:graphicFrameMkLst>
            <pc:docMk/>
            <pc:sldMk cId="4052414615" sldId="359"/>
            <ac:graphicFrameMk id="4" creationId="{81B9EC12-4FEB-8C9A-6E2D-B6C7F2DBBF41}"/>
          </ac:graphicFrameMkLst>
        </pc:graphicFrameChg>
      </pc:sldChg>
      <pc:sldMasterChg chg="modSldLayout">
        <pc:chgData name="Jizheng Wan" userId="02e35b87-44bd-4455-aecc-56042df92991" providerId="ADAL" clId="{1E07C95F-73A8-4AF2-B183-8BBAFE1F8E9A}" dt="2022-11-27T19:38:20.359" v="1753" actId="108"/>
        <pc:sldMasterMkLst>
          <pc:docMk/>
          <pc:sldMasterMk cId="0" sldId="2147483648"/>
        </pc:sldMasterMkLst>
        <pc:sldLayoutChg chg="modSp mod">
          <pc:chgData name="Jizheng Wan" userId="02e35b87-44bd-4455-aecc-56042df92991" providerId="ADAL" clId="{1E07C95F-73A8-4AF2-B183-8BBAFE1F8E9A}" dt="2022-11-27T19:38:20.359" v="1753" actId="108"/>
          <pc:sldLayoutMkLst>
            <pc:docMk/>
            <pc:sldMasterMk cId="0" sldId="2147483648"/>
            <pc:sldLayoutMk cId="4237515078" sldId="2147483946"/>
          </pc:sldLayoutMkLst>
          <pc:spChg chg="mod">
            <ac:chgData name="Jizheng Wan" userId="02e35b87-44bd-4455-aecc-56042df92991" providerId="ADAL" clId="{1E07C95F-73A8-4AF2-B183-8BBAFE1F8E9A}" dt="2022-11-27T19:38:20.359" v="1753" actId="108"/>
            <ac:spMkLst>
              <pc:docMk/>
              <pc:sldMasterMk cId="0" sldId="2147483648"/>
              <pc:sldLayoutMk cId="4237515078" sldId="2147483946"/>
              <ac:spMk id="3" creationId="{00000000-0000-0000-0000-000000000000}"/>
            </ac:spMkLst>
          </pc:spChg>
        </pc:sldLayoutChg>
      </pc:sldMasterChg>
    </pc:docChg>
  </pc:docChgLst>
  <pc:docChgLst>
    <pc:chgData name="Jizheng Wan" userId="02e35b87-44bd-4455-aecc-56042df92991" providerId="ADAL" clId="{702691A6-40BF-4444-AEDF-3F58A60EA10D}"/>
    <pc:docChg chg="modSld">
      <pc:chgData name="Jizheng Wan" userId="02e35b87-44bd-4455-aecc-56042df92991" providerId="ADAL" clId="{702691A6-40BF-4444-AEDF-3F58A60EA10D}" dt="2022-11-01T18:56:57.899" v="0"/>
      <pc:docMkLst>
        <pc:docMk/>
      </pc:docMkLst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774230203" sldId="321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774230203" sldId="321"/>
            <ac:inkMk id="5" creationId="{5D9C3CFE-A64B-0451-616F-2F826039F123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585716244" sldId="322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585716244" sldId="322"/>
            <ac:inkMk id="6" creationId="{596C9936-815E-BFDB-A85E-619DE24130D2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543225394" sldId="324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543225394" sldId="324"/>
            <ac:inkMk id="5" creationId="{5A8E88AA-CB29-2C3C-6F3B-15D43E62176F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990925061" sldId="325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990925061" sldId="325"/>
            <ac:inkMk id="4" creationId="{AE90F526-E594-70F4-76E9-564C15DA721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843695421" sldId="328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843695421" sldId="328"/>
            <ac:inkMk id="9" creationId="{DA27154C-09E8-3501-3D3C-E57C7A37A617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4236375752" sldId="329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4236375752" sldId="329"/>
            <ac:inkMk id="9" creationId="{A2E74113-A377-8A1F-AABE-67769885F0F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1399123181" sldId="330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11/12/2023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12/11/2023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348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909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</a:defRPr>
            </a:lvl1pPr>
            <a:lvl2pPr marL="742950" indent="-285750">
              <a:buClrTx/>
              <a:buFont typeface="Wingdings" panose="05000000000000000000" pitchFamily="2" charset="2"/>
              <a:buChar char="Ø"/>
              <a:defRPr sz="1400" b="0"/>
            </a:lvl2pPr>
            <a:lvl3pPr marL="1143000" indent="-2286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 marL="1600200" indent="-228600">
              <a:buClrTx/>
              <a:buSzPct val="65000"/>
              <a:buFont typeface="Wingdings" panose="05000000000000000000" pitchFamily="2" charset="2"/>
              <a:buChar char="Ø"/>
              <a:defRPr 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4pPr>
            <a:lvl5pPr marL="2057400" indent="-228600">
              <a:buClrTx/>
              <a:buSzPct val="65000"/>
              <a:buFont typeface="Wingdings" panose="05000000000000000000" pitchFamily="2" charset="2"/>
              <a:buChar char="Ø"/>
              <a:defRPr lang="en-US" sz="1400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5pPr>
            <a:lvl6pPr marL="2514600" indent="-228600">
              <a:buClrTx/>
              <a:buSzPct val="65000"/>
              <a:buFont typeface="Wingdings" panose="05000000000000000000" pitchFamily="2" charset="2"/>
              <a:buChar char="Ø"/>
              <a:defRPr lang="en-US" sz="1400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6pPr>
            <a:lvl7pPr marL="2971800" indent="-228600">
              <a:buClrTx/>
              <a:buSzPct val="65000"/>
              <a:buFont typeface="Wingdings" panose="05000000000000000000" pitchFamily="2" charset="2"/>
              <a:buChar char="Ø"/>
              <a:defRPr lang="en-US" sz="1400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7pPr>
            <a:lvl8pPr marL="3429000" indent="-228600">
              <a:buClrTx/>
              <a:buSzPct val="65000"/>
              <a:buFont typeface="Wingdings" panose="05000000000000000000" pitchFamily="2" charset="2"/>
              <a:buChar char="Ø"/>
              <a:defRPr lang="en-US" sz="1400" b="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8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Click to add content</a:t>
            </a:r>
          </a:p>
          <a:p>
            <a:pPr lvl="2"/>
            <a:r>
              <a:rPr lang="en-US" dirty="0"/>
              <a:t>Click to add content</a:t>
            </a:r>
          </a:p>
          <a:p>
            <a:pPr lvl="3"/>
            <a:r>
              <a:rPr lang="en-US" dirty="0" err="1"/>
              <a:t>Fdsaf</a:t>
            </a:r>
            <a:endParaRPr lang="en-US" dirty="0"/>
          </a:p>
          <a:p>
            <a:pPr lvl="4"/>
            <a:r>
              <a:rPr lang="en-US" dirty="0" err="1"/>
              <a:t>Fdsa</a:t>
            </a:r>
            <a:endParaRPr lang="en-US" dirty="0"/>
          </a:p>
          <a:p>
            <a:pPr lvl="5"/>
            <a:r>
              <a:rPr lang="en-US" dirty="0" err="1"/>
              <a:t>Fsad</a:t>
            </a:r>
            <a:endParaRPr lang="en-US" dirty="0"/>
          </a:p>
          <a:p>
            <a:pPr lvl="6"/>
            <a:r>
              <a:rPr lang="en-US" dirty="0" err="1"/>
              <a:t>Fdsa</a:t>
            </a:r>
            <a:endParaRPr lang="en-US" dirty="0"/>
          </a:p>
          <a:p>
            <a:pPr lvl="7"/>
            <a:r>
              <a:rPr lang="en-US" dirty="0" err="1"/>
              <a:t>Fdsa</a:t>
            </a:r>
            <a:endParaRPr lang="en-US" dirty="0"/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9C17DE-685A-6C89-0FE4-92759F840CD1}"/>
              </a:ext>
            </a:extLst>
          </p:cNvPr>
          <p:cNvSpPr txBox="1">
            <a:spLocks/>
          </p:cNvSpPr>
          <p:nvPr/>
        </p:nvSpPr>
        <p:spPr>
          <a:xfrm>
            <a:off x="1944113" y="1690212"/>
            <a:ext cx="5255774" cy="215674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Georgia"/>
                <a:ea typeface="ＭＳ Ｐゴシック" charset="0"/>
                <a:cs typeface="Georgi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3600" b="0" kern="0" dirty="0"/>
              <a:t>Attendance Code:</a:t>
            </a:r>
          </a:p>
          <a:p>
            <a:pPr algn="ctr"/>
            <a:endParaRPr lang="en-GB" sz="3600" b="0" kern="0" dirty="0"/>
          </a:p>
          <a:p>
            <a:pPr algn="ctr"/>
            <a:r>
              <a:rPr lang="en-GB" sz="4000" b="0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58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984776" cy="1244724"/>
          </a:xfrm>
        </p:spPr>
        <p:txBody>
          <a:bodyPr/>
          <a:lstStyle/>
          <a:p>
            <a:pPr algn="ctr"/>
            <a:r>
              <a:rPr lang="en-GB" dirty="0"/>
              <a:t>OOP/SW – Week 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584052" y="2768750"/>
            <a:ext cx="4751759" cy="1244724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Dr. Jizheng Wan</a:t>
            </a:r>
          </a:p>
          <a:p>
            <a:pPr algn="ctr"/>
            <a:r>
              <a:rPr lang="en-GB" dirty="0"/>
              <a:t>Nov 2023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D3F2FF-CFC8-C0E4-ABD0-23CA993C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3315"/>
            <a:ext cx="9144000" cy="50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BA0B-EED1-40DB-AEB4-613DF7BB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739-ADE8-406B-B5BB-21B7DCB2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Files concepts – Lecture 2</a:t>
            </a:r>
          </a:p>
          <a:p>
            <a:r>
              <a:rPr lang="en-GB" dirty="0"/>
              <a:t>File handling classes – Lecture 2</a:t>
            </a:r>
          </a:p>
          <a:p>
            <a:r>
              <a:rPr lang="en-GB" dirty="0"/>
              <a:t>Stream handling classes – Lecture 2</a:t>
            </a:r>
          </a:p>
          <a:p>
            <a:r>
              <a:rPr lang="en-GB" dirty="0"/>
              <a:t>Random access files – Lecture 2</a:t>
            </a:r>
          </a:p>
        </p:txBody>
      </p:sp>
    </p:spTree>
    <p:extLst>
      <p:ext uri="{BB962C8B-B14F-4D97-AF65-F5344CB8AC3E}">
        <p14:creationId xmlns:p14="http://schemas.microsoft.com/office/powerpoint/2010/main" val="9784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B4E5-5998-F84F-4FDC-E7A146F3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Files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F3CCD-B543-2B0A-4037-81377D80C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3"/>
            <a:ext cx="7860190" cy="318084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Computer files</a:t>
            </a:r>
          </a:p>
          <a:p>
            <a:r>
              <a:rPr lang="en-GB" dirty="0"/>
              <a:t>Files are collections of data that exist on </a:t>
            </a:r>
            <a:r>
              <a:rPr lang="en-GB" dirty="0" err="1"/>
              <a:t>nonvolatile</a:t>
            </a:r>
            <a:r>
              <a:rPr lang="en-GB" dirty="0"/>
              <a:t> devices.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Based on how a file has been stored:</a:t>
            </a:r>
          </a:p>
          <a:p>
            <a:r>
              <a:rPr lang="en-GB" dirty="0"/>
              <a:t>Text file:</a:t>
            </a:r>
          </a:p>
          <a:p>
            <a:pPr lvl="1"/>
            <a:r>
              <a:rPr lang="en-GB" dirty="0"/>
              <a:t>Data that can be read in a text editor</a:t>
            </a:r>
          </a:p>
          <a:p>
            <a:pPr lvl="1"/>
            <a:r>
              <a:rPr lang="en-GB" dirty="0"/>
              <a:t>Coded with ASC II or Unicode</a:t>
            </a:r>
          </a:p>
          <a:p>
            <a:pPr lvl="2"/>
            <a:r>
              <a:rPr lang="en-GB" dirty="0"/>
              <a:t>E.g. .java file.</a:t>
            </a:r>
          </a:p>
          <a:p>
            <a:r>
              <a:rPr lang="en-GB" dirty="0"/>
              <a:t>Binary file:</a:t>
            </a:r>
          </a:p>
          <a:p>
            <a:pPr lvl="1"/>
            <a:r>
              <a:rPr lang="en-GB" dirty="0"/>
              <a:t>Data that has not been encoded as text</a:t>
            </a:r>
          </a:p>
          <a:p>
            <a:pPr lvl="2"/>
            <a:r>
              <a:rPr lang="en-GB" dirty="0"/>
              <a:t>E.g. Images, music and compiled java program with .class extension.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25FD8-A455-C279-3E5C-D7E4D8E8D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00" y="1347613"/>
            <a:ext cx="4307071" cy="301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4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DCD196-A04C-6D19-D194-2F62C13D6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108" y="256661"/>
            <a:ext cx="4164892" cy="29523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939D44-2438-6966-B649-7FC60E4F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folders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0BFC-25C6-A27C-14FC-514D0CA66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5177950" cy="2952328"/>
          </a:xfrm>
        </p:spPr>
        <p:txBody>
          <a:bodyPr/>
          <a:lstStyle/>
          <a:p>
            <a:r>
              <a:rPr lang="en-GB" dirty="0">
                <a:solidFill>
                  <a:srgbClr val="7030A0"/>
                </a:solidFill>
              </a:rPr>
              <a:t>Path names</a:t>
            </a:r>
          </a:p>
          <a:p>
            <a:pPr lvl="1"/>
            <a:r>
              <a:rPr lang="en-GB" dirty="0"/>
              <a:t>E.g. “C:\Temp\Teaching\Java\data.txt”</a:t>
            </a:r>
          </a:p>
          <a:p>
            <a:pPr lvl="1"/>
            <a:r>
              <a:rPr lang="en-GB" dirty="0"/>
              <a:t>If you use a Unix-style file system, use </a:t>
            </a:r>
            <a:r>
              <a:rPr lang="en-GB" dirty="0">
                <a:solidFill>
                  <a:srgbClr val="7030A0"/>
                </a:solidFill>
              </a:rPr>
              <a:t>forward-slash</a:t>
            </a:r>
            <a:r>
              <a:rPr lang="en-GB" dirty="0"/>
              <a:t> (/) instead of back-slash (\)</a:t>
            </a:r>
          </a:p>
          <a:p>
            <a:pPr lvl="1"/>
            <a:endParaRPr lang="en-GB" dirty="0">
              <a:solidFill>
                <a:srgbClr val="7030A0"/>
              </a:solidFill>
            </a:endParaRPr>
          </a:p>
          <a:p>
            <a:r>
              <a:rPr lang="en-GB" dirty="0">
                <a:solidFill>
                  <a:srgbClr val="7030A0"/>
                </a:solidFill>
              </a:rPr>
              <a:t>Relative path </a:t>
            </a:r>
            <a:r>
              <a:rPr lang="en-GB" dirty="0"/>
              <a:t>– Path relative to the current directory</a:t>
            </a:r>
          </a:p>
          <a:p>
            <a:pPr lvl="1"/>
            <a:r>
              <a:rPr lang="en-GB" dirty="0"/>
              <a:t>E.g., If the current directory is “C:\Temp\Teaching” then “Java\data.txt” is a relative path.</a:t>
            </a:r>
          </a:p>
          <a:p>
            <a:pPr lvl="1"/>
            <a:endParaRPr lang="en-GB" dirty="0"/>
          </a:p>
          <a:p>
            <a:r>
              <a:rPr lang="en-GB" dirty="0">
                <a:solidFill>
                  <a:srgbClr val="7030A0"/>
                </a:solidFill>
              </a:rPr>
              <a:t>Absolute path </a:t>
            </a:r>
            <a:r>
              <a:rPr lang="en-GB" dirty="0"/>
              <a:t>– is the full path (i.e., non-relative path)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6188E-7FE3-D366-6562-E1F02F09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 classes for 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CF55-6A32-E61D-D2BF-F2C1B1118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43704"/>
            <a:ext cx="7772400" cy="338437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 will use two packages: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import java.io.*;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java.nio.file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.*;  </a:t>
            </a:r>
            <a:r>
              <a:rPr lang="en-GB" dirty="0"/>
              <a:t>// </a:t>
            </a:r>
            <a:r>
              <a:rPr lang="en-GB" dirty="0" err="1"/>
              <a:t>nio</a:t>
            </a:r>
            <a:r>
              <a:rPr lang="en-GB" dirty="0"/>
              <a:t> stands for “new I/O”, added in Java 1.7</a:t>
            </a:r>
          </a:p>
          <a:p>
            <a:pPr marL="0" indent="0">
              <a:buNone/>
            </a:pPr>
            <a:r>
              <a:rPr lang="en-GB" dirty="0"/>
              <a:t>The classes you will need to use: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FileSystem</a:t>
            </a:r>
            <a:r>
              <a:rPr lang="en-GB" dirty="0"/>
              <a:t> – a bureaucratic class needed for the top level (but we can suppress it)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– class for file paths, as well as files themselves!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Paths</a:t>
            </a:r>
            <a:r>
              <a:rPr lang="en-GB" dirty="0"/>
              <a:t> (note the plural) – utility functions for paths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Files</a:t>
            </a:r>
            <a:r>
              <a:rPr lang="en-GB" dirty="0"/>
              <a:t> (note the plural) – file operations on paths, i.e., files</a:t>
            </a:r>
          </a:p>
          <a:p>
            <a:pPr marL="0" indent="0">
              <a:buNone/>
            </a:pPr>
            <a:r>
              <a:rPr lang="en-GB" dirty="0"/>
              <a:t>Is there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GB" dirty="0"/>
              <a:t> class (without the plural)?</a:t>
            </a:r>
          </a:p>
          <a:p>
            <a:r>
              <a:rPr lang="en-GB" dirty="0"/>
              <a:t>There is, but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class from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nio</a:t>
            </a:r>
            <a:r>
              <a:rPr lang="en-GB" dirty="0"/>
              <a:t> package can do all of its work.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729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47D0-D8EA-A6FB-8194-5DF56817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Path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5C8F4-4AB7-E3FC-89A8-37053E52D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Operations on paths</a:t>
            </a:r>
          </a:p>
          <a:p>
            <a:r>
              <a:rPr lang="en-GB" dirty="0"/>
              <a:t>Creating paths</a:t>
            </a:r>
          </a:p>
          <a:p>
            <a:r>
              <a:rPr lang="en-GB" dirty="0"/>
              <a:t>Extracting components of paths</a:t>
            </a:r>
          </a:p>
          <a:p>
            <a:r>
              <a:rPr lang="en-GB" dirty="0"/>
              <a:t>Extracting </a:t>
            </a:r>
            <a:r>
              <a:rPr lang="en-GB" dirty="0" err="1"/>
              <a:t>subpaths</a:t>
            </a:r>
            <a:endParaRPr lang="en-GB" dirty="0"/>
          </a:p>
          <a:p>
            <a:r>
              <a:rPr lang="en-GB" dirty="0"/>
              <a:t>Comparing paths (check if one is a </a:t>
            </a:r>
            <a:r>
              <a:rPr lang="en-GB" dirty="0" err="1"/>
              <a:t>subpath</a:t>
            </a:r>
            <a:r>
              <a:rPr lang="en-GB" dirty="0"/>
              <a:t> of another)</a:t>
            </a:r>
          </a:p>
          <a:p>
            <a:r>
              <a:rPr lang="en-GB" dirty="0"/>
              <a:t>Converting relative paths to absolute paths.</a:t>
            </a:r>
          </a:p>
        </p:txBody>
      </p:sp>
    </p:spTree>
    <p:extLst>
      <p:ext uri="{BB962C8B-B14F-4D97-AF65-F5344CB8AC3E}">
        <p14:creationId xmlns:p14="http://schemas.microsoft.com/office/powerpoint/2010/main" val="1253149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0999-EF58-C267-7F79-1E56C9CCC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Path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8E460-72FC-BF85-8EE5-7A0967D24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61937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class</a:t>
            </a:r>
          </a:p>
          <a:p>
            <a:r>
              <a:rPr lang="en-US" dirty="0">
                <a:latin typeface="Arial" charset="0"/>
                <a:cs typeface="Arial" charset="0"/>
              </a:rPr>
              <a:t>Used to create objects that contain information about files and directories:</a:t>
            </a:r>
          </a:p>
          <a:p>
            <a:pPr lvl="1"/>
            <a:r>
              <a:rPr lang="en-US" dirty="0">
                <a:latin typeface="Arial" charset="0"/>
                <a:cs typeface="Arial" charset="0"/>
              </a:rPr>
              <a:t>E.g. locations, sizes and create dates.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pPr marL="0" indent="0">
              <a:buNone/>
            </a:pPr>
            <a:r>
              <a:rPr lang="en-US" dirty="0">
                <a:latin typeface="Arial" charset="0"/>
                <a:cs typeface="Arial" charset="0"/>
              </a:rPr>
              <a:t>Creating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</a:p>
          <a:p>
            <a:r>
              <a:rPr lang="en-US" dirty="0">
                <a:latin typeface="Arial" charset="0"/>
                <a:cs typeface="Arial" charset="0"/>
              </a:rPr>
              <a:t>First determine the default file system</a:t>
            </a:r>
            <a:r>
              <a:rPr lang="zh-CN" altLang="en-US" dirty="0">
                <a:latin typeface="Arial" charset="0"/>
                <a:cs typeface="Arial" charset="0"/>
              </a:rPr>
              <a:t> </a:t>
            </a:r>
            <a:r>
              <a:rPr lang="en-GB" altLang="zh-CN" dirty="0">
                <a:latin typeface="Arial" charset="0"/>
                <a:cs typeface="Arial" charset="0"/>
              </a:rPr>
              <a:t>by</a:t>
            </a:r>
            <a:r>
              <a:rPr lang="zh-CN" altLang="en-US" dirty="0">
                <a:latin typeface="Arial" charset="0"/>
                <a:cs typeface="Arial" charset="0"/>
              </a:rPr>
              <a:t> </a:t>
            </a:r>
            <a:r>
              <a:rPr lang="en-GB" altLang="zh-CN" dirty="0">
                <a:latin typeface="Arial" charset="0"/>
                <a:cs typeface="Arial" charset="0"/>
              </a:rPr>
              <a:t>using</a:t>
            </a:r>
            <a:r>
              <a:rPr lang="zh-CN" altLang="en-US" dirty="0">
                <a:latin typeface="Arial" charset="0"/>
                <a:cs typeface="Arial" charset="0"/>
              </a:rPr>
              <a:t> </a:t>
            </a:r>
            <a:r>
              <a:rPr lang="en-GB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FileSystem</a:t>
            </a:r>
            <a:r>
              <a:rPr lang="en-GB" altLang="zh-CN" dirty="0">
                <a:latin typeface="Arial" charset="0"/>
                <a:cs typeface="Arial" charset="0"/>
              </a:rPr>
              <a:t>.</a:t>
            </a:r>
          </a:p>
          <a:p>
            <a:r>
              <a:rPr lang="en-US" altLang="zh-CN" dirty="0">
                <a:latin typeface="Arial" charset="0"/>
                <a:cs typeface="Arial" charset="0"/>
              </a:rPr>
              <a:t>Then</a:t>
            </a:r>
            <a:r>
              <a:rPr lang="en-GB" altLang="zh-CN" dirty="0">
                <a:latin typeface="Arial" charset="0"/>
                <a:cs typeface="Arial" charset="0"/>
              </a:rPr>
              <a:t> define a 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altLang="zh-CN" dirty="0">
                <a:latin typeface="Arial" charset="0"/>
                <a:cs typeface="Arial" charset="0"/>
              </a:rPr>
              <a:t> using </a:t>
            </a:r>
            <a:r>
              <a:rPr lang="en-GB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getPath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strPath</a:t>
            </a:r>
            <a:r>
              <a:rPr lang="en-GB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GB" altLang="zh-CN" dirty="0">
                <a:latin typeface="Arial" charset="0"/>
                <a:cs typeface="Arial" charset="0"/>
              </a:rPr>
              <a:t>method</a:t>
            </a:r>
          </a:p>
          <a:p>
            <a:r>
              <a:rPr lang="en-GB" dirty="0">
                <a:latin typeface="Arial" charset="0"/>
                <a:cs typeface="Arial" charset="0"/>
              </a:rPr>
              <a:t>Use two black-slash instead of one, as the first black-slash is an escape char.</a:t>
            </a:r>
          </a:p>
          <a:p>
            <a:pPr lvl="1"/>
            <a:r>
              <a:rPr lang="en-GB" dirty="0"/>
              <a:t>Escape sequences are used to signal an alternative interpretation of a series of characters.</a:t>
            </a:r>
            <a:endParaRPr lang="en-US" dirty="0">
              <a:latin typeface="Arial" charset="0"/>
              <a:cs typeface="Arial" charset="0"/>
            </a:endParaRPr>
          </a:p>
          <a:p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DF4176-57B6-332E-873F-F4E3E0761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2484" y="4262617"/>
            <a:ext cx="6400800" cy="6463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FileSystem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FileSystems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getDefault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Path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filePath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wanjizheng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OneDrive - University of Birmingham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OOP"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2023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Week8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Code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Lecture2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src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resources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Data.txt"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072C-8B22-6AAC-1EB7-025FF829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Path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4AE72-EE5D-7995-76EA-1367B0545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65783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Running on different OS?</a:t>
            </a:r>
          </a:p>
          <a:p>
            <a:r>
              <a:rPr lang="en-GB" dirty="0"/>
              <a:t>Using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fs.getSeparator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>
                <a:latin typeface="Arial (Body)"/>
                <a:cs typeface="Courier New" panose="02070309020205020404" pitchFamily="49" charset="0"/>
              </a:rPr>
              <a:t>method to replace “\\”.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532CF2A-95E6-74F9-FB68-6732203D6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514464"/>
            <a:ext cx="8260091" cy="830997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filePath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"E:"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"wanjizheng"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"OneDrive - University of Birmingham"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"2023"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"Week8"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"Code"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"Lecture2"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src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"main"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"resources"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.getSeparator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"Data.txt"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020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E944-4E9F-FF08-7769-568474C2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Path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352B8-2390-AEEC-80AE-088742EA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Retrieving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information</a:t>
            </a:r>
          </a:p>
          <a:p>
            <a:r>
              <a:rPr lang="en-GB" dirty="0"/>
              <a:t>String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/>
              <a:t>Returns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GB" dirty="0"/>
              <a:t> representation, eliminating double backsplashes.</a:t>
            </a:r>
          </a:p>
          <a:p>
            <a:r>
              <a:rPr lang="en-GB" dirty="0"/>
              <a:t>Path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getFileName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/>
              <a:t>Returns file or directory denoted by this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.</a:t>
            </a:r>
          </a:p>
          <a:p>
            <a:r>
              <a:rPr lang="en-GB" dirty="0"/>
              <a:t>Int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getNameCount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/>
              <a:t>Returns number of name elements in the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.</a:t>
            </a:r>
          </a:p>
          <a:p>
            <a:r>
              <a:rPr lang="en-GB" dirty="0"/>
              <a:t>Path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(int)</a:t>
            </a:r>
          </a:p>
          <a:p>
            <a:pPr lvl="1"/>
            <a:r>
              <a:rPr lang="en-GB" dirty="0"/>
              <a:t>Returns name in the position of the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specified by the integer parameter.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B9400-3A14-5088-EE0E-B237BAB60B43}"/>
              </a:ext>
            </a:extLst>
          </p:cNvPr>
          <p:cNvSpPr txBox="1"/>
          <p:nvPr/>
        </p:nvSpPr>
        <p:spPr>
          <a:xfrm>
            <a:off x="2560752" y="4378796"/>
            <a:ext cx="3441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Code: fileMain.java</a:t>
            </a:r>
          </a:p>
        </p:txBody>
      </p:sp>
    </p:spTree>
    <p:extLst>
      <p:ext uri="{BB962C8B-B14F-4D97-AF65-F5344CB8AC3E}">
        <p14:creationId xmlns:p14="http://schemas.microsoft.com/office/powerpoint/2010/main" val="2641509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25FB5-BD51-09FA-2B55-B5F71A02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Path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A9B44-C3A4-16A5-AF49-44703A6D7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95916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Getting path of the “resources” folder.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ClassLoader.getResource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803B18-1B47-41F5-DFB9-E7FF819C7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886" y="2679809"/>
            <a:ext cx="4457700" cy="6463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ClassLoader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classLoader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FileMain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class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.getClassLoader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URL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resource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classLoader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.getResource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"Data.txt"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filePath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Paths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get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resource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.toURI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248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6EE8D-69FB-BDD3-4715-C06EBECD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Path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8C40-E920-C80D-1E68-40AD02298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48663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Determine Basic File attributes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readAttributes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method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object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BasicFileAttributes.class</a:t>
            </a:r>
            <a:r>
              <a:rPr lang="en-GB" dirty="0"/>
              <a:t>.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creationTime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lastModifiedTime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dirty="0"/>
              <a:t>Owner Attribute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getFileAttributeView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GB" dirty="0"/>
              <a:t>method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GB" dirty="0"/>
              <a:t> object and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FileOwnerAttributeView.class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9601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E9477-3D84-86E4-088A-9F72FAEF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File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8BACD-FDBB-EA5C-74FB-6BA92B259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1347613"/>
            <a:ext cx="8010709" cy="2964613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GB" dirty="0"/>
              <a:t> class</a:t>
            </a:r>
          </a:p>
          <a:p>
            <a:r>
              <a:rPr lang="en-GB" dirty="0"/>
              <a:t>An abstract representation of file and directory pathnames.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Creating a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GB" dirty="0"/>
              <a:t> object</a:t>
            </a:r>
          </a:p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new File(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filePath.toUri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344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DBE5-49DF-0504-D9B5-1B59A8F76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25446"/>
            <a:ext cx="7772400" cy="857250"/>
          </a:xfrm>
        </p:spPr>
        <p:txBody>
          <a:bodyPr/>
          <a:lstStyle/>
          <a:p>
            <a:r>
              <a:rPr lang="en-US" altLang="zh-CN" dirty="0"/>
              <a:t>File</a:t>
            </a:r>
            <a:r>
              <a:rPr lang="en-GB" altLang="zh-CN" dirty="0"/>
              <a:t> handling classes - File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D55B9-0478-FF06-8601-D47A877E5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1682646" cy="31493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Useful methods: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B9EC12-4FEB-8C9A-6E2D-B6C7F2DBBF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7974576"/>
              </p:ext>
            </p:extLst>
          </p:nvPr>
        </p:nvGraphicFramePr>
        <p:xfrm>
          <a:off x="2226833" y="840135"/>
          <a:ext cx="6686121" cy="4273616"/>
        </p:xfrm>
        <a:graphic>
          <a:graphicData uri="http://schemas.openxmlformats.org/drawingml/2006/table">
            <a:tbl>
              <a:tblPr firstRow="1" bandRow="1"/>
              <a:tblGrid>
                <a:gridCol w="1694329">
                  <a:extLst>
                    <a:ext uri="{9D8B030D-6E8A-4147-A177-3AD203B41FA5}">
                      <a16:colId xmlns:a16="http://schemas.microsoft.com/office/drawing/2014/main" val="1432364511"/>
                    </a:ext>
                  </a:extLst>
                </a:gridCol>
                <a:gridCol w="4991792">
                  <a:extLst>
                    <a:ext uri="{9D8B030D-6E8A-4147-A177-3AD203B41FA5}">
                      <a16:colId xmlns:a16="http://schemas.microsoft.com/office/drawing/2014/main" val="3052839755"/>
                    </a:ext>
                  </a:extLst>
                </a:gridCol>
              </a:tblGrid>
              <a:tr h="221381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fr-FR" sz="1200" dirty="0" err="1"/>
                        <a:t>Commonly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used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methods</a:t>
                      </a:r>
                      <a:endParaRPr lang="en-US" sz="12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sz="14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608853"/>
                  </a:ext>
                </a:extLst>
              </a:tr>
              <a:tr h="2213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b="1" dirty="0"/>
                        <a:t>Method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b="1" dirty="0"/>
                        <a:t>Description</a:t>
                      </a:r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26476"/>
                  </a:ext>
                </a:extLst>
              </a:tr>
              <a:tr h="376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exists()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200" dirty="0"/>
                        <a:t>Tests whether the file or directory denoted by this abstract pathname exists.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61961"/>
                  </a:ext>
                </a:extLst>
              </a:tr>
              <a:tr h="376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isFile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isDirectory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200" dirty="0"/>
                        <a:t>Tests whether the file denoted by this abstract pathname is a file/directory.</a:t>
                      </a:r>
                      <a:endParaRPr lang="en-US" sz="12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527862"/>
                  </a:ext>
                </a:extLst>
              </a:tr>
              <a:tr h="531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canRead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canWrite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canExecute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200" dirty="0"/>
                        <a:t>Tests whether the application is allowed to read/write/execute to the file</a:t>
                      </a:r>
                      <a:endParaRPr lang="en-US" sz="12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259017"/>
                  </a:ext>
                </a:extLst>
              </a:tr>
              <a:tr h="531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setReadable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setWritable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setExecutable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200" dirty="0"/>
                        <a:t>Sets the access permission to allow read/write/execute operations; </a:t>
                      </a:r>
                      <a:endParaRPr lang="en-US" sz="12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171212"/>
                  </a:ext>
                </a:extLst>
              </a:tr>
              <a:tr h="5313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createNewFile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200" dirty="0"/>
                        <a:t>Creates a new, empty file named by this abstract pathname if and only if a file with this name does not yet exist.</a:t>
                      </a:r>
                      <a:endParaRPr lang="en-US" sz="12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9776229"/>
                  </a:ext>
                </a:extLst>
              </a:tr>
              <a:tr h="531314"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mkdir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mkdirs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Creates the directory named by this abstract pathname.</a:t>
                      </a:r>
                    </a:p>
                    <a:p>
                      <a:r>
                        <a:rPr lang="en-GB" sz="1200" dirty="0"/>
                        <a:t>Including any necessary but </a:t>
                      </a:r>
                      <a:r>
                        <a:rPr lang="en-GB" sz="1200" dirty="0" err="1"/>
                        <a:t>nonexistent</a:t>
                      </a:r>
                      <a:r>
                        <a:rPr lang="en-GB" sz="1200" dirty="0"/>
                        <a:t> parent directories.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98710"/>
                  </a:ext>
                </a:extLst>
              </a:tr>
              <a:tr h="23145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delete()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GB" sz="1200" dirty="0"/>
                        <a:t>Deletes the file or directory denoted by this abstract pathname.</a:t>
                      </a:r>
                      <a:endParaRPr lang="en-US" sz="1200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823785"/>
                  </a:ext>
                </a:extLst>
              </a:tr>
              <a:tr h="231459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length()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kern="1200" dirty="0">
                          <a:solidFill>
                            <a:schemeClr val="dk1"/>
                          </a:solidFill>
                          <a:latin typeface="Calibri"/>
                          <a:ea typeface="+mn-ea"/>
                          <a:cs typeface="+mn-cs"/>
                        </a:rPr>
                        <a:t>Returns the length of the file</a:t>
                      </a:r>
                      <a:endParaRPr lang="en-US" sz="1200" kern="1200" dirty="0">
                        <a:solidFill>
                          <a:schemeClr val="dk1"/>
                        </a:solidFill>
                        <a:latin typeface="Calibri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857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818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41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028A-404A-2605-8C05-E5D6C5E3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EBDA-C933-A166-7D16-C6EBEAB3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8218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binary file contains ___________.</a:t>
            </a:r>
          </a:p>
          <a:p>
            <a:r>
              <a:rPr lang="en-US" dirty="0"/>
              <a:t>a. Only two items</a:t>
            </a:r>
          </a:p>
          <a:p>
            <a:r>
              <a:rPr lang="en-US" dirty="0"/>
              <a:t>b. Data items that have not been encoded as text</a:t>
            </a:r>
          </a:p>
          <a:p>
            <a:r>
              <a:rPr lang="en-US" dirty="0"/>
              <a:t>c. Volatile storage</a:t>
            </a:r>
          </a:p>
          <a:p>
            <a:r>
              <a:rPr lang="en-US" dirty="0"/>
              <a:t>d. Facts and figures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B30116-C8C3-E346-6778-281A891AE51F}"/>
              </a:ext>
            </a:extLst>
          </p:cNvPr>
          <p:cNvSpPr txBox="1"/>
          <p:nvPr/>
        </p:nvSpPr>
        <p:spPr>
          <a:xfrm>
            <a:off x="1766237" y="3564574"/>
            <a:ext cx="58377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600" b="1" dirty="0"/>
              <a:t>Answer: b. Data items that have not been encoded as text.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02136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12933-A66E-C866-FD5E-E7FC71C34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 handling classes – Data Hierarchy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9D337EE7-A27B-BDC7-4003-D45070126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658" y="1604676"/>
            <a:ext cx="5514397" cy="2198922"/>
          </a:xfr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07E77F10-F86F-3224-B28D-787C181664B2}"/>
              </a:ext>
            </a:extLst>
          </p:cNvPr>
          <p:cNvSpPr/>
          <p:nvPr/>
        </p:nvSpPr>
        <p:spPr>
          <a:xfrm>
            <a:off x="299676" y="3404759"/>
            <a:ext cx="1361361" cy="702929"/>
          </a:xfrm>
          <a:prstGeom prst="wedgeRectCallout">
            <a:avLst>
              <a:gd name="adj1" fmla="val 91933"/>
              <a:gd name="adj2" fmla="val -17506"/>
            </a:avLst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rPr>
              <a:t>Smallest useful piece of data to most users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CBBE8239-B950-7888-C473-816D53A64B3B}"/>
              </a:ext>
            </a:extLst>
          </p:cNvPr>
          <p:cNvSpPr/>
          <p:nvPr/>
        </p:nvSpPr>
        <p:spPr>
          <a:xfrm>
            <a:off x="299676" y="2397008"/>
            <a:ext cx="1361361" cy="761130"/>
          </a:xfrm>
          <a:prstGeom prst="wedgeRectCallout">
            <a:avLst>
              <a:gd name="adj1" fmla="val 91413"/>
              <a:gd name="adj2" fmla="val 32770"/>
            </a:avLst>
          </a:prstGeom>
          <a:gradFill rotWithShape="1">
            <a:gsLst>
              <a:gs pos="0">
                <a:srgbClr val="70AD47">
                  <a:lumMod val="110000"/>
                  <a:satMod val="105000"/>
                  <a:tint val="67000"/>
                </a:srgbClr>
              </a:gs>
              <a:gs pos="50000">
                <a:srgbClr val="70AD47">
                  <a:lumMod val="105000"/>
                  <a:satMod val="103000"/>
                  <a:tint val="73000"/>
                </a:srgbClr>
              </a:gs>
              <a:gs pos="100000">
                <a:srgbClr val="70AD47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</a:tabLst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rPr>
              <a:t>Group of characters with some meaning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243C1A0B-9B6B-A052-FB94-B9D1C3EDB624}"/>
              </a:ext>
            </a:extLst>
          </p:cNvPr>
          <p:cNvSpPr/>
          <p:nvPr/>
        </p:nvSpPr>
        <p:spPr>
          <a:xfrm>
            <a:off x="299677" y="1457180"/>
            <a:ext cx="1567544" cy="614492"/>
          </a:xfrm>
          <a:prstGeom prst="wedgeRectCallout">
            <a:avLst>
              <a:gd name="adj1" fmla="val 72063"/>
              <a:gd name="adj2" fmla="val 96674"/>
            </a:avLst>
          </a:prstGeom>
          <a:gradFill rotWithShape="1">
            <a:gsLst>
              <a:gs pos="0">
                <a:srgbClr val="4472C4">
                  <a:lumMod val="110000"/>
                  <a:satMod val="105000"/>
                  <a:tint val="67000"/>
                </a:srgbClr>
              </a:gs>
              <a:gs pos="50000">
                <a:srgbClr val="4472C4">
                  <a:lumMod val="105000"/>
                  <a:satMod val="103000"/>
                  <a:tint val="73000"/>
                </a:srgbClr>
              </a:gs>
              <a:gs pos="100000">
                <a:srgbClr val="4472C4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>
                <a:tab pos="914400" algn="l"/>
              </a:tabLst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rPr>
              <a:t>Collection of fields that contain data about an entity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28EA7090-685F-C0B0-5444-B13603F0F3F1}"/>
              </a:ext>
            </a:extLst>
          </p:cNvPr>
          <p:cNvSpPr/>
          <p:nvPr/>
        </p:nvSpPr>
        <p:spPr>
          <a:xfrm>
            <a:off x="2443523" y="4372216"/>
            <a:ext cx="2128477" cy="551972"/>
          </a:xfrm>
          <a:prstGeom prst="wedgeRectCallout">
            <a:avLst>
              <a:gd name="adj1" fmla="val 3300"/>
              <a:gd name="adj2" fmla="val -148011"/>
            </a:avLst>
          </a:prstGeom>
          <a:solidFill>
            <a:srgbClr val="00B0F0"/>
          </a:soli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dirty="0"/>
              <a:t>Binary representation: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dirty="0"/>
              <a:t>01000010</a:t>
            </a: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941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90139-11FC-B05B-2432-72902224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 handling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607AC-9B93-D15F-DED3-635B36D2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557439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Stream</a:t>
            </a:r>
          </a:p>
          <a:p>
            <a:r>
              <a:rPr lang="en-GB" dirty="0"/>
              <a:t>Java does not automatically attribute such meaning to a file’s content, and will simply view it as a series of bytes.</a:t>
            </a:r>
          </a:p>
          <a:p>
            <a:r>
              <a:rPr lang="en-GB" dirty="0"/>
              <a:t>Stream is an object to perform actions such as opening, closing, reading and writing.</a:t>
            </a:r>
          </a:p>
          <a:p>
            <a:r>
              <a:rPr lang="en-GB" dirty="0"/>
              <a:t>Most streams flow in only one direction:</a:t>
            </a:r>
          </a:p>
          <a:p>
            <a:pPr lvl="1"/>
            <a:r>
              <a:rPr lang="en-GB" dirty="0"/>
              <a:t>In an input stream</a:t>
            </a:r>
          </a:p>
          <a:p>
            <a:pPr lvl="2"/>
            <a:r>
              <a:rPr lang="en-GB" dirty="0"/>
              <a:t>“has next” method to check if any more data is present.</a:t>
            </a:r>
          </a:p>
          <a:p>
            <a:pPr lvl="2"/>
            <a:r>
              <a:rPr lang="en-GB" dirty="0"/>
              <a:t>“next” method that gives you the next piece of data.</a:t>
            </a:r>
          </a:p>
          <a:p>
            <a:pPr lvl="1"/>
            <a:r>
              <a:rPr lang="en-GB" dirty="0"/>
              <a:t>In an output stream</a:t>
            </a:r>
          </a:p>
          <a:p>
            <a:pPr lvl="2"/>
            <a:r>
              <a:rPr lang="en-GB" dirty="0"/>
              <a:t>“write” method to output a data element on the stream.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820ACFC-5E7C-71AA-85F5-F3E4A003D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47" y="530198"/>
            <a:ext cx="2939817" cy="96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92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20359-9C20-ECC3-F4BE-1C6C7D21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 handling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1751-199E-0929-1C5D-C5383E274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InputStream</a:t>
            </a:r>
            <a:r>
              <a:rPr lang="en-GB" dirty="0"/>
              <a:t> / </a:t>
            </a:r>
            <a:r>
              <a:rPr lang="en-GB" dirty="0" err="1"/>
              <a:t>OutputStream</a:t>
            </a:r>
            <a:endParaRPr lang="en-GB" dirty="0"/>
          </a:p>
          <a:p>
            <a:pPr lvl="1"/>
            <a:r>
              <a:rPr lang="en-GB" dirty="0"/>
              <a:t>Meant for reading or writing bytes (8-bit memory units)</a:t>
            </a:r>
          </a:p>
          <a:p>
            <a:r>
              <a:rPr lang="en-GB" dirty="0"/>
              <a:t>Reader / Writer</a:t>
            </a:r>
          </a:p>
          <a:p>
            <a:pPr lvl="1"/>
            <a:r>
              <a:rPr lang="en-GB" dirty="0"/>
              <a:t>Meant for reading or writing characters (in any supported character set)</a:t>
            </a:r>
          </a:p>
          <a:p>
            <a:r>
              <a:rPr lang="en-GB" dirty="0"/>
              <a:t>Scanner / </a:t>
            </a:r>
            <a:r>
              <a:rPr lang="en-GB" dirty="0" err="1"/>
              <a:t>PrintWriter</a:t>
            </a:r>
            <a:r>
              <a:rPr lang="en-GB" dirty="0"/>
              <a:t> / </a:t>
            </a:r>
            <a:r>
              <a:rPr lang="en-GB" dirty="0" err="1"/>
              <a:t>PrintStream</a:t>
            </a:r>
            <a:endParaRPr lang="en-GB" dirty="0"/>
          </a:p>
          <a:p>
            <a:pPr lvl="1"/>
            <a:r>
              <a:rPr lang="en-GB" dirty="0"/>
              <a:t>Meant for reading or writing strings</a:t>
            </a:r>
          </a:p>
          <a:p>
            <a:r>
              <a:rPr lang="en-GB" dirty="0" err="1"/>
              <a:t>DataInputStream</a:t>
            </a:r>
            <a:r>
              <a:rPr lang="en-GB" dirty="0"/>
              <a:t> / </a:t>
            </a:r>
            <a:r>
              <a:rPr lang="en-GB" dirty="0" err="1"/>
              <a:t>DataOutputStream</a:t>
            </a:r>
            <a:endParaRPr lang="en-GB" dirty="0"/>
          </a:p>
          <a:p>
            <a:pPr lvl="1"/>
            <a:r>
              <a:rPr lang="en-GB" dirty="0"/>
              <a:t>Meant for reading or writing data values (int, float, char, </a:t>
            </a:r>
            <a:r>
              <a:rPr lang="en-GB" dirty="0" err="1"/>
              <a:t>boolean</a:t>
            </a:r>
            <a:r>
              <a:rPr lang="en-GB" dirty="0"/>
              <a:t> etc.)</a:t>
            </a:r>
          </a:p>
          <a:p>
            <a:r>
              <a:rPr lang="en-GB" dirty="0" err="1"/>
              <a:t>ObjectInputStream</a:t>
            </a:r>
            <a:r>
              <a:rPr lang="en-GB" dirty="0"/>
              <a:t> / </a:t>
            </a:r>
            <a:r>
              <a:rPr lang="en-GB" dirty="0" err="1"/>
              <a:t>ObjectOutputStream</a:t>
            </a:r>
            <a:endParaRPr lang="en-GB" dirty="0"/>
          </a:p>
          <a:p>
            <a:pPr lvl="1"/>
            <a:r>
              <a:rPr lang="en-GB" dirty="0"/>
              <a:t>Meant for reading or writing entire objects (of Java classes)</a:t>
            </a:r>
          </a:p>
          <a:p>
            <a:pPr lvl="1"/>
            <a:r>
              <a:rPr lang="en-GB" dirty="0"/>
              <a:t>These classes need to implement serializable interface.</a:t>
            </a:r>
          </a:p>
        </p:txBody>
      </p:sp>
    </p:spTree>
    <p:extLst>
      <p:ext uri="{BB962C8B-B14F-4D97-AF65-F5344CB8AC3E}">
        <p14:creationId xmlns:p14="http://schemas.microsoft.com/office/powerpoint/2010/main" val="205785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91F2-E7F8-2A76-6203-A449659D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 handling classes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CC3F03-169E-E265-2FE8-9E46311E6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5034" y="1268760"/>
            <a:ext cx="6573932" cy="365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00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EF712-8C33-626A-7646-D312CC3BB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Stream handling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B8EB3-6FAD-2EF2-5225-464161707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5713271" cy="1610739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FileInputStream</a:t>
            </a:r>
            <a:r>
              <a:rPr lang="en-GB" dirty="0"/>
              <a:t>/</a:t>
            </a:r>
            <a:r>
              <a:rPr lang="en-GB" dirty="0" err="1"/>
              <a:t>FileOutputStream</a:t>
            </a:r>
            <a:endParaRPr lang="en-GB" dirty="0"/>
          </a:p>
          <a:p>
            <a:r>
              <a:rPr lang="en-GB" dirty="0"/>
              <a:t>Read/Write a byte (8-bits) at a time.</a:t>
            </a:r>
          </a:p>
          <a:p>
            <a:r>
              <a:rPr lang="en-GB" dirty="0"/>
              <a:t>Work with raw binary data, such as images or audio files.</a:t>
            </a:r>
          </a:p>
          <a:p>
            <a:r>
              <a:rPr lang="en-GB" dirty="0"/>
              <a:t>Slower for text files, because of looping through a byte at a time.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F4FEE-2505-AB7B-71E2-EA58416184E1}"/>
              </a:ext>
            </a:extLst>
          </p:cNvPr>
          <p:cNvSpPr txBox="1"/>
          <p:nvPr/>
        </p:nvSpPr>
        <p:spPr>
          <a:xfrm>
            <a:off x="1029660" y="3597140"/>
            <a:ext cx="5079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Code: </a:t>
            </a:r>
            <a:r>
              <a:rPr lang="en-GB" sz="2000" dirty="0" err="1"/>
              <a:t>FileMain.FileInputOutputExample</a:t>
            </a:r>
            <a:r>
              <a:rPr lang="en-GB" sz="2000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0B21C-3739-2875-570C-AE646CF65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75447" y="411510"/>
            <a:ext cx="2330670" cy="421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96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21F1-5045-A632-AC97-5AFDBFAB7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Java’s IO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A7DEC-A225-4158-64E1-FF76682FE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895048"/>
          </a:xfrm>
        </p:spPr>
        <p:txBody>
          <a:bodyPr/>
          <a:lstStyle/>
          <a:p>
            <a:pPr marL="0" indent="0">
              <a:buNone/>
            </a:pPr>
            <a:r>
              <a:rPr lang="en-GB" dirty="0" err="1"/>
              <a:t>FileReader</a:t>
            </a:r>
            <a:endParaRPr lang="en-GB" dirty="0"/>
          </a:p>
          <a:p>
            <a:r>
              <a:rPr lang="en-GB" dirty="0"/>
              <a:t>A general tool to read in characters from a file.</a:t>
            </a:r>
          </a:p>
          <a:p>
            <a:r>
              <a:rPr lang="en-GB" dirty="0"/>
              <a:t>Specifically designed to deal with the text files.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 err="1"/>
              <a:t>BufferedReader</a:t>
            </a:r>
            <a:endParaRPr lang="en-GB" dirty="0"/>
          </a:p>
          <a:p>
            <a:r>
              <a:rPr lang="en-GB" dirty="0"/>
              <a:t>Can wrap around Readers (e.g. </a:t>
            </a:r>
            <a:r>
              <a:rPr lang="en-GB" dirty="0" err="1"/>
              <a:t>FileReader</a:t>
            </a:r>
            <a:r>
              <a:rPr lang="en-GB" dirty="0"/>
              <a:t>) to buffer the input and improve efficiency.</a:t>
            </a:r>
          </a:p>
        </p:txBody>
      </p:sp>
      <p:pic>
        <p:nvPicPr>
          <p:cNvPr id="4" name="Picture 2" descr="charInputStream">
            <a:extLst>
              <a:ext uri="{FF2B5EF4-FFF2-40B4-BE49-F238E27FC236}">
                <a16:creationId xmlns:a16="http://schemas.microsoft.com/office/drawing/2014/main" id="{33D30111-1421-F9B4-EFF4-B71B0C8DF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61" y="3181991"/>
            <a:ext cx="7419975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05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441-F6E6-4C21-DF95-0286748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idea of “buffers”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AAB3-13CA-2456-C781-D826F2CFB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518531"/>
          </a:xfrm>
        </p:spPr>
        <p:txBody>
          <a:bodyPr/>
          <a:lstStyle/>
          <a:p>
            <a:r>
              <a:rPr lang="en-GB" dirty="0"/>
              <a:t>A buffer allows programs or devices to communicate data to one another.</a:t>
            </a:r>
          </a:p>
          <a:p>
            <a:r>
              <a:rPr lang="en-GB" dirty="0"/>
              <a:t>A </a:t>
            </a:r>
            <a:r>
              <a:rPr lang="en-GB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put</a:t>
            </a:r>
            <a:r>
              <a:rPr lang="en-GB" dirty="0"/>
              <a:t> operation writes a new value into the buffer at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position</a:t>
            </a:r>
            <a:r>
              <a:rPr lang="en-GB" dirty="0"/>
              <a:t> and advances it. The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limit</a:t>
            </a:r>
            <a:r>
              <a:rPr lang="en-GB" dirty="0"/>
              <a:t> is set to the final value of </a:t>
            </a:r>
            <a:r>
              <a:rPr lang="en-GB" sz="1400" dirty="0">
                <a:latin typeface="Consolas" panose="020B0609020204030204" pitchFamily="49" charset="0"/>
              </a:rPr>
              <a:t>position</a:t>
            </a:r>
            <a:r>
              <a:rPr lang="en-GB" dirty="0"/>
              <a:t>. (“relative put”)</a:t>
            </a:r>
          </a:p>
          <a:p>
            <a:r>
              <a:rPr lang="en-GB" dirty="0"/>
              <a:t>A </a:t>
            </a:r>
            <a:r>
              <a:rPr lang="en-GB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get</a:t>
            </a:r>
            <a:r>
              <a:rPr lang="en-GB" dirty="0"/>
              <a:t> operation reads the value at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position</a:t>
            </a:r>
            <a:r>
              <a:rPr lang="en-GB" dirty="0"/>
              <a:t> and advances it. When it reaches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limit</a:t>
            </a:r>
            <a:r>
              <a:rPr lang="en-GB" dirty="0"/>
              <a:t>, the ‘getting’ is finished. (“relative get”)</a:t>
            </a:r>
          </a:p>
          <a:p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87743F-2AD8-032E-F222-D70DA8EF03B3}"/>
              </a:ext>
            </a:extLst>
          </p:cNvPr>
          <p:cNvGrpSpPr/>
          <p:nvPr/>
        </p:nvGrpSpPr>
        <p:grpSpPr>
          <a:xfrm>
            <a:off x="1296991" y="2944999"/>
            <a:ext cx="6657594" cy="1936376"/>
            <a:chOff x="2327910" y="3803904"/>
            <a:chExt cx="6657594" cy="223849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BF1079-137C-B955-0CCC-01EE8DB48E6D}"/>
                </a:ext>
              </a:extLst>
            </p:cNvPr>
            <p:cNvSpPr/>
            <p:nvPr/>
          </p:nvSpPr>
          <p:spPr>
            <a:xfrm>
              <a:off x="2327910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011A0D-0C12-8DD6-086A-1344392729B8}"/>
                </a:ext>
              </a:extLst>
            </p:cNvPr>
            <p:cNvSpPr/>
            <p:nvPr/>
          </p:nvSpPr>
          <p:spPr>
            <a:xfrm>
              <a:off x="4315968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FFC58D-FA65-D4B7-5E1C-0E0A5B1BBDCC}"/>
                </a:ext>
              </a:extLst>
            </p:cNvPr>
            <p:cNvSpPr/>
            <p:nvPr/>
          </p:nvSpPr>
          <p:spPr>
            <a:xfrm>
              <a:off x="4992624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D390D78-D99F-1257-92F6-DA308B8E3C58}"/>
                </a:ext>
              </a:extLst>
            </p:cNvPr>
            <p:cNvSpPr/>
            <p:nvPr/>
          </p:nvSpPr>
          <p:spPr>
            <a:xfrm>
              <a:off x="5635752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F1E451-F95D-EC33-4BA3-C07C80BDDA4C}"/>
                </a:ext>
              </a:extLst>
            </p:cNvPr>
            <p:cNvSpPr/>
            <p:nvPr/>
          </p:nvSpPr>
          <p:spPr>
            <a:xfrm>
              <a:off x="6278880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0FBE218-F59F-66CA-B404-9008B65144A6}"/>
                </a:ext>
              </a:extLst>
            </p:cNvPr>
            <p:cNvSpPr/>
            <p:nvPr/>
          </p:nvSpPr>
          <p:spPr>
            <a:xfrm>
              <a:off x="6955536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01F5485-0EB0-391A-ED56-3DFC81708985}"/>
                </a:ext>
              </a:extLst>
            </p:cNvPr>
            <p:cNvSpPr/>
            <p:nvPr/>
          </p:nvSpPr>
          <p:spPr>
            <a:xfrm>
              <a:off x="7632192" y="3806952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951C4F-E114-EA5A-51EE-E18CFE73EB95}"/>
                </a:ext>
              </a:extLst>
            </p:cNvPr>
            <p:cNvSpPr/>
            <p:nvPr/>
          </p:nvSpPr>
          <p:spPr>
            <a:xfrm>
              <a:off x="8308848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2D0592-CD20-532E-E9B0-020F16AA51AA}"/>
                </a:ext>
              </a:extLst>
            </p:cNvPr>
            <p:cNvSpPr/>
            <p:nvPr/>
          </p:nvSpPr>
          <p:spPr>
            <a:xfrm>
              <a:off x="3004566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2F0E1C-DF4A-20D8-9EE2-38FED31687CC}"/>
                </a:ext>
              </a:extLst>
            </p:cNvPr>
            <p:cNvSpPr/>
            <p:nvPr/>
          </p:nvSpPr>
          <p:spPr>
            <a:xfrm>
              <a:off x="3656076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AC5ADA-E5B6-C2D4-123D-3F33DDFD7E17}"/>
                </a:ext>
              </a:extLst>
            </p:cNvPr>
            <p:cNvGrpSpPr/>
            <p:nvPr/>
          </p:nvGrpSpPr>
          <p:grpSpPr>
            <a:xfrm>
              <a:off x="5879016" y="4661654"/>
              <a:ext cx="1682496" cy="1380744"/>
              <a:chOff x="9162288" y="4471416"/>
              <a:chExt cx="1682496" cy="138074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428F715-93FA-494D-845B-1CA7AA0885B9}"/>
                  </a:ext>
                </a:extLst>
              </p:cNvPr>
              <p:cNvSpPr/>
              <p:nvPr/>
            </p:nvSpPr>
            <p:spPr>
              <a:xfrm>
                <a:off x="9162288" y="5221224"/>
                <a:ext cx="1682496" cy="630936"/>
              </a:xfrm>
              <a:prstGeom prst="ellipse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8604D1E-54D9-25B0-F09B-6859DFF1FE7F}"/>
                  </a:ext>
                </a:extLst>
              </p:cNvPr>
              <p:cNvSpPr txBox="1"/>
              <p:nvPr/>
            </p:nvSpPr>
            <p:spPr>
              <a:xfrm>
                <a:off x="9418320" y="5352026"/>
                <a:ext cx="1170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</a:rPr>
                  <a:t>limit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B6AFB5A-FBCE-934A-0BEB-10CA6DD3A5EE}"/>
                  </a:ext>
                </a:extLst>
              </p:cNvPr>
              <p:cNvCxnSpPr>
                <a:stCxn id="39" idx="0"/>
              </p:cNvCxnSpPr>
              <p:nvPr/>
            </p:nvCxnSpPr>
            <p:spPr>
              <a:xfrm flipV="1">
                <a:off x="10003536" y="4471416"/>
                <a:ext cx="0" cy="74980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ED7D3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644564-7AAE-6811-8FCB-FFFBD9425A2F}"/>
                </a:ext>
              </a:extLst>
            </p:cNvPr>
            <p:cNvGrpSpPr/>
            <p:nvPr/>
          </p:nvGrpSpPr>
          <p:grpSpPr>
            <a:xfrm>
              <a:off x="3852002" y="4661654"/>
              <a:ext cx="1682496" cy="1380744"/>
              <a:chOff x="9162288" y="4471416"/>
              <a:chExt cx="1682496" cy="1380744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3ED4F5-31F6-43D3-43D9-89F012A13D05}"/>
                  </a:ext>
                </a:extLst>
              </p:cNvPr>
              <p:cNvSpPr/>
              <p:nvPr/>
            </p:nvSpPr>
            <p:spPr>
              <a:xfrm>
                <a:off x="9162288" y="5221224"/>
                <a:ext cx="1682496" cy="630936"/>
              </a:xfrm>
              <a:prstGeom prst="ellipse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80DD76E-6AF9-9CAD-E551-10C6FCD383A0}"/>
                  </a:ext>
                </a:extLst>
              </p:cNvPr>
              <p:cNvSpPr txBox="1"/>
              <p:nvPr/>
            </p:nvSpPr>
            <p:spPr>
              <a:xfrm>
                <a:off x="9418320" y="5352026"/>
                <a:ext cx="1170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</a:rPr>
                  <a:t>position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C5641B2-19E2-EA1C-5D57-37DB58266DF0}"/>
                  </a:ext>
                </a:extLst>
              </p:cNvPr>
              <p:cNvCxnSpPr>
                <a:stCxn id="36" idx="0"/>
              </p:cNvCxnSpPr>
              <p:nvPr/>
            </p:nvCxnSpPr>
            <p:spPr>
              <a:xfrm flipV="1">
                <a:off x="10003536" y="4471416"/>
                <a:ext cx="0" cy="74980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ED7D3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79107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441-F6E6-4C21-DF95-0286748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idea of “buffers”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AAB3-13CA-2456-C781-D826F2CFB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518531"/>
          </a:xfrm>
        </p:spPr>
        <p:txBody>
          <a:bodyPr/>
          <a:lstStyle/>
          <a:p>
            <a:r>
              <a:rPr lang="en-GB" dirty="0"/>
              <a:t>That means, </a:t>
            </a:r>
            <a:r>
              <a:rPr lang="en-GB" dirty="0">
                <a:solidFill>
                  <a:srgbClr val="FF0000"/>
                </a:solidFill>
              </a:rPr>
              <a:t>position</a:t>
            </a:r>
            <a:r>
              <a:rPr lang="en-GB" dirty="0"/>
              <a:t> is the place where the next read or write into the buffer should happen.</a:t>
            </a:r>
          </a:p>
          <a:p>
            <a:r>
              <a:rPr lang="en-GB" dirty="0" err="1"/>
              <a:t>Simlarly</a:t>
            </a:r>
            <a:r>
              <a:rPr lang="en-GB" dirty="0"/>
              <a:t>, </a:t>
            </a:r>
            <a:r>
              <a:rPr lang="en-GB" dirty="0">
                <a:solidFill>
                  <a:srgbClr val="FF0000"/>
                </a:solidFill>
              </a:rPr>
              <a:t>limit</a:t>
            </a:r>
            <a:r>
              <a:rPr lang="en-GB" dirty="0"/>
              <a:t> is the place from which buffer contains no valid data.</a:t>
            </a:r>
          </a:p>
          <a:p>
            <a:pPr marL="0" indent="0">
              <a:buNone/>
            </a:pPr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87743F-2AD8-032E-F222-D70DA8EF03B3}"/>
              </a:ext>
            </a:extLst>
          </p:cNvPr>
          <p:cNvGrpSpPr/>
          <p:nvPr/>
        </p:nvGrpSpPr>
        <p:grpSpPr>
          <a:xfrm>
            <a:off x="1296991" y="2944999"/>
            <a:ext cx="6657594" cy="1936376"/>
            <a:chOff x="2327910" y="3803904"/>
            <a:chExt cx="6657594" cy="223849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BF1079-137C-B955-0CCC-01EE8DB48E6D}"/>
                </a:ext>
              </a:extLst>
            </p:cNvPr>
            <p:cNvSpPr/>
            <p:nvPr/>
          </p:nvSpPr>
          <p:spPr>
            <a:xfrm>
              <a:off x="2327910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011A0D-0C12-8DD6-086A-1344392729B8}"/>
                </a:ext>
              </a:extLst>
            </p:cNvPr>
            <p:cNvSpPr/>
            <p:nvPr/>
          </p:nvSpPr>
          <p:spPr>
            <a:xfrm>
              <a:off x="4315968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FFC58D-FA65-D4B7-5E1C-0E0A5B1BBDCC}"/>
                </a:ext>
              </a:extLst>
            </p:cNvPr>
            <p:cNvSpPr/>
            <p:nvPr/>
          </p:nvSpPr>
          <p:spPr>
            <a:xfrm>
              <a:off x="4992624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D390D78-D99F-1257-92F6-DA308B8E3C58}"/>
                </a:ext>
              </a:extLst>
            </p:cNvPr>
            <p:cNvSpPr/>
            <p:nvPr/>
          </p:nvSpPr>
          <p:spPr>
            <a:xfrm>
              <a:off x="5635752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F1E451-F95D-EC33-4BA3-C07C80BDDA4C}"/>
                </a:ext>
              </a:extLst>
            </p:cNvPr>
            <p:cNvSpPr/>
            <p:nvPr/>
          </p:nvSpPr>
          <p:spPr>
            <a:xfrm>
              <a:off x="6278880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0FBE218-F59F-66CA-B404-9008B65144A6}"/>
                </a:ext>
              </a:extLst>
            </p:cNvPr>
            <p:cNvSpPr/>
            <p:nvPr/>
          </p:nvSpPr>
          <p:spPr>
            <a:xfrm>
              <a:off x="6955536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01F5485-0EB0-391A-ED56-3DFC81708985}"/>
                </a:ext>
              </a:extLst>
            </p:cNvPr>
            <p:cNvSpPr/>
            <p:nvPr/>
          </p:nvSpPr>
          <p:spPr>
            <a:xfrm>
              <a:off x="7632192" y="3806952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951C4F-E114-EA5A-51EE-E18CFE73EB95}"/>
                </a:ext>
              </a:extLst>
            </p:cNvPr>
            <p:cNvSpPr/>
            <p:nvPr/>
          </p:nvSpPr>
          <p:spPr>
            <a:xfrm>
              <a:off x="8308848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2D0592-CD20-532E-E9B0-020F16AA51AA}"/>
                </a:ext>
              </a:extLst>
            </p:cNvPr>
            <p:cNvSpPr/>
            <p:nvPr/>
          </p:nvSpPr>
          <p:spPr>
            <a:xfrm>
              <a:off x="3004566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2F0E1C-DF4A-20D8-9EE2-38FED31687CC}"/>
                </a:ext>
              </a:extLst>
            </p:cNvPr>
            <p:cNvSpPr/>
            <p:nvPr/>
          </p:nvSpPr>
          <p:spPr>
            <a:xfrm>
              <a:off x="3656076" y="3803904"/>
              <a:ext cx="676656" cy="603504"/>
            </a:xfrm>
            <a:prstGeom prst="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EAC5ADA-E5B6-C2D4-123D-3F33DDFD7E17}"/>
                </a:ext>
              </a:extLst>
            </p:cNvPr>
            <p:cNvGrpSpPr/>
            <p:nvPr/>
          </p:nvGrpSpPr>
          <p:grpSpPr>
            <a:xfrm>
              <a:off x="5879016" y="4661654"/>
              <a:ext cx="1682496" cy="1380744"/>
              <a:chOff x="9162288" y="4471416"/>
              <a:chExt cx="1682496" cy="138074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428F715-93FA-494D-845B-1CA7AA0885B9}"/>
                  </a:ext>
                </a:extLst>
              </p:cNvPr>
              <p:cNvSpPr/>
              <p:nvPr/>
            </p:nvSpPr>
            <p:spPr>
              <a:xfrm>
                <a:off x="9162288" y="5221224"/>
                <a:ext cx="1682496" cy="630936"/>
              </a:xfrm>
              <a:prstGeom prst="ellipse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8604D1E-54D9-25B0-F09B-6859DFF1FE7F}"/>
                  </a:ext>
                </a:extLst>
              </p:cNvPr>
              <p:cNvSpPr txBox="1"/>
              <p:nvPr/>
            </p:nvSpPr>
            <p:spPr>
              <a:xfrm>
                <a:off x="9418320" y="5352026"/>
                <a:ext cx="1170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</a:rPr>
                  <a:t>limit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B6AFB5A-FBCE-934A-0BEB-10CA6DD3A5EE}"/>
                  </a:ext>
                </a:extLst>
              </p:cNvPr>
              <p:cNvCxnSpPr>
                <a:stCxn id="39" idx="0"/>
              </p:cNvCxnSpPr>
              <p:nvPr/>
            </p:nvCxnSpPr>
            <p:spPr>
              <a:xfrm flipV="1">
                <a:off x="10003536" y="4471416"/>
                <a:ext cx="0" cy="74980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ED7D3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644564-7AAE-6811-8FCB-FFFBD9425A2F}"/>
                </a:ext>
              </a:extLst>
            </p:cNvPr>
            <p:cNvGrpSpPr/>
            <p:nvPr/>
          </p:nvGrpSpPr>
          <p:grpSpPr>
            <a:xfrm>
              <a:off x="3852002" y="4661654"/>
              <a:ext cx="1682496" cy="1380744"/>
              <a:chOff x="9162288" y="4471416"/>
              <a:chExt cx="1682496" cy="1380744"/>
            </a:xfrm>
          </p:grpSpPr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BD3ED4F5-31F6-43D3-43D9-89F012A13D05}"/>
                  </a:ext>
                </a:extLst>
              </p:cNvPr>
              <p:cNvSpPr/>
              <p:nvPr/>
            </p:nvSpPr>
            <p:spPr>
              <a:xfrm>
                <a:off x="9162288" y="5221224"/>
                <a:ext cx="1682496" cy="630936"/>
              </a:xfrm>
              <a:prstGeom prst="ellipse">
                <a:avLst/>
              </a:prstGeom>
              <a:solidFill>
                <a:srgbClr val="FFC000">
                  <a:lumMod val="40000"/>
                  <a:lumOff val="60000"/>
                </a:srgbClr>
              </a:solidFill>
              <a:ln w="12700" cap="flat" cmpd="sng" algn="ctr">
                <a:solidFill>
                  <a:srgbClr val="5B9BD5">
                    <a:shade val="5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80DD76E-6AF9-9CAD-E551-10C6FCD383A0}"/>
                  </a:ext>
                </a:extLst>
              </p:cNvPr>
              <p:cNvSpPr txBox="1"/>
              <p:nvPr/>
            </p:nvSpPr>
            <p:spPr>
              <a:xfrm>
                <a:off x="9418320" y="5352026"/>
                <a:ext cx="11704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</a:rPr>
                  <a:t>position</a:t>
                </a: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C5641B2-19E2-EA1C-5D57-37DB58266DF0}"/>
                  </a:ext>
                </a:extLst>
              </p:cNvPr>
              <p:cNvCxnSpPr>
                <a:stCxn id="36" idx="0"/>
              </p:cNvCxnSpPr>
              <p:nvPr/>
            </p:nvCxnSpPr>
            <p:spPr>
              <a:xfrm flipV="1">
                <a:off x="10003536" y="4471416"/>
                <a:ext cx="0" cy="749808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ED7D31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344526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EF441-F6E6-4C21-DF95-028674870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idea of “buffers”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AAB3-13CA-2456-C781-D826F2CFB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832499"/>
          </a:xfrm>
        </p:spPr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7030A0"/>
                </a:solidFill>
              </a:rPr>
              <a:t>Buffer</a:t>
            </a:r>
            <a:r>
              <a:rPr lang="en-GB" dirty="0"/>
              <a:t> in Java adds two more indices into a sequence. (The sequence itself is not part of the Buffer; </a:t>
            </a:r>
            <a:r>
              <a:rPr lang="en-GB" i="1" dirty="0"/>
              <a:t>only the indices</a:t>
            </a:r>
            <a:r>
              <a:rPr lang="en-GB" dirty="0"/>
              <a:t>.)</a:t>
            </a:r>
          </a:p>
          <a:p>
            <a:r>
              <a:rPr lang="en-GB" dirty="0"/>
              <a:t>In addition to get and put, some more operations are relevant:</a:t>
            </a:r>
          </a:p>
          <a:p>
            <a:pPr lvl="1"/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clear</a:t>
            </a:r>
            <a:r>
              <a:rPr lang="en-GB" sz="1600" dirty="0"/>
              <a:t>: </a:t>
            </a:r>
            <a:r>
              <a:rPr lang="en-GB" sz="1600" i="1" dirty="0"/>
              <a:t>Needed at the start of a channel read. Also, the start of a put cycle</a:t>
            </a:r>
            <a:r>
              <a:rPr lang="en-GB" sz="1600" dirty="0"/>
              <a:t>. </a:t>
            </a:r>
          </a:p>
          <a:p>
            <a:pPr marL="457200" lvl="1" indent="0">
              <a:buNone/>
            </a:pPr>
            <a:r>
              <a:rPr lang="en-GB" sz="1600" dirty="0"/>
              <a:t>                Sets the </a:t>
            </a:r>
            <a:r>
              <a:rPr lang="en-GB" sz="1600" dirty="0">
                <a:latin typeface="Consolas" panose="020B0609020204030204" pitchFamily="49" charset="0"/>
              </a:rPr>
              <a:t>position</a:t>
            </a:r>
            <a:r>
              <a:rPr lang="en-GB" sz="1600" dirty="0"/>
              <a:t> to 0 and </a:t>
            </a:r>
            <a:r>
              <a:rPr lang="en-GB" sz="1600" dirty="0">
                <a:latin typeface="Consolas" panose="020B0609020204030204" pitchFamily="49" charset="0"/>
              </a:rPr>
              <a:t>limit</a:t>
            </a:r>
            <a:r>
              <a:rPr lang="en-GB" sz="1600" dirty="0"/>
              <a:t> to the capacity.</a:t>
            </a:r>
          </a:p>
          <a:p>
            <a:pPr lvl="1"/>
            <a:r>
              <a:rPr lang="en-GB" sz="1600" dirty="0">
                <a:solidFill>
                  <a:srgbClr val="7030A0"/>
                </a:solidFill>
              </a:rPr>
              <a:t>flip</a:t>
            </a:r>
            <a:r>
              <a:rPr lang="en-GB" sz="1600" dirty="0"/>
              <a:t>: </a:t>
            </a:r>
            <a:r>
              <a:rPr lang="en-GB" sz="1600" i="1" dirty="0"/>
              <a:t>Needed at the start of  a channel write. Also, the start of a get cycle.</a:t>
            </a:r>
          </a:p>
          <a:p>
            <a:pPr marL="457200" lvl="1" indent="0">
              <a:buNone/>
            </a:pPr>
            <a:r>
              <a:rPr lang="en-GB" sz="1600" dirty="0"/>
              <a:t>            Sets the </a:t>
            </a:r>
            <a:r>
              <a:rPr lang="en-GB" sz="1600" dirty="0">
                <a:latin typeface="Consolas" panose="020B0609020204030204" pitchFamily="49" charset="0"/>
              </a:rPr>
              <a:t>limit</a:t>
            </a:r>
            <a:r>
              <a:rPr lang="en-GB" sz="1600" dirty="0"/>
              <a:t> to the current </a:t>
            </a:r>
            <a:r>
              <a:rPr lang="en-GB" sz="1600" dirty="0">
                <a:latin typeface="Consolas" panose="020B0609020204030204" pitchFamily="49" charset="0"/>
              </a:rPr>
              <a:t>position</a:t>
            </a:r>
            <a:r>
              <a:rPr lang="en-GB" sz="1600" dirty="0"/>
              <a:t>, and </a:t>
            </a:r>
            <a:r>
              <a:rPr lang="en-GB" sz="1600" dirty="0">
                <a:latin typeface="Consolas" panose="020B0609020204030204" pitchFamily="49" charset="0"/>
              </a:rPr>
              <a:t>position</a:t>
            </a:r>
            <a:r>
              <a:rPr lang="en-GB" sz="1600" dirty="0"/>
              <a:t> to 0.</a:t>
            </a:r>
          </a:p>
          <a:p>
            <a:pPr lvl="1"/>
            <a:r>
              <a:rPr lang="en-GB" sz="1600" dirty="0">
                <a:solidFill>
                  <a:srgbClr val="7030A0"/>
                </a:solidFill>
                <a:latin typeface="Consolas" panose="020B0609020204030204" pitchFamily="49" charset="0"/>
              </a:rPr>
              <a:t>rewind</a:t>
            </a:r>
            <a:r>
              <a:rPr lang="en-GB" sz="1600" dirty="0"/>
              <a:t>: </a:t>
            </a:r>
            <a:r>
              <a:rPr lang="en-GB" sz="1600" i="1" dirty="0"/>
              <a:t>Needed at the start of renewed get cycle. </a:t>
            </a:r>
          </a:p>
          <a:p>
            <a:pPr marL="457200" lvl="1" indent="0">
              <a:buNone/>
            </a:pPr>
            <a:r>
              <a:rPr lang="en-GB" sz="1600" i="1" dirty="0"/>
              <a:t>                   </a:t>
            </a:r>
            <a:r>
              <a:rPr lang="en-GB" sz="1600" dirty="0"/>
              <a:t>Sets the </a:t>
            </a:r>
            <a:r>
              <a:rPr lang="en-GB" sz="1600" dirty="0">
                <a:latin typeface="Consolas" panose="020B0609020204030204" pitchFamily="49" charset="0"/>
              </a:rPr>
              <a:t>position</a:t>
            </a:r>
            <a:r>
              <a:rPr lang="en-GB" sz="1600" dirty="0"/>
              <a:t> to 0, leaves </a:t>
            </a:r>
            <a:r>
              <a:rPr lang="en-GB" sz="1600" dirty="0">
                <a:latin typeface="Consolas" panose="020B0609020204030204" pitchFamily="49" charset="0"/>
              </a:rPr>
              <a:t>limit</a:t>
            </a:r>
            <a:r>
              <a:rPr lang="en-GB" sz="1600" dirty="0"/>
              <a:t> unchanged.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566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7FFB-C02A-1E30-A85F-77F80766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Java’s IO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DE8B1-68B8-8861-A402-C174114B5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5636430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Buffered</a:t>
            </a:r>
            <a:r>
              <a:rPr lang="en-US" altLang="zh-CN" dirty="0"/>
              <a:t>Reader</a:t>
            </a:r>
            <a:endParaRPr lang="en-GB" altLang="zh-CN" dirty="0"/>
          </a:p>
          <a:p>
            <a:r>
              <a:rPr lang="en-GB" dirty="0"/>
              <a:t>Use the </a:t>
            </a:r>
            <a:r>
              <a:rPr lang="en-GB" dirty="0" err="1"/>
              <a:t>FileReader</a:t>
            </a:r>
            <a:r>
              <a:rPr lang="en-GB" dirty="0"/>
              <a:t> object to read the data from the file.</a:t>
            </a:r>
          </a:p>
          <a:p>
            <a:r>
              <a:rPr lang="en-GB" dirty="0" err="1"/>
              <a:t>FileReader</a:t>
            </a:r>
            <a:r>
              <a:rPr lang="en-GB" dirty="0"/>
              <a:t> reads 2 (or 4) bytes at a time and returns the data to the </a:t>
            </a:r>
            <a:r>
              <a:rPr lang="en-GB" dirty="0" err="1"/>
              <a:t>BufferedReader</a:t>
            </a:r>
            <a:r>
              <a:rPr lang="en-GB" dirty="0"/>
              <a:t>.</a:t>
            </a:r>
          </a:p>
          <a:p>
            <a:r>
              <a:rPr lang="en-GB" dirty="0"/>
              <a:t>Keep doing that until it hits ‘\n’ or ‘\r\n’ (the end of the line symbol).</a:t>
            </a:r>
          </a:p>
          <a:p>
            <a:r>
              <a:rPr lang="en-GB" dirty="0"/>
              <a:t>The difference is that </a:t>
            </a:r>
            <a:r>
              <a:rPr lang="en-GB" dirty="0" err="1"/>
              <a:t>BufferedReader</a:t>
            </a:r>
            <a:r>
              <a:rPr lang="en-GB" dirty="0"/>
              <a:t> create a buffer of data before processing.</a:t>
            </a:r>
          </a:p>
          <a:p>
            <a:r>
              <a:rPr lang="en-GB" dirty="0"/>
              <a:t>Hence it makes the process run much faster than doing 2 bytes a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1E80D-876B-4A0C-37AB-12868803F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1745" y="262851"/>
            <a:ext cx="2552616" cy="4617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94D4B8-4A46-4F33-E4F0-171670E4AD2E}"/>
              </a:ext>
            </a:extLst>
          </p:cNvPr>
          <p:cNvSpPr txBox="1"/>
          <p:nvPr/>
        </p:nvSpPr>
        <p:spPr>
          <a:xfrm>
            <a:off x="1813432" y="4131225"/>
            <a:ext cx="5079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Code: FileMain2.</a:t>
            </a:r>
            <a:r>
              <a:rPr lang="en-US" altLang="zh-CN" sz="2000" dirty="0"/>
              <a:t>Buffered</a:t>
            </a:r>
            <a:r>
              <a:rPr lang="en-GB" altLang="zh-CN" sz="2000" dirty="0" err="1"/>
              <a:t>ReaderExample</a:t>
            </a:r>
            <a:r>
              <a:rPr lang="en-GB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3842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7FFB-C02A-1E30-A85F-77F80766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Java’s IO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DE8B1-68B8-8861-A402-C174114B5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5636430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Buffered</a:t>
            </a:r>
            <a:r>
              <a:rPr lang="en-US" altLang="zh-CN" dirty="0"/>
              <a:t>Reader methods</a:t>
            </a:r>
            <a:r>
              <a:rPr lang="en-GB" altLang="zh-CN" dirty="0"/>
              <a:t>:</a:t>
            </a:r>
          </a:p>
          <a:p>
            <a:r>
              <a:rPr lang="en-GB" altLang="zh-CN" dirty="0"/>
              <a:t>close(): closes the stream and its resources.</a:t>
            </a:r>
          </a:p>
          <a:p>
            <a:r>
              <a:rPr lang="en-GB" altLang="zh-CN" dirty="0"/>
              <a:t>read(): reads a character</a:t>
            </a:r>
          </a:p>
          <a:p>
            <a:r>
              <a:rPr lang="en-GB" altLang="zh-CN" dirty="0" err="1"/>
              <a:t>readLine</a:t>
            </a:r>
            <a:r>
              <a:rPr lang="en-GB" altLang="zh-CN" dirty="0"/>
              <a:t>(): reads a line</a:t>
            </a:r>
          </a:p>
          <a:p>
            <a:r>
              <a:rPr lang="en-GB" altLang="zh-CN" dirty="0"/>
              <a:t>skip(long n): skips specified number of characters.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1E80D-876B-4A0C-37AB-12868803F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1745" y="262851"/>
            <a:ext cx="2552616" cy="4617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A1A18-CA02-E25F-2EDE-D8345748A739}"/>
              </a:ext>
            </a:extLst>
          </p:cNvPr>
          <p:cNvSpPr txBox="1"/>
          <p:nvPr/>
        </p:nvSpPr>
        <p:spPr>
          <a:xfrm>
            <a:off x="607039" y="3478082"/>
            <a:ext cx="5079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Code: FileMain2.</a:t>
            </a:r>
            <a:r>
              <a:rPr lang="en-GB" altLang="zh-CN" sz="2000" dirty="0"/>
              <a:t>ReadEmployee</a:t>
            </a:r>
            <a:r>
              <a:rPr lang="en-GB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1425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7FFB-C02A-1E30-A85F-77F807666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Java’s IO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DE8B1-68B8-8861-A402-C174114B5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5636430" cy="85725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Buffered</a:t>
            </a:r>
            <a:r>
              <a:rPr lang="en-US" altLang="zh-CN" dirty="0"/>
              <a:t>Writer</a:t>
            </a:r>
            <a:r>
              <a:rPr lang="en-GB" altLang="zh-CN" dirty="0"/>
              <a:t>:</a:t>
            </a:r>
          </a:p>
          <a:p>
            <a:r>
              <a:rPr lang="en-GB" altLang="zh-CN" dirty="0"/>
              <a:t>Similar to the </a:t>
            </a:r>
            <a:r>
              <a:rPr lang="en-GB" altLang="zh-CN" dirty="0" err="1"/>
              <a:t>BufferedReader</a:t>
            </a:r>
            <a:r>
              <a:rPr lang="en-GB" altLang="zh-CN" dirty="0"/>
              <a:t>, you can use the writer class to write data into a file.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1E80D-876B-4A0C-37AB-12868803F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1745" y="262851"/>
            <a:ext cx="2552616" cy="4617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0A1A18-CA02-E25F-2EDE-D8345748A739}"/>
              </a:ext>
            </a:extLst>
          </p:cNvPr>
          <p:cNvSpPr txBox="1"/>
          <p:nvPr/>
        </p:nvSpPr>
        <p:spPr>
          <a:xfrm>
            <a:off x="607039" y="3478082"/>
            <a:ext cx="5079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Code: FileMain2.</a:t>
            </a:r>
            <a:r>
              <a:rPr lang="en-GB" altLang="zh-CN" sz="2000" dirty="0"/>
              <a:t> </a:t>
            </a:r>
            <a:r>
              <a:rPr lang="en-GB" altLang="zh-CN" sz="2000" dirty="0" err="1"/>
              <a:t>WriteEmployee</a:t>
            </a:r>
            <a:r>
              <a:rPr lang="en-GB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3684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F64E-DF35-F947-D402-C11DFE57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access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ABD60-0FFF-0393-5FF0-89C29B7B3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800" y="1347614"/>
            <a:ext cx="5613378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Sequential access file</a:t>
            </a:r>
          </a:p>
          <a:p>
            <a:r>
              <a:rPr lang="en-GB" dirty="0"/>
              <a:t>Each record is accessed in the order in which it was stored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Random access file</a:t>
            </a:r>
          </a:p>
          <a:p>
            <a:r>
              <a:rPr lang="en-GB" dirty="0"/>
              <a:t>A file in which records can be accessed or retrieved directly in any order.</a:t>
            </a:r>
          </a:p>
          <a:p>
            <a:r>
              <a:rPr lang="en-GB" dirty="0"/>
              <a:t>Behaves like a large array of bytes.</a:t>
            </a:r>
          </a:p>
          <a:p>
            <a:r>
              <a:rPr lang="en-GB" dirty="0"/>
              <a:t>File pointer, a kind of index into the implied array.</a:t>
            </a:r>
          </a:p>
          <a:p>
            <a:r>
              <a:rPr lang="en-GB" dirty="0"/>
              <a:t>Input operations read bytes starting at the file pointer and advance the file pointer past the bytes read.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22783F-088F-E03E-CD24-FE897462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72" y="316209"/>
            <a:ext cx="3061128" cy="1905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9242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8A91-B267-073F-2238-B62987BF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Random access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F98C7-015A-EA42-BB87-EDF6E717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  <a:tabLst>
                <a:tab pos="457200" algn="l"/>
              </a:tabLst>
            </a:pPr>
            <a:r>
              <a:rPr lang="en-US" dirty="0"/>
              <a:t>File channel object</a:t>
            </a:r>
          </a:p>
          <a:p>
            <a:pPr marL="285750" lvl="1">
              <a:spcBef>
                <a:spcPts val="10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charset="0"/>
                <a:cs typeface="Arial" charset="0"/>
              </a:rPr>
              <a:t>Avenue for reading and writing a file</a:t>
            </a:r>
          </a:p>
          <a:p>
            <a:pPr marL="285750" lvl="1">
              <a:spcBef>
                <a:spcPts val="10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FileChannel</a:t>
            </a:r>
            <a:r>
              <a:rPr lang="en-US" dirty="0">
                <a:latin typeface="Arial" charset="0"/>
                <a:cs typeface="Arial" charset="0"/>
              </a:rPr>
              <a:t> class used to create a random access file</a:t>
            </a:r>
          </a:p>
          <a:p>
            <a:pPr marL="0" lvl="1" indent="0">
              <a:spcBef>
                <a:spcPts val="1000"/>
              </a:spcBef>
              <a:buNone/>
              <a:tabLst>
                <a:tab pos="914400" algn="l"/>
              </a:tabLst>
            </a:pPr>
            <a:endParaRPr lang="en-US" dirty="0">
              <a:solidFill>
                <a:srgbClr val="006298"/>
              </a:solidFill>
              <a:latin typeface="Arial" charset="0"/>
              <a:cs typeface="Arial" charset="0"/>
            </a:endParaRPr>
          </a:p>
          <a:p>
            <a:pPr marL="0" lvl="1" indent="0">
              <a:spcBef>
                <a:spcPts val="1000"/>
              </a:spcBef>
              <a:buNone/>
              <a:tabLst>
                <a:tab pos="914400" algn="l"/>
              </a:tabLst>
            </a:pPr>
            <a:r>
              <a:rPr lang="en-US" dirty="0">
                <a:latin typeface="Arial" charset="0"/>
                <a:cs typeface="Arial" charset="0"/>
              </a:rPr>
              <a:t>Wrapped</a:t>
            </a:r>
          </a:p>
          <a:p>
            <a:pPr marL="285750" lvl="1">
              <a:spcBef>
                <a:spcPts val="10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charset="0"/>
                <a:cs typeface="Arial" charset="0"/>
              </a:rPr>
              <a:t>An array of bytes encompassed into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ByteBuffer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lvl="1">
              <a:spcBef>
                <a:spcPts val="1000"/>
              </a:spcBef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en-US" dirty="0">
                <a:latin typeface="Arial" charset="0"/>
                <a:cs typeface="Arial" charset="0"/>
              </a:rPr>
              <a:t>Holding place for bytes waiting to be read or written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56054-C038-3229-C85E-3C0C45B3D01A}"/>
              </a:ext>
            </a:extLst>
          </p:cNvPr>
          <p:cNvSpPr txBox="1"/>
          <p:nvPr/>
        </p:nvSpPr>
        <p:spPr>
          <a:xfrm>
            <a:off x="2351315" y="3792110"/>
            <a:ext cx="55862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Code: </a:t>
            </a:r>
          </a:p>
          <a:p>
            <a:pPr algn="ctr"/>
            <a:r>
              <a:rPr lang="en-GB" sz="2000" dirty="0" err="1"/>
              <a:t>RandomAccessTest</a:t>
            </a:r>
            <a:endParaRPr lang="en-GB" sz="2000" dirty="0"/>
          </a:p>
          <a:p>
            <a:pPr algn="ctr"/>
            <a:r>
              <a:rPr lang="en-GB" sz="2000" dirty="0"/>
              <a:t>FileMain2.</a:t>
            </a:r>
            <a:r>
              <a:rPr lang="en-GB" altLang="zh-CN" sz="2000" dirty="0"/>
              <a:t> </a:t>
            </a:r>
            <a:r>
              <a:rPr lang="en-GB" altLang="zh-CN" sz="2000" dirty="0" err="1"/>
              <a:t>WriteRandomAccessEmployee</a:t>
            </a:r>
            <a:r>
              <a:rPr lang="en-GB" sz="20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469446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028A-404A-2605-8C05-E5D6C5E3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EBDA-C933-A166-7D16-C6EBEAB3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8218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A(n) ___________ program is one in which the user makes direct requests.</a:t>
            </a:r>
          </a:p>
          <a:p>
            <a:r>
              <a:rPr lang="en-US" dirty="0"/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sequential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b. front-end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c. volatile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d. interactive </a:t>
            </a: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42041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028A-404A-2605-8C05-E5D6C5E3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EBDA-C933-A166-7D16-C6EBEAB3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30783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A(n) ___________ program is one in which the user makes direct requests.</a:t>
            </a:r>
          </a:p>
          <a:p>
            <a:r>
              <a:rPr lang="en-US" dirty="0"/>
              <a:t>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sequential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b. front-end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c. volatile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d. interactive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d.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interactive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program in which the user makes direct requests is an interactive program. For example, if a customer telephones a department store with a question about a monthly bill, the customer service rep requires a random access file, in which records can be accessed or retrieved directly in any order.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3032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D0DB-D595-444B-B735-EB67A1EF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 &amp; A</a:t>
            </a:r>
          </a:p>
        </p:txBody>
      </p:sp>
      <p:pic>
        <p:nvPicPr>
          <p:cNvPr id="5" name="Content Placeholder 4" descr="Yellow and blue symbols">
            <a:extLst>
              <a:ext uri="{FF2B5EF4-FFF2-40B4-BE49-F238E27FC236}">
                <a16:creationId xmlns:a16="http://schemas.microsoft.com/office/drawing/2014/main" id="{C44561B0-5A23-46D2-B9FB-CB172994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11" y="1347788"/>
            <a:ext cx="3858354" cy="2952750"/>
          </a:xfrm>
        </p:spPr>
      </p:pic>
    </p:spTree>
    <p:extLst>
      <p:ext uri="{BB962C8B-B14F-4D97-AF65-F5344CB8AC3E}">
        <p14:creationId xmlns:p14="http://schemas.microsoft.com/office/powerpoint/2010/main" val="3826308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1992</TotalTime>
  <Words>1993</Words>
  <Application>Microsoft Office PowerPoint</Application>
  <PresentationFormat>On-screen Show (16:9)</PresentationFormat>
  <Paragraphs>249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 Unicode MS</vt:lpstr>
      <vt:lpstr>Times New Roman</vt:lpstr>
      <vt:lpstr>Arial</vt:lpstr>
      <vt:lpstr>Calibri</vt:lpstr>
      <vt:lpstr>Wingdings</vt:lpstr>
      <vt:lpstr>Arial (Body)</vt:lpstr>
      <vt:lpstr>Courier New</vt:lpstr>
      <vt:lpstr>Consolas</vt:lpstr>
      <vt:lpstr>Georgia</vt:lpstr>
      <vt:lpstr>Default Design</vt:lpstr>
      <vt:lpstr>PowerPoint Presentation</vt:lpstr>
      <vt:lpstr>OOP/SW – Week 8</vt:lpstr>
      <vt:lpstr>Structure</vt:lpstr>
      <vt:lpstr>Files concepts</vt:lpstr>
      <vt:lpstr>File folders</vt:lpstr>
      <vt:lpstr>Java classes for File I/O</vt:lpstr>
      <vt:lpstr>File handling classes - Path</vt:lpstr>
      <vt:lpstr>File handling classes - Path</vt:lpstr>
      <vt:lpstr>File handling classes - Path</vt:lpstr>
      <vt:lpstr>File handling classes - Path</vt:lpstr>
      <vt:lpstr>File handling classes - Path</vt:lpstr>
      <vt:lpstr>File handling classes - Path</vt:lpstr>
      <vt:lpstr>File handling classes - File</vt:lpstr>
      <vt:lpstr>File handling classes - File</vt:lpstr>
      <vt:lpstr>Activity: Knowledge Check</vt:lpstr>
      <vt:lpstr>Stream handling classes – Data Hierarchy</vt:lpstr>
      <vt:lpstr>Stream handling classes</vt:lpstr>
      <vt:lpstr>Stream handling classes</vt:lpstr>
      <vt:lpstr>Stream handling classes</vt:lpstr>
      <vt:lpstr>Stream handling classes</vt:lpstr>
      <vt:lpstr>Java’s IO Classes</vt:lpstr>
      <vt:lpstr>The idea of “buffers”</vt:lpstr>
      <vt:lpstr>The idea of “buffers”</vt:lpstr>
      <vt:lpstr>The idea of “buffers”</vt:lpstr>
      <vt:lpstr>Java’s IO Classes</vt:lpstr>
      <vt:lpstr>Java’s IO Classes</vt:lpstr>
      <vt:lpstr>Java’s IO Classes</vt:lpstr>
      <vt:lpstr>Random access files</vt:lpstr>
      <vt:lpstr>Random access files</vt:lpstr>
      <vt:lpstr>Activity: Knowledge Check</vt:lpstr>
      <vt:lpstr>Activity: Knowledge Check</vt:lpstr>
      <vt:lpstr>Q &amp; A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Jizheng Wan</cp:lastModifiedBy>
  <cp:revision>2</cp:revision>
  <cp:lastPrinted>2019-07-31T08:58:40Z</cp:lastPrinted>
  <dcterms:created xsi:type="dcterms:W3CDTF">2005-06-08T11:15:47Z</dcterms:created>
  <dcterms:modified xsi:type="dcterms:W3CDTF">2023-11-13T00:14:52Z</dcterms:modified>
</cp:coreProperties>
</file>