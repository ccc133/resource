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2" r:id="rId2"/>
    <p:sldId id="268" r:id="rId3"/>
    <p:sldId id="269" r:id="rId4"/>
    <p:sldId id="278" r:id="rId5"/>
    <p:sldId id="270" r:id="rId6"/>
    <p:sldId id="271" r:id="rId7"/>
    <p:sldId id="272" r:id="rId8"/>
    <p:sldId id="280" r:id="rId9"/>
    <p:sldId id="273" r:id="rId10"/>
    <p:sldId id="274" r:id="rId11"/>
    <p:sldId id="275" r:id="rId12"/>
    <p:sldId id="276" r:id="rId13"/>
    <p:sldId id="277" r:id="rId14"/>
    <p:sldId id="281" r:id="rId15"/>
    <p:sldId id="282" r:id="rId16"/>
    <p:sldId id="316" r:id="rId17"/>
  </p:sldIdLst>
  <p:sldSz cx="9144000" cy="5143500" type="screen16x9"/>
  <p:notesSz cx="9144000" cy="6858000"/>
  <p:embeddedFontLst>
    <p:embeddedFont>
      <p:font typeface="Arial Unicode MS" panose="020B0604020202020204" pitchFamily="34" charset="-128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E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03043-CF07-4DDC-B0AD-5420923F17C7}" v="32" dt="2022-12-08T15:47:03.171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61"/>
  </p:normalViewPr>
  <p:slideViewPr>
    <p:cSldViewPr snapToGrid="0">
      <p:cViewPr varScale="1">
        <p:scale>
          <a:sx n="152" d="100"/>
          <a:sy n="152" d="100"/>
        </p:scale>
        <p:origin x="504" y="176"/>
      </p:cViewPr>
      <p:guideLst>
        <p:guide orient="horz" pos="15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889D61-FAD9-44CF-8CFA-3A26998DD4BA}" type="doc">
      <dgm:prSet loTypeId="urn:diagrams.loki3.com/VaryingWidthList" loCatId="list" qsTypeId="urn:microsoft.com/office/officeart/2005/8/quickstyle/simple1" qsCatId="simple" csTypeId="urn:microsoft.com/office/officeart/2005/8/colors/colorful3" csCatId="colorful" phldr="1"/>
      <dgm:spPr/>
    </dgm:pt>
    <dgm:pt modelId="{94F9A9DD-E775-470E-B7F0-BEB0EAB82302}">
      <dgm:prSet phldrT="[Text]"/>
      <dgm:spPr>
        <a:xfrm>
          <a:off x="16600" y="1757638"/>
          <a:ext cx="1440000" cy="836060"/>
        </a:xfrm>
        <a:prstGeom prst="rect">
          <a:avLst/>
        </a:prstGeom>
        <a:solidFill>
          <a:srgbClr val="A5A5A5">
            <a:hueOff val="1355300"/>
            <a:satOff val="50000"/>
            <a:lumOff val="-735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RA(2)</a:t>
          </a:r>
        </a:p>
      </dgm:t>
    </dgm:pt>
    <dgm:pt modelId="{A439F7DC-7204-4EA2-8899-C1A4F6703C8B}" type="parTrans" cxnId="{448B9964-5A55-458C-8890-75D6DD7FEFAD}">
      <dgm:prSet/>
      <dgm:spPr/>
      <dgm:t>
        <a:bodyPr/>
        <a:lstStyle/>
        <a:p>
          <a:endParaRPr lang="en-GB"/>
        </a:p>
      </dgm:t>
    </dgm:pt>
    <dgm:pt modelId="{30E3DE45-BD81-454A-893E-AC9C4A444E68}" type="sibTrans" cxnId="{448B9964-5A55-458C-8890-75D6DD7FEFAD}">
      <dgm:prSet/>
      <dgm:spPr/>
      <dgm:t>
        <a:bodyPr/>
        <a:lstStyle/>
        <a:p>
          <a:endParaRPr lang="en-GB"/>
        </a:p>
      </dgm:t>
    </dgm:pt>
    <dgm:pt modelId="{1811CA34-77D6-4EE6-A726-F806ECB7F54A}">
      <dgm:prSet phldrT="[Text]"/>
      <dgm:spPr>
        <a:xfrm>
          <a:off x="16600" y="2635502"/>
          <a:ext cx="1440000" cy="836060"/>
        </a:xfrm>
        <a:prstGeom prst="rect">
          <a:avLst/>
        </a:prstGeom>
        <a:solidFill>
          <a:srgbClr val="A5A5A5">
            <a:hueOff val="2032949"/>
            <a:satOff val="75000"/>
            <a:lumOff val="-11029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RA(3)</a:t>
          </a:r>
        </a:p>
      </dgm:t>
    </dgm:pt>
    <dgm:pt modelId="{C2FD2CE7-7D03-4FC8-B8C9-BEC616294407}" type="parTrans" cxnId="{21408223-7271-45A5-9C5A-B62F345413A2}">
      <dgm:prSet/>
      <dgm:spPr/>
      <dgm:t>
        <a:bodyPr/>
        <a:lstStyle/>
        <a:p>
          <a:endParaRPr lang="en-GB"/>
        </a:p>
      </dgm:t>
    </dgm:pt>
    <dgm:pt modelId="{52FE17CC-5A06-47AB-A38E-DE2681761B37}" type="sibTrans" cxnId="{21408223-7271-45A5-9C5A-B62F345413A2}">
      <dgm:prSet/>
      <dgm:spPr/>
      <dgm:t>
        <a:bodyPr/>
        <a:lstStyle/>
        <a:p>
          <a:endParaRPr lang="en-GB"/>
        </a:p>
      </dgm:t>
    </dgm:pt>
    <dgm:pt modelId="{7026530B-1130-4313-AD18-268F18F85513}">
      <dgm:prSet phldrT="[Text]"/>
      <dgm:spPr>
        <a:xfrm>
          <a:off x="16600" y="3513365"/>
          <a:ext cx="1440000" cy="836060"/>
        </a:xfrm>
        <a:prstGeom prst="rect">
          <a:avLst/>
        </a:prstGeom>
        <a:solidFill>
          <a:srgbClr val="A5A5A5">
            <a:hueOff val="2710599"/>
            <a:satOff val="100000"/>
            <a:lumOff val="-1470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RA(4)</a:t>
          </a:r>
        </a:p>
      </dgm:t>
    </dgm:pt>
    <dgm:pt modelId="{8DDD3ACF-1D3A-4425-B1BF-AF67F735E7D9}" type="parTrans" cxnId="{DAFE1C7B-E14D-4A5D-BF77-A4FE948D2C15}">
      <dgm:prSet/>
      <dgm:spPr/>
      <dgm:t>
        <a:bodyPr/>
        <a:lstStyle/>
        <a:p>
          <a:endParaRPr lang="en-GB"/>
        </a:p>
      </dgm:t>
    </dgm:pt>
    <dgm:pt modelId="{7C50DEF9-1EE1-4614-B472-FB1E92226008}" type="sibTrans" cxnId="{DAFE1C7B-E14D-4A5D-BF77-A4FE948D2C15}">
      <dgm:prSet/>
      <dgm:spPr/>
      <dgm:t>
        <a:bodyPr/>
        <a:lstStyle/>
        <a:p>
          <a:endParaRPr lang="en-GB"/>
        </a:p>
      </dgm:t>
    </dgm:pt>
    <dgm:pt modelId="{954A4C5B-2752-47AD-9779-DF9C53F5CBB0}">
      <dgm:prSet phldrT="[Text]"/>
      <dgm:spPr>
        <a:xfrm>
          <a:off x="16600" y="879775"/>
          <a:ext cx="1440000" cy="836060"/>
        </a:xfrm>
        <a:prstGeom prst="rect">
          <a:avLst/>
        </a:prstGeom>
        <a:solidFill>
          <a:srgbClr val="A5A5A5">
            <a:hueOff val="677650"/>
            <a:satOff val="25000"/>
            <a:lumOff val="-36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RA(1)</a:t>
          </a:r>
        </a:p>
      </dgm:t>
    </dgm:pt>
    <dgm:pt modelId="{5FE4C1D8-F6A5-499B-98CE-9DD3D8ABA96F}" type="parTrans" cxnId="{25031BE3-952A-41CB-B3AB-3E50B4E4D080}">
      <dgm:prSet/>
      <dgm:spPr/>
      <dgm:t>
        <a:bodyPr/>
        <a:lstStyle/>
        <a:p>
          <a:endParaRPr lang="en-GB"/>
        </a:p>
      </dgm:t>
    </dgm:pt>
    <dgm:pt modelId="{72D1E816-619B-4BA2-B8E4-75670A18FFD8}" type="sibTrans" cxnId="{25031BE3-952A-41CB-B3AB-3E50B4E4D080}">
      <dgm:prSet/>
      <dgm:spPr/>
      <dgm:t>
        <a:bodyPr/>
        <a:lstStyle/>
        <a:p>
          <a:endParaRPr lang="en-GB"/>
        </a:p>
      </dgm:t>
    </dgm:pt>
    <dgm:pt modelId="{D98083DB-A24C-45B1-A0A3-9FFEAF9FEAC8}" type="pres">
      <dgm:prSet presAssocID="{31889D61-FAD9-44CF-8CFA-3A26998DD4BA}" presName="Name0" presStyleCnt="0">
        <dgm:presLayoutVars>
          <dgm:resizeHandles/>
        </dgm:presLayoutVars>
      </dgm:prSet>
      <dgm:spPr/>
    </dgm:pt>
    <dgm:pt modelId="{B26D9A9B-C387-47A4-8244-717682FB21A5}" type="pres">
      <dgm:prSet presAssocID="{954A4C5B-2752-47AD-9779-DF9C53F5CBB0}" presName="text" presStyleLbl="node1" presStyleIdx="0" presStyleCnt="4">
        <dgm:presLayoutVars>
          <dgm:bulletEnabled val="1"/>
        </dgm:presLayoutVars>
      </dgm:prSet>
      <dgm:spPr/>
    </dgm:pt>
    <dgm:pt modelId="{B3EBB675-A8AF-4E0A-8CA4-80D73DF2CB08}" type="pres">
      <dgm:prSet presAssocID="{72D1E816-619B-4BA2-B8E4-75670A18FFD8}" presName="space" presStyleCnt="0"/>
      <dgm:spPr/>
    </dgm:pt>
    <dgm:pt modelId="{6BAEC512-77A8-40DF-894A-B70CB09AAFED}" type="pres">
      <dgm:prSet presAssocID="{94F9A9DD-E775-470E-B7F0-BEB0EAB82302}" presName="text" presStyleLbl="node1" presStyleIdx="1" presStyleCnt="4">
        <dgm:presLayoutVars>
          <dgm:bulletEnabled val="1"/>
        </dgm:presLayoutVars>
      </dgm:prSet>
      <dgm:spPr/>
    </dgm:pt>
    <dgm:pt modelId="{3BE7A039-9A2A-49A7-A211-99256F00CF7B}" type="pres">
      <dgm:prSet presAssocID="{30E3DE45-BD81-454A-893E-AC9C4A444E68}" presName="space" presStyleCnt="0"/>
      <dgm:spPr/>
    </dgm:pt>
    <dgm:pt modelId="{0E166AC5-A57F-4DDC-BD93-377C3AB2BE38}" type="pres">
      <dgm:prSet presAssocID="{1811CA34-77D6-4EE6-A726-F806ECB7F54A}" presName="text" presStyleLbl="node1" presStyleIdx="2" presStyleCnt="4">
        <dgm:presLayoutVars>
          <dgm:bulletEnabled val="1"/>
        </dgm:presLayoutVars>
      </dgm:prSet>
      <dgm:spPr/>
    </dgm:pt>
    <dgm:pt modelId="{DB2B2D6C-57A8-4C5A-AF78-2DCFE7203695}" type="pres">
      <dgm:prSet presAssocID="{52FE17CC-5A06-47AB-A38E-DE2681761B37}" presName="space" presStyleCnt="0"/>
      <dgm:spPr/>
    </dgm:pt>
    <dgm:pt modelId="{B527D131-D9C7-4E08-ABF1-A75DCF56A354}" type="pres">
      <dgm:prSet presAssocID="{7026530B-1130-4313-AD18-268F18F85513}" presName="text" presStyleLbl="node1" presStyleIdx="3" presStyleCnt="4">
        <dgm:presLayoutVars>
          <dgm:bulletEnabled val="1"/>
        </dgm:presLayoutVars>
      </dgm:prSet>
      <dgm:spPr/>
    </dgm:pt>
  </dgm:ptLst>
  <dgm:cxnLst>
    <dgm:cxn modelId="{3484831C-2538-48E5-BA28-8A2AEB03A6D3}" type="presOf" srcId="{94F9A9DD-E775-470E-B7F0-BEB0EAB82302}" destId="{6BAEC512-77A8-40DF-894A-B70CB09AAFED}" srcOrd="0" destOrd="0" presId="urn:diagrams.loki3.com/VaryingWidthList"/>
    <dgm:cxn modelId="{21408223-7271-45A5-9C5A-B62F345413A2}" srcId="{31889D61-FAD9-44CF-8CFA-3A26998DD4BA}" destId="{1811CA34-77D6-4EE6-A726-F806ECB7F54A}" srcOrd="2" destOrd="0" parTransId="{C2FD2CE7-7D03-4FC8-B8C9-BEC616294407}" sibTransId="{52FE17CC-5A06-47AB-A38E-DE2681761B37}"/>
    <dgm:cxn modelId="{6505D827-DB85-4760-BE59-80A95568EAA0}" type="presOf" srcId="{7026530B-1130-4313-AD18-268F18F85513}" destId="{B527D131-D9C7-4E08-ABF1-A75DCF56A354}" srcOrd="0" destOrd="0" presId="urn:diagrams.loki3.com/VaryingWidthList"/>
    <dgm:cxn modelId="{6668393B-468E-4E11-9BD7-70FD651B5857}" type="presOf" srcId="{954A4C5B-2752-47AD-9779-DF9C53F5CBB0}" destId="{B26D9A9B-C387-47A4-8244-717682FB21A5}" srcOrd="0" destOrd="0" presId="urn:diagrams.loki3.com/VaryingWidthList"/>
    <dgm:cxn modelId="{1B284A54-1191-42F0-9CA0-4E9B772A9CF7}" type="presOf" srcId="{31889D61-FAD9-44CF-8CFA-3A26998DD4BA}" destId="{D98083DB-A24C-45B1-A0A3-9FFEAF9FEAC8}" srcOrd="0" destOrd="0" presId="urn:diagrams.loki3.com/VaryingWidthList"/>
    <dgm:cxn modelId="{8270E560-1CE5-4CBF-BA7F-E5450241785B}" type="presOf" srcId="{1811CA34-77D6-4EE6-A726-F806ECB7F54A}" destId="{0E166AC5-A57F-4DDC-BD93-377C3AB2BE38}" srcOrd="0" destOrd="0" presId="urn:diagrams.loki3.com/VaryingWidthList"/>
    <dgm:cxn modelId="{448B9964-5A55-458C-8890-75D6DD7FEFAD}" srcId="{31889D61-FAD9-44CF-8CFA-3A26998DD4BA}" destId="{94F9A9DD-E775-470E-B7F0-BEB0EAB82302}" srcOrd="1" destOrd="0" parTransId="{A439F7DC-7204-4EA2-8899-C1A4F6703C8B}" sibTransId="{30E3DE45-BD81-454A-893E-AC9C4A444E68}"/>
    <dgm:cxn modelId="{DAFE1C7B-E14D-4A5D-BF77-A4FE948D2C15}" srcId="{31889D61-FAD9-44CF-8CFA-3A26998DD4BA}" destId="{7026530B-1130-4313-AD18-268F18F85513}" srcOrd="3" destOrd="0" parTransId="{8DDD3ACF-1D3A-4425-B1BF-AF67F735E7D9}" sibTransId="{7C50DEF9-1EE1-4614-B472-FB1E92226008}"/>
    <dgm:cxn modelId="{25031BE3-952A-41CB-B3AB-3E50B4E4D080}" srcId="{31889D61-FAD9-44CF-8CFA-3A26998DD4BA}" destId="{954A4C5B-2752-47AD-9779-DF9C53F5CBB0}" srcOrd="0" destOrd="0" parTransId="{5FE4C1D8-F6A5-499B-98CE-9DD3D8ABA96F}" sibTransId="{72D1E816-619B-4BA2-B8E4-75670A18FFD8}"/>
    <dgm:cxn modelId="{29767248-10F9-46B6-B4C9-6574E99482F7}" type="presParOf" srcId="{D98083DB-A24C-45B1-A0A3-9FFEAF9FEAC8}" destId="{B26D9A9B-C387-47A4-8244-717682FB21A5}" srcOrd="0" destOrd="0" presId="urn:diagrams.loki3.com/VaryingWidthList"/>
    <dgm:cxn modelId="{874B0686-45C0-43D5-9914-C76DFA1F3749}" type="presParOf" srcId="{D98083DB-A24C-45B1-A0A3-9FFEAF9FEAC8}" destId="{B3EBB675-A8AF-4E0A-8CA4-80D73DF2CB08}" srcOrd="1" destOrd="0" presId="urn:diagrams.loki3.com/VaryingWidthList"/>
    <dgm:cxn modelId="{D5E26AC7-48F9-4B48-917B-907A068DBA9F}" type="presParOf" srcId="{D98083DB-A24C-45B1-A0A3-9FFEAF9FEAC8}" destId="{6BAEC512-77A8-40DF-894A-B70CB09AAFED}" srcOrd="2" destOrd="0" presId="urn:diagrams.loki3.com/VaryingWidthList"/>
    <dgm:cxn modelId="{CBA3DF81-AEF5-45FE-A0DA-0AB8EEF34CDA}" type="presParOf" srcId="{D98083DB-A24C-45B1-A0A3-9FFEAF9FEAC8}" destId="{3BE7A039-9A2A-49A7-A211-99256F00CF7B}" srcOrd="3" destOrd="0" presId="urn:diagrams.loki3.com/VaryingWidthList"/>
    <dgm:cxn modelId="{A9E1AD2D-9227-4461-B4DA-FC20C07DCB29}" type="presParOf" srcId="{D98083DB-A24C-45B1-A0A3-9FFEAF9FEAC8}" destId="{0E166AC5-A57F-4DDC-BD93-377C3AB2BE38}" srcOrd="4" destOrd="0" presId="urn:diagrams.loki3.com/VaryingWidthList"/>
    <dgm:cxn modelId="{652A2F5A-09D9-4CA5-A754-FBC3CB85C88B}" type="presParOf" srcId="{D98083DB-A24C-45B1-A0A3-9FFEAF9FEAC8}" destId="{DB2B2D6C-57A8-4C5A-AF78-2DCFE7203695}" srcOrd="5" destOrd="0" presId="urn:diagrams.loki3.com/VaryingWidthList"/>
    <dgm:cxn modelId="{922183F0-440D-4606-9F14-BB993C10D89E}" type="presParOf" srcId="{D98083DB-A24C-45B1-A0A3-9FFEAF9FEAC8}" destId="{B527D131-D9C7-4E08-ABF1-A75DCF56A354}" srcOrd="6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25D465-D38E-4224-B791-C6B8FD4D149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C0FEB61-7C92-4B49-8DC7-2DB2B8D036E2}">
      <dgm:prSet phldrT="[Text]"/>
      <dgm:spPr/>
      <dgm:t>
        <a:bodyPr/>
        <a:lstStyle/>
        <a:p>
          <a:r>
            <a:rPr lang="en-GB" dirty="0"/>
            <a:t>RA(6)</a:t>
          </a:r>
        </a:p>
      </dgm:t>
    </dgm:pt>
    <dgm:pt modelId="{7A7D2165-DF47-40E8-AE6B-54630D967D23}" type="parTrans" cxnId="{E7B495BC-F27E-4155-81B8-93F22DF2B704}">
      <dgm:prSet/>
      <dgm:spPr/>
      <dgm:t>
        <a:bodyPr/>
        <a:lstStyle/>
        <a:p>
          <a:endParaRPr lang="en-GB"/>
        </a:p>
      </dgm:t>
    </dgm:pt>
    <dgm:pt modelId="{95852B70-87A6-4A29-B683-11821D484DD9}" type="sibTrans" cxnId="{E7B495BC-F27E-4155-81B8-93F22DF2B704}">
      <dgm:prSet/>
      <dgm:spPr/>
      <dgm:t>
        <a:bodyPr/>
        <a:lstStyle/>
        <a:p>
          <a:endParaRPr lang="en-GB"/>
        </a:p>
      </dgm:t>
    </dgm:pt>
    <dgm:pt modelId="{B2BF0DCC-11B4-4CEF-946A-67FCDDD2A50B}">
      <dgm:prSet phldrT="[Text]"/>
      <dgm:spPr/>
      <dgm:t>
        <a:bodyPr/>
        <a:lstStyle/>
        <a:p>
          <a:r>
            <a:rPr lang="en-GB" dirty="0"/>
            <a:t>RA(4)</a:t>
          </a:r>
        </a:p>
      </dgm:t>
    </dgm:pt>
    <dgm:pt modelId="{C541AFED-5277-47C5-889B-57949E5B7EF6}" type="parTrans" cxnId="{D73203C5-2A61-4E16-B4CF-B28BEC23D31B}">
      <dgm:prSet/>
      <dgm:spPr/>
      <dgm:t>
        <a:bodyPr/>
        <a:lstStyle/>
        <a:p>
          <a:endParaRPr lang="en-GB"/>
        </a:p>
      </dgm:t>
    </dgm:pt>
    <dgm:pt modelId="{8DD1479D-6DDA-46BE-AA76-EAE955FFE9AA}" type="sibTrans" cxnId="{D73203C5-2A61-4E16-B4CF-B28BEC23D31B}">
      <dgm:prSet/>
      <dgm:spPr/>
      <dgm:t>
        <a:bodyPr/>
        <a:lstStyle/>
        <a:p>
          <a:endParaRPr lang="en-GB"/>
        </a:p>
      </dgm:t>
    </dgm:pt>
    <dgm:pt modelId="{1D5B5291-52E7-47A3-AE9D-F4C6C423CDAE}">
      <dgm:prSet phldrT="[Text]"/>
      <dgm:spPr/>
      <dgm:t>
        <a:bodyPr/>
        <a:lstStyle/>
        <a:p>
          <a:r>
            <a:rPr lang="en-GB" dirty="0"/>
            <a:t>RA(3)</a:t>
          </a:r>
        </a:p>
      </dgm:t>
    </dgm:pt>
    <dgm:pt modelId="{55301F3D-165A-4F20-8051-80D7712128DC}" type="parTrans" cxnId="{BED19A90-2626-426D-8C3E-0E678956D074}">
      <dgm:prSet/>
      <dgm:spPr/>
      <dgm:t>
        <a:bodyPr/>
        <a:lstStyle/>
        <a:p>
          <a:endParaRPr lang="en-GB"/>
        </a:p>
      </dgm:t>
    </dgm:pt>
    <dgm:pt modelId="{E502E46B-7284-47A2-9D5D-F3A7090562C3}" type="sibTrans" cxnId="{BED19A90-2626-426D-8C3E-0E678956D074}">
      <dgm:prSet/>
      <dgm:spPr/>
      <dgm:t>
        <a:bodyPr/>
        <a:lstStyle/>
        <a:p>
          <a:endParaRPr lang="en-GB"/>
        </a:p>
      </dgm:t>
    </dgm:pt>
    <dgm:pt modelId="{A4E80951-15DC-4D0B-97B9-7AEEA52E18DF}">
      <dgm:prSet phldrT="[Text]"/>
      <dgm:spPr/>
      <dgm:t>
        <a:bodyPr/>
        <a:lstStyle/>
        <a:p>
          <a:r>
            <a:rPr lang="en-GB" dirty="0"/>
            <a:t>RA(2)</a:t>
          </a:r>
        </a:p>
      </dgm:t>
    </dgm:pt>
    <dgm:pt modelId="{1C39A829-7392-4CB4-AAD8-0C7F7E24ABB6}" type="parTrans" cxnId="{6A7C52CD-E71A-4B60-A7E3-003346BC1945}">
      <dgm:prSet/>
      <dgm:spPr/>
      <dgm:t>
        <a:bodyPr/>
        <a:lstStyle/>
        <a:p>
          <a:endParaRPr lang="en-GB"/>
        </a:p>
      </dgm:t>
    </dgm:pt>
    <dgm:pt modelId="{FC3D109B-BD25-4429-9E0D-F908ACB2B562}" type="sibTrans" cxnId="{6A7C52CD-E71A-4B60-A7E3-003346BC1945}">
      <dgm:prSet/>
      <dgm:spPr/>
      <dgm:t>
        <a:bodyPr/>
        <a:lstStyle/>
        <a:p>
          <a:endParaRPr lang="en-GB"/>
        </a:p>
      </dgm:t>
    </dgm:pt>
    <dgm:pt modelId="{D835AD2D-DC5E-4474-81DE-9427681DAC0E}">
      <dgm:prSet phldrT="[Text]"/>
      <dgm:spPr/>
      <dgm:t>
        <a:bodyPr/>
        <a:lstStyle/>
        <a:p>
          <a:r>
            <a:rPr lang="en-GB"/>
            <a:t>RA(2)</a:t>
          </a:r>
        </a:p>
      </dgm:t>
    </dgm:pt>
    <dgm:pt modelId="{07FF3261-C414-4EA4-A2F8-63F5323D2103}" type="parTrans" cxnId="{54E35261-14F8-4176-850D-95CA4CD8C7ED}">
      <dgm:prSet/>
      <dgm:spPr/>
      <dgm:t>
        <a:bodyPr/>
        <a:lstStyle/>
        <a:p>
          <a:endParaRPr lang="en-GB"/>
        </a:p>
      </dgm:t>
    </dgm:pt>
    <dgm:pt modelId="{2A4D4CD4-8011-467B-84A7-7E6E3CD102CC}" type="sibTrans" cxnId="{54E35261-14F8-4176-850D-95CA4CD8C7ED}">
      <dgm:prSet/>
      <dgm:spPr/>
      <dgm:t>
        <a:bodyPr/>
        <a:lstStyle/>
        <a:p>
          <a:endParaRPr lang="en-GB"/>
        </a:p>
      </dgm:t>
    </dgm:pt>
    <dgm:pt modelId="{96DDFEB3-7A5D-4451-8493-AAA72C3EDF02}">
      <dgm:prSet phldrT="[Text]"/>
      <dgm:spPr/>
      <dgm:t>
        <a:bodyPr/>
        <a:lstStyle/>
        <a:p>
          <a:r>
            <a:rPr lang="en-GB"/>
            <a:t>RA(1)</a:t>
          </a:r>
        </a:p>
      </dgm:t>
    </dgm:pt>
    <dgm:pt modelId="{73CD9370-6685-42F2-A510-9814C0E51A4D}" type="parTrans" cxnId="{874876EF-AF48-4683-81B6-71BE3C235D1F}">
      <dgm:prSet/>
      <dgm:spPr/>
      <dgm:t>
        <a:bodyPr/>
        <a:lstStyle/>
        <a:p>
          <a:endParaRPr lang="en-GB"/>
        </a:p>
      </dgm:t>
    </dgm:pt>
    <dgm:pt modelId="{AD1E8820-8BCE-4BC0-A6CC-1FD8B928B5C4}" type="sibTrans" cxnId="{874876EF-AF48-4683-81B6-71BE3C235D1F}">
      <dgm:prSet/>
      <dgm:spPr/>
      <dgm:t>
        <a:bodyPr/>
        <a:lstStyle/>
        <a:p>
          <a:endParaRPr lang="en-GB"/>
        </a:p>
      </dgm:t>
    </dgm:pt>
    <dgm:pt modelId="{30D68DF5-357C-485F-815A-4560A4A541D5}">
      <dgm:prSet phldrT="[Text]"/>
      <dgm:spPr/>
      <dgm:t>
        <a:bodyPr/>
        <a:lstStyle/>
        <a:p>
          <a:r>
            <a:rPr lang="en-GB"/>
            <a:t>RA(5)</a:t>
          </a:r>
        </a:p>
      </dgm:t>
    </dgm:pt>
    <dgm:pt modelId="{30B561B5-F35E-4CD1-B962-BABB5CAA3401}" type="parTrans" cxnId="{F03E5264-CCEF-48EE-9201-5B0FD4CC160E}">
      <dgm:prSet/>
      <dgm:spPr/>
      <dgm:t>
        <a:bodyPr/>
        <a:lstStyle/>
        <a:p>
          <a:endParaRPr lang="en-GB"/>
        </a:p>
      </dgm:t>
    </dgm:pt>
    <dgm:pt modelId="{C117048C-A394-4AA6-8B53-B266B615E2A0}" type="sibTrans" cxnId="{F03E5264-CCEF-48EE-9201-5B0FD4CC160E}">
      <dgm:prSet/>
      <dgm:spPr/>
      <dgm:t>
        <a:bodyPr/>
        <a:lstStyle/>
        <a:p>
          <a:endParaRPr lang="en-GB"/>
        </a:p>
      </dgm:t>
    </dgm:pt>
    <dgm:pt modelId="{EE5AD2EE-0C33-4D88-BF7E-A40D85245C34}">
      <dgm:prSet phldrT="[Text]"/>
      <dgm:spPr/>
      <dgm:t>
        <a:bodyPr/>
        <a:lstStyle/>
        <a:p>
          <a:r>
            <a:rPr lang="en-GB"/>
            <a:t>RA(3)</a:t>
          </a:r>
        </a:p>
      </dgm:t>
    </dgm:pt>
    <dgm:pt modelId="{1EBCC620-20F9-4805-BD01-1E8CC5B0F229}" type="parTrans" cxnId="{851D9CDC-02E4-43BD-9934-41B7B9DE70DE}">
      <dgm:prSet/>
      <dgm:spPr/>
      <dgm:t>
        <a:bodyPr/>
        <a:lstStyle/>
        <a:p>
          <a:endParaRPr lang="en-GB"/>
        </a:p>
      </dgm:t>
    </dgm:pt>
    <dgm:pt modelId="{E4CFD40B-C9C9-4753-8D00-14FF07445101}" type="sibTrans" cxnId="{851D9CDC-02E4-43BD-9934-41B7B9DE70DE}">
      <dgm:prSet/>
      <dgm:spPr/>
      <dgm:t>
        <a:bodyPr/>
        <a:lstStyle/>
        <a:p>
          <a:endParaRPr lang="en-GB"/>
        </a:p>
      </dgm:t>
    </dgm:pt>
    <dgm:pt modelId="{6DC6E9C1-4108-4425-8526-D0F5DD06980E}">
      <dgm:prSet phldrT="[Text]"/>
      <dgm:spPr/>
      <dgm:t>
        <a:bodyPr/>
        <a:lstStyle/>
        <a:p>
          <a:r>
            <a:rPr lang="en-GB"/>
            <a:t>RA(2)</a:t>
          </a:r>
        </a:p>
      </dgm:t>
    </dgm:pt>
    <dgm:pt modelId="{422F7AC8-A151-43BE-8901-47CAE82C13B4}" type="parTrans" cxnId="{C739C038-B432-40CB-9319-AA2E0C194C7F}">
      <dgm:prSet/>
      <dgm:spPr/>
      <dgm:t>
        <a:bodyPr/>
        <a:lstStyle/>
        <a:p>
          <a:endParaRPr lang="en-GB"/>
        </a:p>
      </dgm:t>
    </dgm:pt>
    <dgm:pt modelId="{4155D1A0-2A89-4465-96FB-2C40F29F7F1E}" type="sibTrans" cxnId="{C739C038-B432-40CB-9319-AA2E0C194C7F}">
      <dgm:prSet/>
      <dgm:spPr/>
      <dgm:t>
        <a:bodyPr/>
        <a:lstStyle/>
        <a:p>
          <a:endParaRPr lang="en-GB"/>
        </a:p>
      </dgm:t>
    </dgm:pt>
    <dgm:pt modelId="{C0BC9CA3-3D8F-46C9-8CE2-AE8A40F579E9}">
      <dgm:prSet phldrT="[Text]"/>
      <dgm:spPr/>
      <dgm:t>
        <a:bodyPr/>
        <a:lstStyle/>
        <a:p>
          <a:r>
            <a:rPr lang="en-GB"/>
            <a:t>RA(1)</a:t>
          </a:r>
        </a:p>
      </dgm:t>
    </dgm:pt>
    <dgm:pt modelId="{483A9B46-3273-42CC-80EF-E65336AFA34E}" type="parTrans" cxnId="{0888A5B8-78AF-44F2-B25F-8DD7825D20C2}">
      <dgm:prSet/>
      <dgm:spPr/>
      <dgm:t>
        <a:bodyPr/>
        <a:lstStyle/>
        <a:p>
          <a:endParaRPr lang="en-GB"/>
        </a:p>
      </dgm:t>
    </dgm:pt>
    <dgm:pt modelId="{8AB607C4-62DC-409E-84DC-A73E7BA2C175}" type="sibTrans" cxnId="{0888A5B8-78AF-44F2-B25F-8DD7825D20C2}">
      <dgm:prSet/>
      <dgm:spPr/>
      <dgm:t>
        <a:bodyPr/>
        <a:lstStyle/>
        <a:p>
          <a:endParaRPr lang="en-GB"/>
        </a:p>
      </dgm:t>
    </dgm:pt>
    <dgm:pt modelId="{641F9559-E84B-463C-806E-28DFEC8E1442}">
      <dgm:prSet phldrT="[Text]"/>
      <dgm:spPr/>
      <dgm:t>
        <a:bodyPr/>
        <a:lstStyle/>
        <a:p>
          <a:r>
            <a:rPr lang="en-GB"/>
            <a:t>RA(4)</a:t>
          </a:r>
        </a:p>
      </dgm:t>
    </dgm:pt>
    <dgm:pt modelId="{2940FA50-12F4-43B7-8F0F-AF39C373F59F}" type="parTrans" cxnId="{37AF15D8-FB4D-469C-90F4-20940BAF4B97}">
      <dgm:prSet/>
      <dgm:spPr/>
      <dgm:t>
        <a:bodyPr/>
        <a:lstStyle/>
        <a:p>
          <a:endParaRPr lang="en-GB"/>
        </a:p>
      </dgm:t>
    </dgm:pt>
    <dgm:pt modelId="{9FC46096-FC52-45D1-8D60-F2E7A7079297}" type="sibTrans" cxnId="{37AF15D8-FB4D-469C-90F4-20940BAF4B97}">
      <dgm:prSet/>
      <dgm:spPr/>
      <dgm:t>
        <a:bodyPr/>
        <a:lstStyle/>
        <a:p>
          <a:endParaRPr lang="en-GB"/>
        </a:p>
      </dgm:t>
    </dgm:pt>
    <dgm:pt modelId="{9E3D656B-73C2-48CD-B697-BF0E62B93CAC}">
      <dgm:prSet phldrT="[Text]"/>
      <dgm:spPr/>
      <dgm:t>
        <a:bodyPr/>
        <a:lstStyle/>
        <a:p>
          <a:r>
            <a:rPr lang="en-GB"/>
            <a:t>RA(2)</a:t>
          </a:r>
        </a:p>
      </dgm:t>
    </dgm:pt>
    <dgm:pt modelId="{8FA09D4A-74F1-414D-BD3A-EAB7A6955E2D}" type="parTrans" cxnId="{21B43F6A-9873-4B92-981B-44E698ABAB8B}">
      <dgm:prSet/>
      <dgm:spPr/>
      <dgm:t>
        <a:bodyPr/>
        <a:lstStyle/>
        <a:p>
          <a:endParaRPr lang="en-GB"/>
        </a:p>
      </dgm:t>
    </dgm:pt>
    <dgm:pt modelId="{CCE49504-7CD1-45EC-88BF-18DF7C1DB28B}" type="sibTrans" cxnId="{21B43F6A-9873-4B92-981B-44E698ABAB8B}">
      <dgm:prSet/>
      <dgm:spPr/>
      <dgm:t>
        <a:bodyPr/>
        <a:lstStyle/>
        <a:p>
          <a:endParaRPr lang="en-GB"/>
        </a:p>
      </dgm:t>
    </dgm:pt>
    <dgm:pt modelId="{366AC8BC-38CD-4AAB-91CD-4E080FA860D3}">
      <dgm:prSet phldrT="[Text]"/>
      <dgm:spPr/>
      <dgm:t>
        <a:bodyPr/>
        <a:lstStyle/>
        <a:p>
          <a:r>
            <a:rPr lang="en-GB"/>
            <a:t>RA(3)</a:t>
          </a:r>
        </a:p>
      </dgm:t>
    </dgm:pt>
    <dgm:pt modelId="{F08CB50D-C01F-482E-83AC-63DD6B3B61D0}" type="parTrans" cxnId="{5778AC61-121B-47B5-83BC-B399EB3086A0}">
      <dgm:prSet/>
      <dgm:spPr/>
      <dgm:t>
        <a:bodyPr/>
        <a:lstStyle/>
        <a:p>
          <a:endParaRPr lang="en-GB"/>
        </a:p>
      </dgm:t>
    </dgm:pt>
    <dgm:pt modelId="{BB6C847D-B6F0-4BFA-BC20-35AC726E550F}" type="sibTrans" cxnId="{5778AC61-121B-47B5-83BC-B399EB3086A0}">
      <dgm:prSet/>
      <dgm:spPr/>
      <dgm:t>
        <a:bodyPr/>
        <a:lstStyle/>
        <a:p>
          <a:endParaRPr lang="en-GB"/>
        </a:p>
      </dgm:t>
    </dgm:pt>
    <dgm:pt modelId="{1AF137DF-C77C-4490-BD17-216643167EEC}">
      <dgm:prSet phldrT="[Text]"/>
      <dgm:spPr/>
      <dgm:t>
        <a:bodyPr/>
        <a:lstStyle/>
        <a:p>
          <a:r>
            <a:rPr lang="en-GB"/>
            <a:t>RA(2)</a:t>
          </a:r>
        </a:p>
      </dgm:t>
    </dgm:pt>
    <dgm:pt modelId="{1A8A098F-FF75-4701-BA57-2A658D745524}" type="parTrans" cxnId="{75847997-228B-45BA-8F28-D820DCCB85E0}">
      <dgm:prSet/>
      <dgm:spPr/>
      <dgm:t>
        <a:bodyPr/>
        <a:lstStyle/>
        <a:p>
          <a:endParaRPr lang="en-GB"/>
        </a:p>
      </dgm:t>
    </dgm:pt>
    <dgm:pt modelId="{28A80486-8037-463C-8372-23EB28E65096}" type="sibTrans" cxnId="{75847997-228B-45BA-8F28-D820DCCB85E0}">
      <dgm:prSet/>
      <dgm:spPr/>
      <dgm:t>
        <a:bodyPr/>
        <a:lstStyle/>
        <a:p>
          <a:endParaRPr lang="en-GB"/>
        </a:p>
      </dgm:t>
    </dgm:pt>
    <dgm:pt modelId="{DFF7B368-D092-49B9-8796-C19C47FCB9D5}">
      <dgm:prSet phldrT="[Text]"/>
      <dgm:spPr/>
      <dgm:t>
        <a:bodyPr/>
        <a:lstStyle/>
        <a:p>
          <a:r>
            <a:rPr lang="en-GB"/>
            <a:t>RA(1)</a:t>
          </a:r>
        </a:p>
      </dgm:t>
    </dgm:pt>
    <dgm:pt modelId="{225FAC7D-3AB0-4398-BBA8-CF69E4B8999E}" type="parTrans" cxnId="{DE35A275-3183-40A3-B6DF-AD77E9425554}">
      <dgm:prSet/>
      <dgm:spPr/>
      <dgm:t>
        <a:bodyPr/>
        <a:lstStyle/>
        <a:p>
          <a:endParaRPr lang="en-GB"/>
        </a:p>
      </dgm:t>
    </dgm:pt>
    <dgm:pt modelId="{B36AF89D-9DD1-4609-838A-9F9951BCC679}" type="sibTrans" cxnId="{DE35A275-3183-40A3-B6DF-AD77E9425554}">
      <dgm:prSet/>
      <dgm:spPr/>
      <dgm:t>
        <a:bodyPr/>
        <a:lstStyle/>
        <a:p>
          <a:endParaRPr lang="en-GB"/>
        </a:p>
      </dgm:t>
    </dgm:pt>
    <dgm:pt modelId="{81542ADF-DDD6-49B2-A585-E182C743BAE5}" type="pres">
      <dgm:prSet presAssocID="{9E25D465-D38E-4224-B791-C6B8FD4D14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8ABE21-AE10-4AA2-991E-0CEA08F48AFE}" type="pres">
      <dgm:prSet presAssocID="{3C0FEB61-7C92-4B49-8DC7-2DB2B8D036E2}" presName="hierRoot1" presStyleCnt="0"/>
      <dgm:spPr/>
    </dgm:pt>
    <dgm:pt modelId="{07D03E96-77A9-4D48-BC41-734956333909}" type="pres">
      <dgm:prSet presAssocID="{3C0FEB61-7C92-4B49-8DC7-2DB2B8D036E2}" presName="composite" presStyleCnt="0"/>
      <dgm:spPr/>
    </dgm:pt>
    <dgm:pt modelId="{E5D03E0B-82AC-4BE2-9962-6CF614CDDC81}" type="pres">
      <dgm:prSet presAssocID="{3C0FEB61-7C92-4B49-8DC7-2DB2B8D036E2}" presName="background" presStyleLbl="node0" presStyleIdx="0" presStyleCnt="1"/>
      <dgm:spPr/>
    </dgm:pt>
    <dgm:pt modelId="{3EC672FD-E831-4338-8A91-9EEB81DBD701}" type="pres">
      <dgm:prSet presAssocID="{3C0FEB61-7C92-4B49-8DC7-2DB2B8D036E2}" presName="text" presStyleLbl="fgAcc0" presStyleIdx="0" presStyleCnt="1">
        <dgm:presLayoutVars>
          <dgm:chPref val="3"/>
        </dgm:presLayoutVars>
      </dgm:prSet>
      <dgm:spPr/>
    </dgm:pt>
    <dgm:pt modelId="{60AF1B04-E71C-474C-B018-62CE78004C2A}" type="pres">
      <dgm:prSet presAssocID="{3C0FEB61-7C92-4B49-8DC7-2DB2B8D036E2}" presName="hierChild2" presStyleCnt="0"/>
      <dgm:spPr/>
    </dgm:pt>
    <dgm:pt modelId="{8F0F04AC-C56F-4BB3-A09A-8F52C8880F88}" type="pres">
      <dgm:prSet presAssocID="{C541AFED-5277-47C5-889B-57949E5B7EF6}" presName="Name10" presStyleLbl="parChTrans1D2" presStyleIdx="0" presStyleCnt="2"/>
      <dgm:spPr/>
    </dgm:pt>
    <dgm:pt modelId="{7C6E083E-A6A0-4F68-B0A3-B6AB519877BC}" type="pres">
      <dgm:prSet presAssocID="{B2BF0DCC-11B4-4CEF-946A-67FCDDD2A50B}" presName="hierRoot2" presStyleCnt="0"/>
      <dgm:spPr/>
    </dgm:pt>
    <dgm:pt modelId="{DCC7F6C1-203E-45D2-987A-58964F0C1CC9}" type="pres">
      <dgm:prSet presAssocID="{B2BF0DCC-11B4-4CEF-946A-67FCDDD2A50B}" presName="composite2" presStyleCnt="0"/>
      <dgm:spPr/>
    </dgm:pt>
    <dgm:pt modelId="{FADB1500-AC45-4514-8A8E-FE9FD7C84568}" type="pres">
      <dgm:prSet presAssocID="{B2BF0DCC-11B4-4CEF-946A-67FCDDD2A50B}" presName="background2" presStyleLbl="node2" presStyleIdx="0" presStyleCnt="2"/>
      <dgm:spPr/>
    </dgm:pt>
    <dgm:pt modelId="{74D9B62C-FE4C-43E2-A1EC-FA9276658733}" type="pres">
      <dgm:prSet presAssocID="{B2BF0DCC-11B4-4CEF-946A-67FCDDD2A50B}" presName="text2" presStyleLbl="fgAcc2" presStyleIdx="0" presStyleCnt="2">
        <dgm:presLayoutVars>
          <dgm:chPref val="3"/>
        </dgm:presLayoutVars>
      </dgm:prSet>
      <dgm:spPr/>
    </dgm:pt>
    <dgm:pt modelId="{B2B66D78-09F4-44A2-A979-4682AA91EEDA}" type="pres">
      <dgm:prSet presAssocID="{B2BF0DCC-11B4-4CEF-946A-67FCDDD2A50B}" presName="hierChild3" presStyleCnt="0"/>
      <dgm:spPr/>
    </dgm:pt>
    <dgm:pt modelId="{3998046A-231E-4C5B-B03A-26875624E8FB}" type="pres">
      <dgm:prSet presAssocID="{55301F3D-165A-4F20-8051-80D7712128DC}" presName="Name17" presStyleLbl="parChTrans1D3" presStyleIdx="0" presStyleCnt="4"/>
      <dgm:spPr/>
    </dgm:pt>
    <dgm:pt modelId="{20C380F9-6D33-4A64-810A-8E5D2B8F2043}" type="pres">
      <dgm:prSet presAssocID="{1D5B5291-52E7-47A3-AE9D-F4C6C423CDAE}" presName="hierRoot3" presStyleCnt="0"/>
      <dgm:spPr/>
    </dgm:pt>
    <dgm:pt modelId="{F9EE2222-9BA9-4A0C-B4D7-9FAB3E9C4C07}" type="pres">
      <dgm:prSet presAssocID="{1D5B5291-52E7-47A3-AE9D-F4C6C423CDAE}" presName="composite3" presStyleCnt="0"/>
      <dgm:spPr/>
    </dgm:pt>
    <dgm:pt modelId="{A31911D3-A33F-44FF-87CD-9A637939828B}" type="pres">
      <dgm:prSet presAssocID="{1D5B5291-52E7-47A3-AE9D-F4C6C423CDAE}" presName="background3" presStyleLbl="node3" presStyleIdx="0" presStyleCnt="4"/>
      <dgm:spPr/>
    </dgm:pt>
    <dgm:pt modelId="{39058E95-1B2A-4103-B25A-3648CB822590}" type="pres">
      <dgm:prSet presAssocID="{1D5B5291-52E7-47A3-AE9D-F4C6C423CDAE}" presName="text3" presStyleLbl="fgAcc3" presStyleIdx="0" presStyleCnt="4">
        <dgm:presLayoutVars>
          <dgm:chPref val="3"/>
        </dgm:presLayoutVars>
      </dgm:prSet>
      <dgm:spPr/>
    </dgm:pt>
    <dgm:pt modelId="{E10E39D4-00AE-4D30-A142-A6CDC8C293B2}" type="pres">
      <dgm:prSet presAssocID="{1D5B5291-52E7-47A3-AE9D-F4C6C423CDAE}" presName="hierChild4" presStyleCnt="0"/>
      <dgm:spPr/>
    </dgm:pt>
    <dgm:pt modelId="{0FCD1CA8-7555-4B75-8F94-646C6EA3E55B}" type="pres">
      <dgm:prSet presAssocID="{07FF3261-C414-4EA4-A2F8-63F5323D2103}" presName="Name23" presStyleLbl="parChTrans1D4" presStyleIdx="0" presStyleCnt="8"/>
      <dgm:spPr/>
    </dgm:pt>
    <dgm:pt modelId="{DBDB68F1-7C01-478D-8500-C9BEC65C36BB}" type="pres">
      <dgm:prSet presAssocID="{D835AD2D-DC5E-4474-81DE-9427681DAC0E}" presName="hierRoot4" presStyleCnt="0"/>
      <dgm:spPr/>
    </dgm:pt>
    <dgm:pt modelId="{AA6FEE7C-B716-4D89-9669-2D2E24654442}" type="pres">
      <dgm:prSet presAssocID="{D835AD2D-DC5E-4474-81DE-9427681DAC0E}" presName="composite4" presStyleCnt="0"/>
      <dgm:spPr/>
    </dgm:pt>
    <dgm:pt modelId="{A059251C-CE95-4740-B33B-27DA55020128}" type="pres">
      <dgm:prSet presAssocID="{D835AD2D-DC5E-4474-81DE-9427681DAC0E}" presName="background4" presStyleLbl="node4" presStyleIdx="0" presStyleCnt="8"/>
      <dgm:spPr/>
    </dgm:pt>
    <dgm:pt modelId="{958DBE4C-DBBF-4B42-8494-7B00FCE4EC3D}" type="pres">
      <dgm:prSet presAssocID="{D835AD2D-DC5E-4474-81DE-9427681DAC0E}" presName="text4" presStyleLbl="fgAcc4" presStyleIdx="0" presStyleCnt="8">
        <dgm:presLayoutVars>
          <dgm:chPref val="3"/>
        </dgm:presLayoutVars>
      </dgm:prSet>
      <dgm:spPr/>
    </dgm:pt>
    <dgm:pt modelId="{FF781626-1B95-428F-AC65-977E8B1C9A21}" type="pres">
      <dgm:prSet presAssocID="{D835AD2D-DC5E-4474-81DE-9427681DAC0E}" presName="hierChild5" presStyleCnt="0"/>
      <dgm:spPr/>
    </dgm:pt>
    <dgm:pt modelId="{35AD2F37-EA6C-414A-9E78-38B32028CF57}" type="pres">
      <dgm:prSet presAssocID="{73CD9370-6685-42F2-A510-9814C0E51A4D}" presName="Name23" presStyleLbl="parChTrans1D4" presStyleIdx="1" presStyleCnt="8"/>
      <dgm:spPr/>
    </dgm:pt>
    <dgm:pt modelId="{A629BEB3-BEE1-4190-90F6-A4B297FC8612}" type="pres">
      <dgm:prSet presAssocID="{96DDFEB3-7A5D-4451-8493-AAA72C3EDF02}" presName="hierRoot4" presStyleCnt="0"/>
      <dgm:spPr/>
    </dgm:pt>
    <dgm:pt modelId="{2BD66AC3-47EE-4B56-BB34-9EF8C95CF29A}" type="pres">
      <dgm:prSet presAssocID="{96DDFEB3-7A5D-4451-8493-AAA72C3EDF02}" presName="composite4" presStyleCnt="0"/>
      <dgm:spPr/>
    </dgm:pt>
    <dgm:pt modelId="{D0737809-7E63-4C88-AF39-1B6F1C3DDFAE}" type="pres">
      <dgm:prSet presAssocID="{96DDFEB3-7A5D-4451-8493-AAA72C3EDF02}" presName="background4" presStyleLbl="node4" presStyleIdx="1" presStyleCnt="8"/>
      <dgm:spPr/>
    </dgm:pt>
    <dgm:pt modelId="{23D8C583-00F7-4B97-82DE-AAFB78A97396}" type="pres">
      <dgm:prSet presAssocID="{96DDFEB3-7A5D-4451-8493-AAA72C3EDF02}" presName="text4" presStyleLbl="fgAcc4" presStyleIdx="1" presStyleCnt="8">
        <dgm:presLayoutVars>
          <dgm:chPref val="3"/>
        </dgm:presLayoutVars>
      </dgm:prSet>
      <dgm:spPr/>
    </dgm:pt>
    <dgm:pt modelId="{EC9339C7-60CF-4171-AED8-2BC0442BB733}" type="pres">
      <dgm:prSet presAssocID="{96DDFEB3-7A5D-4451-8493-AAA72C3EDF02}" presName="hierChild5" presStyleCnt="0"/>
      <dgm:spPr/>
    </dgm:pt>
    <dgm:pt modelId="{4B25C318-94C7-4685-BE2A-53E64EFA3253}" type="pres">
      <dgm:prSet presAssocID="{1C39A829-7392-4CB4-AAD8-0C7F7E24ABB6}" presName="Name17" presStyleLbl="parChTrans1D3" presStyleIdx="1" presStyleCnt="4"/>
      <dgm:spPr/>
    </dgm:pt>
    <dgm:pt modelId="{4B380305-5FE1-44AE-B6F7-715F530657FE}" type="pres">
      <dgm:prSet presAssocID="{A4E80951-15DC-4D0B-97B9-7AEEA52E18DF}" presName="hierRoot3" presStyleCnt="0"/>
      <dgm:spPr/>
    </dgm:pt>
    <dgm:pt modelId="{14444A3D-8179-46EC-8C46-A2294D85F0C7}" type="pres">
      <dgm:prSet presAssocID="{A4E80951-15DC-4D0B-97B9-7AEEA52E18DF}" presName="composite3" presStyleCnt="0"/>
      <dgm:spPr/>
    </dgm:pt>
    <dgm:pt modelId="{59E48EE1-38A6-43EF-BD14-73CAC38A4D8B}" type="pres">
      <dgm:prSet presAssocID="{A4E80951-15DC-4D0B-97B9-7AEEA52E18DF}" presName="background3" presStyleLbl="node3" presStyleIdx="1" presStyleCnt="4"/>
      <dgm:spPr/>
    </dgm:pt>
    <dgm:pt modelId="{25C892FB-9960-421A-AABE-89F08833948D}" type="pres">
      <dgm:prSet presAssocID="{A4E80951-15DC-4D0B-97B9-7AEEA52E18DF}" presName="text3" presStyleLbl="fgAcc3" presStyleIdx="1" presStyleCnt="4">
        <dgm:presLayoutVars>
          <dgm:chPref val="3"/>
        </dgm:presLayoutVars>
      </dgm:prSet>
      <dgm:spPr/>
    </dgm:pt>
    <dgm:pt modelId="{FD0FD0E7-3F63-4C5C-8BC8-907AE1956729}" type="pres">
      <dgm:prSet presAssocID="{A4E80951-15DC-4D0B-97B9-7AEEA52E18DF}" presName="hierChild4" presStyleCnt="0"/>
      <dgm:spPr/>
    </dgm:pt>
    <dgm:pt modelId="{7E45652E-E50D-4FA6-95F5-7E26632476BC}" type="pres">
      <dgm:prSet presAssocID="{30B561B5-F35E-4CD1-B962-BABB5CAA3401}" presName="Name10" presStyleLbl="parChTrans1D2" presStyleIdx="1" presStyleCnt="2"/>
      <dgm:spPr/>
    </dgm:pt>
    <dgm:pt modelId="{C6390101-0294-4C47-98DB-54B523DBE8D6}" type="pres">
      <dgm:prSet presAssocID="{30D68DF5-357C-485F-815A-4560A4A541D5}" presName="hierRoot2" presStyleCnt="0"/>
      <dgm:spPr/>
    </dgm:pt>
    <dgm:pt modelId="{7DB8BDCF-7CCF-4069-B735-4E028AF4FC79}" type="pres">
      <dgm:prSet presAssocID="{30D68DF5-357C-485F-815A-4560A4A541D5}" presName="composite2" presStyleCnt="0"/>
      <dgm:spPr/>
    </dgm:pt>
    <dgm:pt modelId="{57BF320C-151E-41CB-9A0B-128F2A76775F}" type="pres">
      <dgm:prSet presAssocID="{30D68DF5-357C-485F-815A-4560A4A541D5}" presName="background2" presStyleLbl="node2" presStyleIdx="1" presStyleCnt="2"/>
      <dgm:spPr/>
    </dgm:pt>
    <dgm:pt modelId="{28E66D89-1750-44F2-B599-0AE96A309B60}" type="pres">
      <dgm:prSet presAssocID="{30D68DF5-357C-485F-815A-4560A4A541D5}" presName="text2" presStyleLbl="fgAcc2" presStyleIdx="1" presStyleCnt="2">
        <dgm:presLayoutVars>
          <dgm:chPref val="3"/>
        </dgm:presLayoutVars>
      </dgm:prSet>
      <dgm:spPr/>
    </dgm:pt>
    <dgm:pt modelId="{7AE16D94-4973-4817-BDC3-D426A0D256F0}" type="pres">
      <dgm:prSet presAssocID="{30D68DF5-357C-485F-815A-4560A4A541D5}" presName="hierChild3" presStyleCnt="0"/>
      <dgm:spPr/>
    </dgm:pt>
    <dgm:pt modelId="{6D7B655A-10F2-411F-89AC-748F3B270AC5}" type="pres">
      <dgm:prSet presAssocID="{1EBCC620-20F9-4805-BD01-1E8CC5B0F229}" presName="Name17" presStyleLbl="parChTrans1D3" presStyleIdx="2" presStyleCnt="4"/>
      <dgm:spPr/>
    </dgm:pt>
    <dgm:pt modelId="{EE37E65C-8ED6-48A1-AA06-BA9E2A760034}" type="pres">
      <dgm:prSet presAssocID="{EE5AD2EE-0C33-4D88-BF7E-A40D85245C34}" presName="hierRoot3" presStyleCnt="0"/>
      <dgm:spPr/>
    </dgm:pt>
    <dgm:pt modelId="{F3A1B9EE-EBCD-4252-B3F7-5BE5B7317B11}" type="pres">
      <dgm:prSet presAssocID="{EE5AD2EE-0C33-4D88-BF7E-A40D85245C34}" presName="composite3" presStyleCnt="0"/>
      <dgm:spPr/>
    </dgm:pt>
    <dgm:pt modelId="{34970423-88A1-46DB-BD9E-536C3F9AAF7E}" type="pres">
      <dgm:prSet presAssocID="{EE5AD2EE-0C33-4D88-BF7E-A40D85245C34}" presName="background3" presStyleLbl="node3" presStyleIdx="2" presStyleCnt="4"/>
      <dgm:spPr/>
    </dgm:pt>
    <dgm:pt modelId="{06A84BFE-5910-455E-898E-3403991E2DAE}" type="pres">
      <dgm:prSet presAssocID="{EE5AD2EE-0C33-4D88-BF7E-A40D85245C34}" presName="text3" presStyleLbl="fgAcc3" presStyleIdx="2" presStyleCnt="4">
        <dgm:presLayoutVars>
          <dgm:chPref val="3"/>
        </dgm:presLayoutVars>
      </dgm:prSet>
      <dgm:spPr/>
    </dgm:pt>
    <dgm:pt modelId="{7F60C38E-8692-4F01-ADD1-61360A5381B9}" type="pres">
      <dgm:prSet presAssocID="{EE5AD2EE-0C33-4D88-BF7E-A40D85245C34}" presName="hierChild4" presStyleCnt="0"/>
      <dgm:spPr/>
    </dgm:pt>
    <dgm:pt modelId="{EEE1BBEA-E39C-45CF-9D1A-1377C61CBE17}" type="pres">
      <dgm:prSet presAssocID="{422F7AC8-A151-43BE-8901-47CAE82C13B4}" presName="Name23" presStyleLbl="parChTrans1D4" presStyleIdx="2" presStyleCnt="8"/>
      <dgm:spPr/>
    </dgm:pt>
    <dgm:pt modelId="{FF3EF017-105D-4EA5-AB48-15622AB91C54}" type="pres">
      <dgm:prSet presAssocID="{6DC6E9C1-4108-4425-8526-D0F5DD06980E}" presName="hierRoot4" presStyleCnt="0"/>
      <dgm:spPr/>
    </dgm:pt>
    <dgm:pt modelId="{DB5F92E8-0F32-4B37-A9AF-725E6088FFEA}" type="pres">
      <dgm:prSet presAssocID="{6DC6E9C1-4108-4425-8526-D0F5DD06980E}" presName="composite4" presStyleCnt="0"/>
      <dgm:spPr/>
    </dgm:pt>
    <dgm:pt modelId="{83A9FDE3-8D18-4C25-9CB9-270F27ADC337}" type="pres">
      <dgm:prSet presAssocID="{6DC6E9C1-4108-4425-8526-D0F5DD06980E}" presName="background4" presStyleLbl="node4" presStyleIdx="2" presStyleCnt="8"/>
      <dgm:spPr/>
    </dgm:pt>
    <dgm:pt modelId="{BF2170FB-38E3-4E8B-83A0-71068843A626}" type="pres">
      <dgm:prSet presAssocID="{6DC6E9C1-4108-4425-8526-D0F5DD06980E}" presName="text4" presStyleLbl="fgAcc4" presStyleIdx="2" presStyleCnt="8">
        <dgm:presLayoutVars>
          <dgm:chPref val="3"/>
        </dgm:presLayoutVars>
      </dgm:prSet>
      <dgm:spPr/>
    </dgm:pt>
    <dgm:pt modelId="{79F66A6B-74B8-4B96-A238-41962E90B54E}" type="pres">
      <dgm:prSet presAssocID="{6DC6E9C1-4108-4425-8526-D0F5DD06980E}" presName="hierChild5" presStyleCnt="0"/>
      <dgm:spPr/>
    </dgm:pt>
    <dgm:pt modelId="{3BF25ED5-0DF1-408F-BDFD-A5CD51657E3F}" type="pres">
      <dgm:prSet presAssocID="{483A9B46-3273-42CC-80EF-E65336AFA34E}" presName="Name23" presStyleLbl="parChTrans1D4" presStyleIdx="3" presStyleCnt="8"/>
      <dgm:spPr/>
    </dgm:pt>
    <dgm:pt modelId="{9379A96D-8BF3-41F5-A28F-9BD317F880EB}" type="pres">
      <dgm:prSet presAssocID="{C0BC9CA3-3D8F-46C9-8CE2-AE8A40F579E9}" presName="hierRoot4" presStyleCnt="0"/>
      <dgm:spPr/>
    </dgm:pt>
    <dgm:pt modelId="{D2B16DBE-44EB-4455-A7DE-19FB24129A5D}" type="pres">
      <dgm:prSet presAssocID="{C0BC9CA3-3D8F-46C9-8CE2-AE8A40F579E9}" presName="composite4" presStyleCnt="0"/>
      <dgm:spPr/>
    </dgm:pt>
    <dgm:pt modelId="{0E0C6705-5DBE-4A1E-AC70-542A40B533C8}" type="pres">
      <dgm:prSet presAssocID="{C0BC9CA3-3D8F-46C9-8CE2-AE8A40F579E9}" presName="background4" presStyleLbl="node4" presStyleIdx="3" presStyleCnt="8"/>
      <dgm:spPr/>
    </dgm:pt>
    <dgm:pt modelId="{6F3D72B2-8418-479E-A55A-F65743100D53}" type="pres">
      <dgm:prSet presAssocID="{C0BC9CA3-3D8F-46C9-8CE2-AE8A40F579E9}" presName="text4" presStyleLbl="fgAcc4" presStyleIdx="3" presStyleCnt="8">
        <dgm:presLayoutVars>
          <dgm:chPref val="3"/>
        </dgm:presLayoutVars>
      </dgm:prSet>
      <dgm:spPr/>
    </dgm:pt>
    <dgm:pt modelId="{6096A33A-9FD0-4D36-8713-F07D3F403027}" type="pres">
      <dgm:prSet presAssocID="{C0BC9CA3-3D8F-46C9-8CE2-AE8A40F579E9}" presName="hierChild5" presStyleCnt="0"/>
      <dgm:spPr/>
    </dgm:pt>
    <dgm:pt modelId="{E71322CA-4757-48C0-AE0B-959CE02299BF}" type="pres">
      <dgm:prSet presAssocID="{2940FA50-12F4-43B7-8F0F-AF39C373F59F}" presName="Name17" presStyleLbl="parChTrans1D3" presStyleIdx="3" presStyleCnt="4"/>
      <dgm:spPr/>
    </dgm:pt>
    <dgm:pt modelId="{DD0B616C-6B92-4A7A-B7A4-31C8C2409263}" type="pres">
      <dgm:prSet presAssocID="{641F9559-E84B-463C-806E-28DFEC8E1442}" presName="hierRoot3" presStyleCnt="0"/>
      <dgm:spPr/>
    </dgm:pt>
    <dgm:pt modelId="{97C259A5-CF90-4AB7-9377-C8FD649073B7}" type="pres">
      <dgm:prSet presAssocID="{641F9559-E84B-463C-806E-28DFEC8E1442}" presName="composite3" presStyleCnt="0"/>
      <dgm:spPr/>
    </dgm:pt>
    <dgm:pt modelId="{BCCB2CD1-A3B5-45E4-8788-961504397E90}" type="pres">
      <dgm:prSet presAssocID="{641F9559-E84B-463C-806E-28DFEC8E1442}" presName="background3" presStyleLbl="node3" presStyleIdx="3" presStyleCnt="4"/>
      <dgm:spPr/>
    </dgm:pt>
    <dgm:pt modelId="{A2E9F538-4B79-4C28-BD0D-45D034FCD6ED}" type="pres">
      <dgm:prSet presAssocID="{641F9559-E84B-463C-806E-28DFEC8E1442}" presName="text3" presStyleLbl="fgAcc3" presStyleIdx="3" presStyleCnt="4">
        <dgm:presLayoutVars>
          <dgm:chPref val="3"/>
        </dgm:presLayoutVars>
      </dgm:prSet>
      <dgm:spPr/>
    </dgm:pt>
    <dgm:pt modelId="{0F7E2578-4AE1-4973-8D15-A3B61AB2500C}" type="pres">
      <dgm:prSet presAssocID="{641F9559-E84B-463C-806E-28DFEC8E1442}" presName="hierChild4" presStyleCnt="0"/>
      <dgm:spPr/>
    </dgm:pt>
    <dgm:pt modelId="{4FE46C81-E331-46EA-BE6D-88D1C819749B}" type="pres">
      <dgm:prSet presAssocID="{8FA09D4A-74F1-414D-BD3A-EAB7A6955E2D}" presName="Name23" presStyleLbl="parChTrans1D4" presStyleIdx="4" presStyleCnt="8"/>
      <dgm:spPr/>
    </dgm:pt>
    <dgm:pt modelId="{688E9D05-E66E-4F6A-832C-253AEE62302C}" type="pres">
      <dgm:prSet presAssocID="{9E3D656B-73C2-48CD-B697-BF0E62B93CAC}" presName="hierRoot4" presStyleCnt="0"/>
      <dgm:spPr/>
    </dgm:pt>
    <dgm:pt modelId="{FE6F8F1C-CA26-400E-8528-90CC9FFDD34A}" type="pres">
      <dgm:prSet presAssocID="{9E3D656B-73C2-48CD-B697-BF0E62B93CAC}" presName="composite4" presStyleCnt="0"/>
      <dgm:spPr/>
    </dgm:pt>
    <dgm:pt modelId="{CF154BDE-81E7-48F7-96DA-5E07F08AD1CC}" type="pres">
      <dgm:prSet presAssocID="{9E3D656B-73C2-48CD-B697-BF0E62B93CAC}" presName="background4" presStyleLbl="node4" presStyleIdx="4" presStyleCnt="8"/>
      <dgm:spPr/>
    </dgm:pt>
    <dgm:pt modelId="{EA228C92-9A3C-4DDD-A0B4-4DE44F92B90D}" type="pres">
      <dgm:prSet presAssocID="{9E3D656B-73C2-48CD-B697-BF0E62B93CAC}" presName="text4" presStyleLbl="fgAcc4" presStyleIdx="4" presStyleCnt="8">
        <dgm:presLayoutVars>
          <dgm:chPref val="3"/>
        </dgm:presLayoutVars>
      </dgm:prSet>
      <dgm:spPr/>
    </dgm:pt>
    <dgm:pt modelId="{8EBA4919-B566-46DA-9FC1-006F8BF907F2}" type="pres">
      <dgm:prSet presAssocID="{9E3D656B-73C2-48CD-B697-BF0E62B93CAC}" presName="hierChild5" presStyleCnt="0"/>
      <dgm:spPr/>
    </dgm:pt>
    <dgm:pt modelId="{2BA5DFC2-117C-42AE-B375-96F1011DAF22}" type="pres">
      <dgm:prSet presAssocID="{F08CB50D-C01F-482E-83AC-63DD6B3B61D0}" presName="Name23" presStyleLbl="parChTrans1D4" presStyleIdx="5" presStyleCnt="8"/>
      <dgm:spPr/>
    </dgm:pt>
    <dgm:pt modelId="{067BF75C-C586-4ECB-8E51-6FBECBBCE344}" type="pres">
      <dgm:prSet presAssocID="{366AC8BC-38CD-4AAB-91CD-4E080FA860D3}" presName="hierRoot4" presStyleCnt="0"/>
      <dgm:spPr/>
    </dgm:pt>
    <dgm:pt modelId="{DE5F1964-F3DF-442E-89E8-2CAFA6D916B0}" type="pres">
      <dgm:prSet presAssocID="{366AC8BC-38CD-4AAB-91CD-4E080FA860D3}" presName="composite4" presStyleCnt="0"/>
      <dgm:spPr/>
    </dgm:pt>
    <dgm:pt modelId="{B90A5029-C4C1-401C-ADCE-90AF841044CF}" type="pres">
      <dgm:prSet presAssocID="{366AC8BC-38CD-4AAB-91CD-4E080FA860D3}" presName="background4" presStyleLbl="node4" presStyleIdx="5" presStyleCnt="8"/>
      <dgm:spPr/>
    </dgm:pt>
    <dgm:pt modelId="{BEA9BD11-92B0-4BB6-A1B4-DBE627C122D1}" type="pres">
      <dgm:prSet presAssocID="{366AC8BC-38CD-4AAB-91CD-4E080FA860D3}" presName="text4" presStyleLbl="fgAcc4" presStyleIdx="5" presStyleCnt="8">
        <dgm:presLayoutVars>
          <dgm:chPref val="3"/>
        </dgm:presLayoutVars>
      </dgm:prSet>
      <dgm:spPr/>
    </dgm:pt>
    <dgm:pt modelId="{4EC747BC-7AED-4CCF-940F-C80DB76D7A9F}" type="pres">
      <dgm:prSet presAssocID="{366AC8BC-38CD-4AAB-91CD-4E080FA860D3}" presName="hierChild5" presStyleCnt="0"/>
      <dgm:spPr/>
    </dgm:pt>
    <dgm:pt modelId="{A1D9FE5D-C784-4AA9-A2C1-DE07D2944C12}" type="pres">
      <dgm:prSet presAssocID="{1A8A098F-FF75-4701-BA57-2A658D745524}" presName="Name23" presStyleLbl="parChTrans1D4" presStyleIdx="6" presStyleCnt="8"/>
      <dgm:spPr/>
    </dgm:pt>
    <dgm:pt modelId="{21EC08D4-AE1C-4B6F-8998-91C89F18284A}" type="pres">
      <dgm:prSet presAssocID="{1AF137DF-C77C-4490-BD17-216643167EEC}" presName="hierRoot4" presStyleCnt="0"/>
      <dgm:spPr/>
    </dgm:pt>
    <dgm:pt modelId="{CA06DC78-30B7-4B78-8C6B-1BB8FAD18746}" type="pres">
      <dgm:prSet presAssocID="{1AF137DF-C77C-4490-BD17-216643167EEC}" presName="composite4" presStyleCnt="0"/>
      <dgm:spPr/>
    </dgm:pt>
    <dgm:pt modelId="{D179B58C-362E-40F9-8111-0B624DE97BB6}" type="pres">
      <dgm:prSet presAssocID="{1AF137DF-C77C-4490-BD17-216643167EEC}" presName="background4" presStyleLbl="node4" presStyleIdx="6" presStyleCnt="8"/>
      <dgm:spPr/>
    </dgm:pt>
    <dgm:pt modelId="{20D6F1AF-3008-44FE-8836-05960BE6EDD4}" type="pres">
      <dgm:prSet presAssocID="{1AF137DF-C77C-4490-BD17-216643167EEC}" presName="text4" presStyleLbl="fgAcc4" presStyleIdx="6" presStyleCnt="8">
        <dgm:presLayoutVars>
          <dgm:chPref val="3"/>
        </dgm:presLayoutVars>
      </dgm:prSet>
      <dgm:spPr/>
    </dgm:pt>
    <dgm:pt modelId="{4ABD7E5C-7712-4500-9C89-DDE5476401E9}" type="pres">
      <dgm:prSet presAssocID="{1AF137DF-C77C-4490-BD17-216643167EEC}" presName="hierChild5" presStyleCnt="0"/>
      <dgm:spPr/>
    </dgm:pt>
    <dgm:pt modelId="{5B7C9C85-AB7B-43C8-B65C-27E4BE1BE2D6}" type="pres">
      <dgm:prSet presAssocID="{225FAC7D-3AB0-4398-BBA8-CF69E4B8999E}" presName="Name23" presStyleLbl="parChTrans1D4" presStyleIdx="7" presStyleCnt="8"/>
      <dgm:spPr/>
    </dgm:pt>
    <dgm:pt modelId="{03EC3F18-F083-4C3D-9BF4-651C1F38C5A6}" type="pres">
      <dgm:prSet presAssocID="{DFF7B368-D092-49B9-8796-C19C47FCB9D5}" presName="hierRoot4" presStyleCnt="0"/>
      <dgm:spPr/>
    </dgm:pt>
    <dgm:pt modelId="{4A1867E5-55D6-42C0-B74E-5142700E6BEA}" type="pres">
      <dgm:prSet presAssocID="{DFF7B368-D092-49B9-8796-C19C47FCB9D5}" presName="composite4" presStyleCnt="0"/>
      <dgm:spPr/>
    </dgm:pt>
    <dgm:pt modelId="{717B13B6-D33E-483A-9DB7-D0DC8A68C954}" type="pres">
      <dgm:prSet presAssocID="{DFF7B368-D092-49B9-8796-C19C47FCB9D5}" presName="background4" presStyleLbl="node4" presStyleIdx="7" presStyleCnt="8"/>
      <dgm:spPr/>
    </dgm:pt>
    <dgm:pt modelId="{965202AD-7C7C-4CA9-918B-6331F96D5D75}" type="pres">
      <dgm:prSet presAssocID="{DFF7B368-D092-49B9-8796-C19C47FCB9D5}" presName="text4" presStyleLbl="fgAcc4" presStyleIdx="7" presStyleCnt="8">
        <dgm:presLayoutVars>
          <dgm:chPref val="3"/>
        </dgm:presLayoutVars>
      </dgm:prSet>
      <dgm:spPr/>
    </dgm:pt>
    <dgm:pt modelId="{5EF2FCBA-F163-4194-AB89-585B6E1D3951}" type="pres">
      <dgm:prSet presAssocID="{DFF7B368-D092-49B9-8796-C19C47FCB9D5}" presName="hierChild5" presStyleCnt="0"/>
      <dgm:spPr/>
    </dgm:pt>
  </dgm:ptLst>
  <dgm:cxnLst>
    <dgm:cxn modelId="{37CC8409-E3F0-489A-ADB6-4CA5FFFC4447}" type="presOf" srcId="{483A9B46-3273-42CC-80EF-E65336AFA34E}" destId="{3BF25ED5-0DF1-408F-BDFD-A5CD51657E3F}" srcOrd="0" destOrd="0" presId="urn:microsoft.com/office/officeart/2005/8/layout/hierarchy1"/>
    <dgm:cxn modelId="{410C3E1C-706B-4B3A-9F26-24D7BDB253A7}" type="presOf" srcId="{96DDFEB3-7A5D-4451-8493-AAA72C3EDF02}" destId="{23D8C583-00F7-4B97-82DE-AAFB78A97396}" srcOrd="0" destOrd="0" presId="urn:microsoft.com/office/officeart/2005/8/layout/hierarchy1"/>
    <dgm:cxn modelId="{C739C038-B432-40CB-9319-AA2E0C194C7F}" srcId="{EE5AD2EE-0C33-4D88-BF7E-A40D85245C34}" destId="{6DC6E9C1-4108-4425-8526-D0F5DD06980E}" srcOrd="0" destOrd="0" parTransId="{422F7AC8-A151-43BE-8901-47CAE82C13B4}" sibTransId="{4155D1A0-2A89-4465-96FB-2C40F29F7F1E}"/>
    <dgm:cxn modelId="{ED122849-F99C-44D8-BDC4-4B3A1302EA6C}" type="presOf" srcId="{1AF137DF-C77C-4490-BD17-216643167EEC}" destId="{20D6F1AF-3008-44FE-8836-05960BE6EDD4}" srcOrd="0" destOrd="0" presId="urn:microsoft.com/office/officeart/2005/8/layout/hierarchy1"/>
    <dgm:cxn modelId="{BA7E034E-91AF-4051-840A-8601AFC08DA0}" type="presOf" srcId="{422F7AC8-A151-43BE-8901-47CAE82C13B4}" destId="{EEE1BBEA-E39C-45CF-9D1A-1377C61CBE17}" srcOrd="0" destOrd="0" presId="urn:microsoft.com/office/officeart/2005/8/layout/hierarchy1"/>
    <dgm:cxn modelId="{AB81364F-AC7C-4925-97B3-7974D4CD0E46}" type="presOf" srcId="{1C39A829-7392-4CB4-AAD8-0C7F7E24ABB6}" destId="{4B25C318-94C7-4685-BE2A-53E64EFA3253}" srcOrd="0" destOrd="0" presId="urn:microsoft.com/office/officeart/2005/8/layout/hierarchy1"/>
    <dgm:cxn modelId="{51F33258-A8A9-4D2F-A2FE-47461C903267}" type="presOf" srcId="{6DC6E9C1-4108-4425-8526-D0F5DD06980E}" destId="{BF2170FB-38E3-4E8B-83A0-71068843A626}" srcOrd="0" destOrd="0" presId="urn:microsoft.com/office/officeart/2005/8/layout/hierarchy1"/>
    <dgm:cxn modelId="{A0B7A359-AA7D-4ADA-8696-D0EE6DEE6C0A}" type="presOf" srcId="{55301F3D-165A-4F20-8051-80D7712128DC}" destId="{3998046A-231E-4C5B-B03A-26875624E8FB}" srcOrd="0" destOrd="0" presId="urn:microsoft.com/office/officeart/2005/8/layout/hierarchy1"/>
    <dgm:cxn modelId="{54E35261-14F8-4176-850D-95CA4CD8C7ED}" srcId="{1D5B5291-52E7-47A3-AE9D-F4C6C423CDAE}" destId="{D835AD2D-DC5E-4474-81DE-9427681DAC0E}" srcOrd="0" destOrd="0" parTransId="{07FF3261-C414-4EA4-A2F8-63F5323D2103}" sibTransId="{2A4D4CD4-8011-467B-84A7-7E6E3CD102CC}"/>
    <dgm:cxn modelId="{5778AC61-121B-47B5-83BC-B399EB3086A0}" srcId="{641F9559-E84B-463C-806E-28DFEC8E1442}" destId="{366AC8BC-38CD-4AAB-91CD-4E080FA860D3}" srcOrd="1" destOrd="0" parTransId="{F08CB50D-C01F-482E-83AC-63DD6B3B61D0}" sibTransId="{BB6C847D-B6F0-4BFA-BC20-35AC726E550F}"/>
    <dgm:cxn modelId="{F03E5264-CCEF-48EE-9201-5B0FD4CC160E}" srcId="{3C0FEB61-7C92-4B49-8DC7-2DB2B8D036E2}" destId="{30D68DF5-357C-485F-815A-4560A4A541D5}" srcOrd="1" destOrd="0" parTransId="{30B561B5-F35E-4CD1-B962-BABB5CAA3401}" sibTransId="{C117048C-A394-4AA6-8B53-B266B615E2A0}"/>
    <dgm:cxn modelId="{0D15EC68-EEC1-4F1F-A7DC-E59D387B92A7}" type="presOf" srcId="{2940FA50-12F4-43B7-8F0F-AF39C373F59F}" destId="{E71322CA-4757-48C0-AE0B-959CE02299BF}" srcOrd="0" destOrd="0" presId="urn:microsoft.com/office/officeart/2005/8/layout/hierarchy1"/>
    <dgm:cxn modelId="{5199F068-DDB0-4C21-9220-FD5163B16505}" type="presOf" srcId="{9E3D656B-73C2-48CD-B697-BF0E62B93CAC}" destId="{EA228C92-9A3C-4DDD-A0B4-4DE44F92B90D}" srcOrd="0" destOrd="0" presId="urn:microsoft.com/office/officeart/2005/8/layout/hierarchy1"/>
    <dgm:cxn modelId="{3F485769-6712-4858-9E02-91C5D7CDDFC6}" type="presOf" srcId="{9E25D465-D38E-4224-B791-C6B8FD4D149F}" destId="{81542ADF-DDD6-49B2-A585-E182C743BAE5}" srcOrd="0" destOrd="0" presId="urn:microsoft.com/office/officeart/2005/8/layout/hierarchy1"/>
    <dgm:cxn modelId="{21B43F6A-9873-4B92-981B-44E698ABAB8B}" srcId="{641F9559-E84B-463C-806E-28DFEC8E1442}" destId="{9E3D656B-73C2-48CD-B697-BF0E62B93CAC}" srcOrd="0" destOrd="0" parTransId="{8FA09D4A-74F1-414D-BD3A-EAB7A6955E2D}" sibTransId="{CCE49504-7CD1-45EC-88BF-18DF7C1DB28B}"/>
    <dgm:cxn modelId="{884BFC6C-0F36-475A-A2EF-C7B023F0AFC2}" type="presOf" srcId="{8FA09D4A-74F1-414D-BD3A-EAB7A6955E2D}" destId="{4FE46C81-E331-46EA-BE6D-88D1C819749B}" srcOrd="0" destOrd="0" presId="urn:microsoft.com/office/officeart/2005/8/layout/hierarchy1"/>
    <dgm:cxn modelId="{5636D96D-1948-4CCE-ABA5-621CDDEC3D87}" type="presOf" srcId="{1A8A098F-FF75-4701-BA57-2A658D745524}" destId="{A1D9FE5D-C784-4AA9-A2C1-DE07D2944C12}" srcOrd="0" destOrd="0" presId="urn:microsoft.com/office/officeart/2005/8/layout/hierarchy1"/>
    <dgm:cxn modelId="{DE35A275-3183-40A3-B6DF-AD77E9425554}" srcId="{366AC8BC-38CD-4AAB-91CD-4E080FA860D3}" destId="{DFF7B368-D092-49B9-8796-C19C47FCB9D5}" srcOrd="1" destOrd="0" parTransId="{225FAC7D-3AB0-4398-BBA8-CF69E4B8999E}" sibTransId="{B36AF89D-9DD1-4609-838A-9F9951BCC679}"/>
    <dgm:cxn modelId="{70FC697F-C98F-4051-9314-5CD2589249B5}" type="presOf" srcId="{F08CB50D-C01F-482E-83AC-63DD6B3B61D0}" destId="{2BA5DFC2-117C-42AE-B375-96F1011DAF22}" srcOrd="0" destOrd="0" presId="urn:microsoft.com/office/officeart/2005/8/layout/hierarchy1"/>
    <dgm:cxn modelId="{B599AA86-468A-4448-86EF-562B4F5CD224}" type="presOf" srcId="{DFF7B368-D092-49B9-8796-C19C47FCB9D5}" destId="{965202AD-7C7C-4CA9-918B-6331F96D5D75}" srcOrd="0" destOrd="0" presId="urn:microsoft.com/office/officeart/2005/8/layout/hierarchy1"/>
    <dgm:cxn modelId="{8420208C-5831-451B-BCC0-A0B114CCD821}" type="presOf" srcId="{3C0FEB61-7C92-4B49-8DC7-2DB2B8D036E2}" destId="{3EC672FD-E831-4338-8A91-9EEB81DBD701}" srcOrd="0" destOrd="0" presId="urn:microsoft.com/office/officeart/2005/8/layout/hierarchy1"/>
    <dgm:cxn modelId="{F39B848E-B842-4668-AF55-3BFE1C096598}" type="presOf" srcId="{1EBCC620-20F9-4805-BD01-1E8CC5B0F229}" destId="{6D7B655A-10F2-411F-89AC-748F3B270AC5}" srcOrd="0" destOrd="0" presId="urn:microsoft.com/office/officeart/2005/8/layout/hierarchy1"/>
    <dgm:cxn modelId="{BED19A90-2626-426D-8C3E-0E678956D074}" srcId="{B2BF0DCC-11B4-4CEF-946A-67FCDDD2A50B}" destId="{1D5B5291-52E7-47A3-AE9D-F4C6C423CDAE}" srcOrd="0" destOrd="0" parTransId="{55301F3D-165A-4F20-8051-80D7712128DC}" sibTransId="{E502E46B-7284-47A2-9D5D-F3A7090562C3}"/>
    <dgm:cxn modelId="{75847997-228B-45BA-8F28-D820DCCB85E0}" srcId="{366AC8BC-38CD-4AAB-91CD-4E080FA860D3}" destId="{1AF137DF-C77C-4490-BD17-216643167EEC}" srcOrd="0" destOrd="0" parTransId="{1A8A098F-FF75-4701-BA57-2A658D745524}" sibTransId="{28A80486-8037-463C-8372-23EB28E65096}"/>
    <dgm:cxn modelId="{F88BA598-A736-4032-9885-68519B5D2813}" type="presOf" srcId="{641F9559-E84B-463C-806E-28DFEC8E1442}" destId="{A2E9F538-4B79-4C28-BD0D-45D034FCD6ED}" srcOrd="0" destOrd="0" presId="urn:microsoft.com/office/officeart/2005/8/layout/hierarchy1"/>
    <dgm:cxn modelId="{44111BAE-B8D2-4820-B72A-E1679687862C}" type="presOf" srcId="{225FAC7D-3AB0-4398-BBA8-CF69E4B8999E}" destId="{5B7C9C85-AB7B-43C8-B65C-27E4BE1BE2D6}" srcOrd="0" destOrd="0" presId="urn:microsoft.com/office/officeart/2005/8/layout/hierarchy1"/>
    <dgm:cxn modelId="{2B9528B1-479D-46B8-AD13-D6AFED58536A}" type="presOf" srcId="{EE5AD2EE-0C33-4D88-BF7E-A40D85245C34}" destId="{06A84BFE-5910-455E-898E-3403991E2DAE}" srcOrd="0" destOrd="0" presId="urn:microsoft.com/office/officeart/2005/8/layout/hierarchy1"/>
    <dgm:cxn modelId="{0888A5B8-78AF-44F2-B25F-8DD7825D20C2}" srcId="{EE5AD2EE-0C33-4D88-BF7E-A40D85245C34}" destId="{C0BC9CA3-3D8F-46C9-8CE2-AE8A40F579E9}" srcOrd="1" destOrd="0" parTransId="{483A9B46-3273-42CC-80EF-E65336AFA34E}" sibTransId="{8AB607C4-62DC-409E-84DC-A73E7BA2C175}"/>
    <dgm:cxn modelId="{935D94BC-633A-4AD8-865A-D1C9B7BE5FC6}" type="presOf" srcId="{07FF3261-C414-4EA4-A2F8-63F5323D2103}" destId="{0FCD1CA8-7555-4B75-8F94-646C6EA3E55B}" srcOrd="0" destOrd="0" presId="urn:microsoft.com/office/officeart/2005/8/layout/hierarchy1"/>
    <dgm:cxn modelId="{E7B495BC-F27E-4155-81B8-93F22DF2B704}" srcId="{9E25D465-D38E-4224-B791-C6B8FD4D149F}" destId="{3C0FEB61-7C92-4B49-8DC7-2DB2B8D036E2}" srcOrd="0" destOrd="0" parTransId="{7A7D2165-DF47-40E8-AE6B-54630D967D23}" sibTransId="{95852B70-87A6-4A29-B683-11821D484DD9}"/>
    <dgm:cxn modelId="{454631C2-624C-42E4-802A-9466B78B2BC1}" type="presOf" srcId="{A4E80951-15DC-4D0B-97B9-7AEEA52E18DF}" destId="{25C892FB-9960-421A-AABE-89F08833948D}" srcOrd="0" destOrd="0" presId="urn:microsoft.com/office/officeart/2005/8/layout/hierarchy1"/>
    <dgm:cxn modelId="{D73203C5-2A61-4E16-B4CF-B28BEC23D31B}" srcId="{3C0FEB61-7C92-4B49-8DC7-2DB2B8D036E2}" destId="{B2BF0DCC-11B4-4CEF-946A-67FCDDD2A50B}" srcOrd="0" destOrd="0" parTransId="{C541AFED-5277-47C5-889B-57949E5B7EF6}" sibTransId="{8DD1479D-6DDA-46BE-AA76-EAE955FFE9AA}"/>
    <dgm:cxn modelId="{6A7C52CD-E71A-4B60-A7E3-003346BC1945}" srcId="{B2BF0DCC-11B4-4CEF-946A-67FCDDD2A50B}" destId="{A4E80951-15DC-4D0B-97B9-7AEEA52E18DF}" srcOrd="1" destOrd="0" parTransId="{1C39A829-7392-4CB4-AAD8-0C7F7E24ABB6}" sibTransId="{FC3D109B-BD25-4429-9E0D-F908ACB2B562}"/>
    <dgm:cxn modelId="{5706DFCE-7175-4554-9DD1-E416D89A9A7E}" type="presOf" srcId="{30B561B5-F35E-4CD1-B962-BABB5CAA3401}" destId="{7E45652E-E50D-4FA6-95F5-7E26632476BC}" srcOrd="0" destOrd="0" presId="urn:microsoft.com/office/officeart/2005/8/layout/hierarchy1"/>
    <dgm:cxn modelId="{12C44CD1-A101-4AC0-9AFB-32C3F7BCE40A}" type="presOf" srcId="{C0BC9CA3-3D8F-46C9-8CE2-AE8A40F579E9}" destId="{6F3D72B2-8418-479E-A55A-F65743100D53}" srcOrd="0" destOrd="0" presId="urn:microsoft.com/office/officeart/2005/8/layout/hierarchy1"/>
    <dgm:cxn modelId="{A5B187D6-479F-40DF-8358-68594C53A4B9}" type="presOf" srcId="{B2BF0DCC-11B4-4CEF-946A-67FCDDD2A50B}" destId="{74D9B62C-FE4C-43E2-A1EC-FA9276658733}" srcOrd="0" destOrd="0" presId="urn:microsoft.com/office/officeart/2005/8/layout/hierarchy1"/>
    <dgm:cxn modelId="{37AF15D8-FB4D-469C-90F4-20940BAF4B97}" srcId="{30D68DF5-357C-485F-815A-4560A4A541D5}" destId="{641F9559-E84B-463C-806E-28DFEC8E1442}" srcOrd="1" destOrd="0" parTransId="{2940FA50-12F4-43B7-8F0F-AF39C373F59F}" sibTransId="{9FC46096-FC52-45D1-8D60-F2E7A7079297}"/>
    <dgm:cxn modelId="{CE57D6D8-089B-4B3B-8CC3-79460D3A32A3}" type="presOf" srcId="{366AC8BC-38CD-4AAB-91CD-4E080FA860D3}" destId="{BEA9BD11-92B0-4BB6-A1B4-DBE627C122D1}" srcOrd="0" destOrd="0" presId="urn:microsoft.com/office/officeart/2005/8/layout/hierarchy1"/>
    <dgm:cxn modelId="{851D9CDC-02E4-43BD-9934-41B7B9DE70DE}" srcId="{30D68DF5-357C-485F-815A-4560A4A541D5}" destId="{EE5AD2EE-0C33-4D88-BF7E-A40D85245C34}" srcOrd="0" destOrd="0" parTransId="{1EBCC620-20F9-4805-BD01-1E8CC5B0F229}" sibTransId="{E4CFD40B-C9C9-4753-8D00-14FF07445101}"/>
    <dgm:cxn modelId="{3FEA46E2-EA58-4573-9A17-FC626FBCAB4E}" type="presOf" srcId="{1D5B5291-52E7-47A3-AE9D-F4C6C423CDAE}" destId="{39058E95-1B2A-4103-B25A-3648CB822590}" srcOrd="0" destOrd="0" presId="urn:microsoft.com/office/officeart/2005/8/layout/hierarchy1"/>
    <dgm:cxn modelId="{442626E9-F50B-4B7C-81B1-B8DB359005CF}" type="presOf" srcId="{C541AFED-5277-47C5-889B-57949E5B7EF6}" destId="{8F0F04AC-C56F-4BB3-A09A-8F52C8880F88}" srcOrd="0" destOrd="0" presId="urn:microsoft.com/office/officeart/2005/8/layout/hierarchy1"/>
    <dgm:cxn modelId="{874876EF-AF48-4683-81B6-71BE3C235D1F}" srcId="{1D5B5291-52E7-47A3-AE9D-F4C6C423CDAE}" destId="{96DDFEB3-7A5D-4451-8493-AAA72C3EDF02}" srcOrd="1" destOrd="0" parTransId="{73CD9370-6685-42F2-A510-9814C0E51A4D}" sibTransId="{AD1E8820-8BCE-4BC0-A6CC-1FD8B928B5C4}"/>
    <dgm:cxn modelId="{0155A9F5-B153-4D26-884F-A711CD27363A}" type="presOf" srcId="{73CD9370-6685-42F2-A510-9814C0E51A4D}" destId="{35AD2F37-EA6C-414A-9E78-38B32028CF57}" srcOrd="0" destOrd="0" presId="urn:microsoft.com/office/officeart/2005/8/layout/hierarchy1"/>
    <dgm:cxn modelId="{8C2208FA-1B55-4982-B0D8-2B6032C6E1CD}" type="presOf" srcId="{30D68DF5-357C-485F-815A-4560A4A541D5}" destId="{28E66D89-1750-44F2-B599-0AE96A309B60}" srcOrd="0" destOrd="0" presId="urn:microsoft.com/office/officeart/2005/8/layout/hierarchy1"/>
    <dgm:cxn modelId="{C87992FD-7895-4A93-BDBD-B93D3A348227}" type="presOf" srcId="{D835AD2D-DC5E-4474-81DE-9427681DAC0E}" destId="{958DBE4C-DBBF-4B42-8494-7B00FCE4EC3D}" srcOrd="0" destOrd="0" presId="urn:microsoft.com/office/officeart/2005/8/layout/hierarchy1"/>
    <dgm:cxn modelId="{EE458E21-7962-4FF1-B9AF-B0EA8BDDEAB0}" type="presParOf" srcId="{81542ADF-DDD6-49B2-A585-E182C743BAE5}" destId="{AE8ABE21-AE10-4AA2-991E-0CEA08F48AFE}" srcOrd="0" destOrd="0" presId="urn:microsoft.com/office/officeart/2005/8/layout/hierarchy1"/>
    <dgm:cxn modelId="{E705A092-66F7-4C56-B0E4-939F3AD7EAD0}" type="presParOf" srcId="{AE8ABE21-AE10-4AA2-991E-0CEA08F48AFE}" destId="{07D03E96-77A9-4D48-BC41-734956333909}" srcOrd="0" destOrd="0" presId="urn:microsoft.com/office/officeart/2005/8/layout/hierarchy1"/>
    <dgm:cxn modelId="{84562F17-2CD4-4E76-922D-82573AF7246A}" type="presParOf" srcId="{07D03E96-77A9-4D48-BC41-734956333909}" destId="{E5D03E0B-82AC-4BE2-9962-6CF614CDDC81}" srcOrd="0" destOrd="0" presId="urn:microsoft.com/office/officeart/2005/8/layout/hierarchy1"/>
    <dgm:cxn modelId="{C2251E74-00B8-4A73-BC82-4283EED8EA8D}" type="presParOf" srcId="{07D03E96-77A9-4D48-BC41-734956333909}" destId="{3EC672FD-E831-4338-8A91-9EEB81DBD701}" srcOrd="1" destOrd="0" presId="urn:microsoft.com/office/officeart/2005/8/layout/hierarchy1"/>
    <dgm:cxn modelId="{D4BA0812-FA6B-4157-957F-6BD69752101D}" type="presParOf" srcId="{AE8ABE21-AE10-4AA2-991E-0CEA08F48AFE}" destId="{60AF1B04-E71C-474C-B018-62CE78004C2A}" srcOrd="1" destOrd="0" presId="urn:microsoft.com/office/officeart/2005/8/layout/hierarchy1"/>
    <dgm:cxn modelId="{EEE1E828-184A-4BF1-AA6A-E84FEE3F7E83}" type="presParOf" srcId="{60AF1B04-E71C-474C-B018-62CE78004C2A}" destId="{8F0F04AC-C56F-4BB3-A09A-8F52C8880F88}" srcOrd="0" destOrd="0" presId="urn:microsoft.com/office/officeart/2005/8/layout/hierarchy1"/>
    <dgm:cxn modelId="{E2E40691-6F13-4D1E-86AC-F00C3A9EC785}" type="presParOf" srcId="{60AF1B04-E71C-474C-B018-62CE78004C2A}" destId="{7C6E083E-A6A0-4F68-B0A3-B6AB519877BC}" srcOrd="1" destOrd="0" presId="urn:microsoft.com/office/officeart/2005/8/layout/hierarchy1"/>
    <dgm:cxn modelId="{DF63E520-6E31-4002-8205-79C92F820FA5}" type="presParOf" srcId="{7C6E083E-A6A0-4F68-B0A3-B6AB519877BC}" destId="{DCC7F6C1-203E-45D2-987A-58964F0C1CC9}" srcOrd="0" destOrd="0" presId="urn:microsoft.com/office/officeart/2005/8/layout/hierarchy1"/>
    <dgm:cxn modelId="{E6550E8C-DF0E-4337-A656-347DC4454C41}" type="presParOf" srcId="{DCC7F6C1-203E-45D2-987A-58964F0C1CC9}" destId="{FADB1500-AC45-4514-8A8E-FE9FD7C84568}" srcOrd="0" destOrd="0" presId="urn:microsoft.com/office/officeart/2005/8/layout/hierarchy1"/>
    <dgm:cxn modelId="{DF5FC76A-451A-47E3-AFFB-2A311DC25B0D}" type="presParOf" srcId="{DCC7F6C1-203E-45D2-987A-58964F0C1CC9}" destId="{74D9B62C-FE4C-43E2-A1EC-FA9276658733}" srcOrd="1" destOrd="0" presId="urn:microsoft.com/office/officeart/2005/8/layout/hierarchy1"/>
    <dgm:cxn modelId="{5FC7A4A8-C5E7-4C94-88E7-D99DAA769226}" type="presParOf" srcId="{7C6E083E-A6A0-4F68-B0A3-B6AB519877BC}" destId="{B2B66D78-09F4-44A2-A979-4682AA91EEDA}" srcOrd="1" destOrd="0" presId="urn:microsoft.com/office/officeart/2005/8/layout/hierarchy1"/>
    <dgm:cxn modelId="{D6FDF9C2-1A17-4113-AC87-D0145205CB5D}" type="presParOf" srcId="{B2B66D78-09F4-44A2-A979-4682AA91EEDA}" destId="{3998046A-231E-4C5B-B03A-26875624E8FB}" srcOrd="0" destOrd="0" presId="urn:microsoft.com/office/officeart/2005/8/layout/hierarchy1"/>
    <dgm:cxn modelId="{FD36B697-B386-4456-96B2-7F06366E0F94}" type="presParOf" srcId="{B2B66D78-09F4-44A2-A979-4682AA91EEDA}" destId="{20C380F9-6D33-4A64-810A-8E5D2B8F2043}" srcOrd="1" destOrd="0" presId="urn:microsoft.com/office/officeart/2005/8/layout/hierarchy1"/>
    <dgm:cxn modelId="{115FC482-7D76-4594-B5EE-3345EF7EE797}" type="presParOf" srcId="{20C380F9-6D33-4A64-810A-8E5D2B8F2043}" destId="{F9EE2222-9BA9-4A0C-B4D7-9FAB3E9C4C07}" srcOrd="0" destOrd="0" presId="urn:microsoft.com/office/officeart/2005/8/layout/hierarchy1"/>
    <dgm:cxn modelId="{B90F9FAE-B3CB-4ABD-856C-86C26C7FD898}" type="presParOf" srcId="{F9EE2222-9BA9-4A0C-B4D7-9FAB3E9C4C07}" destId="{A31911D3-A33F-44FF-87CD-9A637939828B}" srcOrd="0" destOrd="0" presId="urn:microsoft.com/office/officeart/2005/8/layout/hierarchy1"/>
    <dgm:cxn modelId="{522090DD-89F0-493D-B5D5-6545A536FEA8}" type="presParOf" srcId="{F9EE2222-9BA9-4A0C-B4D7-9FAB3E9C4C07}" destId="{39058E95-1B2A-4103-B25A-3648CB822590}" srcOrd="1" destOrd="0" presId="urn:microsoft.com/office/officeart/2005/8/layout/hierarchy1"/>
    <dgm:cxn modelId="{908C2349-8817-4CE7-9C4F-E53FD36BE3AF}" type="presParOf" srcId="{20C380F9-6D33-4A64-810A-8E5D2B8F2043}" destId="{E10E39D4-00AE-4D30-A142-A6CDC8C293B2}" srcOrd="1" destOrd="0" presId="urn:microsoft.com/office/officeart/2005/8/layout/hierarchy1"/>
    <dgm:cxn modelId="{01584C8D-B9C9-4229-8424-DF478D3F51E6}" type="presParOf" srcId="{E10E39D4-00AE-4D30-A142-A6CDC8C293B2}" destId="{0FCD1CA8-7555-4B75-8F94-646C6EA3E55B}" srcOrd="0" destOrd="0" presId="urn:microsoft.com/office/officeart/2005/8/layout/hierarchy1"/>
    <dgm:cxn modelId="{3A8F65AC-4348-4BAA-8CAF-73EFBD235401}" type="presParOf" srcId="{E10E39D4-00AE-4D30-A142-A6CDC8C293B2}" destId="{DBDB68F1-7C01-478D-8500-C9BEC65C36BB}" srcOrd="1" destOrd="0" presId="urn:microsoft.com/office/officeart/2005/8/layout/hierarchy1"/>
    <dgm:cxn modelId="{2CEE4239-30E8-4211-B35F-486650296F2A}" type="presParOf" srcId="{DBDB68F1-7C01-478D-8500-C9BEC65C36BB}" destId="{AA6FEE7C-B716-4D89-9669-2D2E24654442}" srcOrd="0" destOrd="0" presId="urn:microsoft.com/office/officeart/2005/8/layout/hierarchy1"/>
    <dgm:cxn modelId="{1B8974C6-F710-4446-92C3-60695F029F54}" type="presParOf" srcId="{AA6FEE7C-B716-4D89-9669-2D2E24654442}" destId="{A059251C-CE95-4740-B33B-27DA55020128}" srcOrd="0" destOrd="0" presId="urn:microsoft.com/office/officeart/2005/8/layout/hierarchy1"/>
    <dgm:cxn modelId="{53694FC3-D26C-48C3-973B-E67649E6E0BA}" type="presParOf" srcId="{AA6FEE7C-B716-4D89-9669-2D2E24654442}" destId="{958DBE4C-DBBF-4B42-8494-7B00FCE4EC3D}" srcOrd="1" destOrd="0" presId="urn:microsoft.com/office/officeart/2005/8/layout/hierarchy1"/>
    <dgm:cxn modelId="{352DE7F1-3362-4F3C-A758-0998E6C836BB}" type="presParOf" srcId="{DBDB68F1-7C01-478D-8500-C9BEC65C36BB}" destId="{FF781626-1B95-428F-AC65-977E8B1C9A21}" srcOrd="1" destOrd="0" presId="urn:microsoft.com/office/officeart/2005/8/layout/hierarchy1"/>
    <dgm:cxn modelId="{421E13AD-CDE6-42D8-972C-49BB04D0F606}" type="presParOf" srcId="{E10E39D4-00AE-4D30-A142-A6CDC8C293B2}" destId="{35AD2F37-EA6C-414A-9E78-38B32028CF57}" srcOrd="2" destOrd="0" presId="urn:microsoft.com/office/officeart/2005/8/layout/hierarchy1"/>
    <dgm:cxn modelId="{36CC0CE4-7240-498C-9E47-DCB434123787}" type="presParOf" srcId="{E10E39D4-00AE-4D30-A142-A6CDC8C293B2}" destId="{A629BEB3-BEE1-4190-90F6-A4B297FC8612}" srcOrd="3" destOrd="0" presId="urn:microsoft.com/office/officeart/2005/8/layout/hierarchy1"/>
    <dgm:cxn modelId="{1782D0EB-FDA5-4EA1-BD01-BA27C0001BC0}" type="presParOf" srcId="{A629BEB3-BEE1-4190-90F6-A4B297FC8612}" destId="{2BD66AC3-47EE-4B56-BB34-9EF8C95CF29A}" srcOrd="0" destOrd="0" presId="urn:microsoft.com/office/officeart/2005/8/layout/hierarchy1"/>
    <dgm:cxn modelId="{0608638A-D446-4E92-A2F8-240CB95DA2CF}" type="presParOf" srcId="{2BD66AC3-47EE-4B56-BB34-9EF8C95CF29A}" destId="{D0737809-7E63-4C88-AF39-1B6F1C3DDFAE}" srcOrd="0" destOrd="0" presId="urn:microsoft.com/office/officeart/2005/8/layout/hierarchy1"/>
    <dgm:cxn modelId="{ABE90303-C00D-4B1D-8567-D509C7C79281}" type="presParOf" srcId="{2BD66AC3-47EE-4B56-BB34-9EF8C95CF29A}" destId="{23D8C583-00F7-4B97-82DE-AAFB78A97396}" srcOrd="1" destOrd="0" presId="urn:microsoft.com/office/officeart/2005/8/layout/hierarchy1"/>
    <dgm:cxn modelId="{9DCC3153-6BFB-4F54-8339-7ADB82BFE22C}" type="presParOf" srcId="{A629BEB3-BEE1-4190-90F6-A4B297FC8612}" destId="{EC9339C7-60CF-4171-AED8-2BC0442BB733}" srcOrd="1" destOrd="0" presId="urn:microsoft.com/office/officeart/2005/8/layout/hierarchy1"/>
    <dgm:cxn modelId="{CBD7E217-1E40-46FF-A106-575CBC020AD0}" type="presParOf" srcId="{B2B66D78-09F4-44A2-A979-4682AA91EEDA}" destId="{4B25C318-94C7-4685-BE2A-53E64EFA3253}" srcOrd="2" destOrd="0" presId="urn:microsoft.com/office/officeart/2005/8/layout/hierarchy1"/>
    <dgm:cxn modelId="{1BCA7D9D-E3D4-4A49-B1EA-4F399EB9A024}" type="presParOf" srcId="{B2B66D78-09F4-44A2-A979-4682AA91EEDA}" destId="{4B380305-5FE1-44AE-B6F7-715F530657FE}" srcOrd="3" destOrd="0" presId="urn:microsoft.com/office/officeart/2005/8/layout/hierarchy1"/>
    <dgm:cxn modelId="{37A7BAF1-C030-4D51-866F-157CF5FFE70B}" type="presParOf" srcId="{4B380305-5FE1-44AE-B6F7-715F530657FE}" destId="{14444A3D-8179-46EC-8C46-A2294D85F0C7}" srcOrd="0" destOrd="0" presId="urn:microsoft.com/office/officeart/2005/8/layout/hierarchy1"/>
    <dgm:cxn modelId="{FB5F7019-6D7F-44C5-AA66-30630ED10D03}" type="presParOf" srcId="{14444A3D-8179-46EC-8C46-A2294D85F0C7}" destId="{59E48EE1-38A6-43EF-BD14-73CAC38A4D8B}" srcOrd="0" destOrd="0" presId="urn:microsoft.com/office/officeart/2005/8/layout/hierarchy1"/>
    <dgm:cxn modelId="{AF489F42-FC09-4C5D-892E-C4D4D5507AE9}" type="presParOf" srcId="{14444A3D-8179-46EC-8C46-A2294D85F0C7}" destId="{25C892FB-9960-421A-AABE-89F08833948D}" srcOrd="1" destOrd="0" presId="urn:microsoft.com/office/officeart/2005/8/layout/hierarchy1"/>
    <dgm:cxn modelId="{128FA265-F9D3-4184-BE0E-516B0C23999E}" type="presParOf" srcId="{4B380305-5FE1-44AE-B6F7-715F530657FE}" destId="{FD0FD0E7-3F63-4C5C-8BC8-907AE1956729}" srcOrd="1" destOrd="0" presId="urn:microsoft.com/office/officeart/2005/8/layout/hierarchy1"/>
    <dgm:cxn modelId="{0BCD319A-8FE7-4AE9-B68F-F093B69B6B87}" type="presParOf" srcId="{60AF1B04-E71C-474C-B018-62CE78004C2A}" destId="{7E45652E-E50D-4FA6-95F5-7E26632476BC}" srcOrd="2" destOrd="0" presId="urn:microsoft.com/office/officeart/2005/8/layout/hierarchy1"/>
    <dgm:cxn modelId="{62AA206F-8E6B-4379-B6F5-7BCDA15AA9FA}" type="presParOf" srcId="{60AF1B04-E71C-474C-B018-62CE78004C2A}" destId="{C6390101-0294-4C47-98DB-54B523DBE8D6}" srcOrd="3" destOrd="0" presId="urn:microsoft.com/office/officeart/2005/8/layout/hierarchy1"/>
    <dgm:cxn modelId="{F44E119A-0753-41C7-8AF2-A886A0CFA81A}" type="presParOf" srcId="{C6390101-0294-4C47-98DB-54B523DBE8D6}" destId="{7DB8BDCF-7CCF-4069-B735-4E028AF4FC79}" srcOrd="0" destOrd="0" presId="urn:microsoft.com/office/officeart/2005/8/layout/hierarchy1"/>
    <dgm:cxn modelId="{1C18A366-8590-4604-A7FE-B54D69B6154A}" type="presParOf" srcId="{7DB8BDCF-7CCF-4069-B735-4E028AF4FC79}" destId="{57BF320C-151E-41CB-9A0B-128F2A76775F}" srcOrd="0" destOrd="0" presId="urn:microsoft.com/office/officeart/2005/8/layout/hierarchy1"/>
    <dgm:cxn modelId="{26967C23-971E-44C9-B96D-B4A4BC38F01C}" type="presParOf" srcId="{7DB8BDCF-7CCF-4069-B735-4E028AF4FC79}" destId="{28E66D89-1750-44F2-B599-0AE96A309B60}" srcOrd="1" destOrd="0" presId="urn:microsoft.com/office/officeart/2005/8/layout/hierarchy1"/>
    <dgm:cxn modelId="{54E09555-F923-49EC-9D79-9C9F73260369}" type="presParOf" srcId="{C6390101-0294-4C47-98DB-54B523DBE8D6}" destId="{7AE16D94-4973-4817-BDC3-D426A0D256F0}" srcOrd="1" destOrd="0" presId="urn:microsoft.com/office/officeart/2005/8/layout/hierarchy1"/>
    <dgm:cxn modelId="{0E2AB7D5-BCD2-4814-9425-424D404756E0}" type="presParOf" srcId="{7AE16D94-4973-4817-BDC3-D426A0D256F0}" destId="{6D7B655A-10F2-411F-89AC-748F3B270AC5}" srcOrd="0" destOrd="0" presId="urn:microsoft.com/office/officeart/2005/8/layout/hierarchy1"/>
    <dgm:cxn modelId="{1A001EA4-A46E-4C6C-82D8-9BA1E22962C6}" type="presParOf" srcId="{7AE16D94-4973-4817-BDC3-D426A0D256F0}" destId="{EE37E65C-8ED6-48A1-AA06-BA9E2A760034}" srcOrd="1" destOrd="0" presId="urn:microsoft.com/office/officeart/2005/8/layout/hierarchy1"/>
    <dgm:cxn modelId="{A1F0AF27-B6BE-4B14-95D7-690F330B2791}" type="presParOf" srcId="{EE37E65C-8ED6-48A1-AA06-BA9E2A760034}" destId="{F3A1B9EE-EBCD-4252-B3F7-5BE5B7317B11}" srcOrd="0" destOrd="0" presId="urn:microsoft.com/office/officeart/2005/8/layout/hierarchy1"/>
    <dgm:cxn modelId="{60B396B5-184F-40DE-8500-D852E2A0959E}" type="presParOf" srcId="{F3A1B9EE-EBCD-4252-B3F7-5BE5B7317B11}" destId="{34970423-88A1-46DB-BD9E-536C3F9AAF7E}" srcOrd="0" destOrd="0" presId="urn:microsoft.com/office/officeart/2005/8/layout/hierarchy1"/>
    <dgm:cxn modelId="{E9AC71B1-FC2D-49F8-9EC6-97FF97E59A84}" type="presParOf" srcId="{F3A1B9EE-EBCD-4252-B3F7-5BE5B7317B11}" destId="{06A84BFE-5910-455E-898E-3403991E2DAE}" srcOrd="1" destOrd="0" presId="urn:microsoft.com/office/officeart/2005/8/layout/hierarchy1"/>
    <dgm:cxn modelId="{06313AFF-96B4-4DFB-A6F9-54E63143E40F}" type="presParOf" srcId="{EE37E65C-8ED6-48A1-AA06-BA9E2A760034}" destId="{7F60C38E-8692-4F01-ADD1-61360A5381B9}" srcOrd="1" destOrd="0" presId="urn:microsoft.com/office/officeart/2005/8/layout/hierarchy1"/>
    <dgm:cxn modelId="{F5D23355-B29A-41D3-9FCD-6A68F6569570}" type="presParOf" srcId="{7F60C38E-8692-4F01-ADD1-61360A5381B9}" destId="{EEE1BBEA-E39C-45CF-9D1A-1377C61CBE17}" srcOrd="0" destOrd="0" presId="urn:microsoft.com/office/officeart/2005/8/layout/hierarchy1"/>
    <dgm:cxn modelId="{826E119C-CB81-403B-B422-41E80C53730A}" type="presParOf" srcId="{7F60C38E-8692-4F01-ADD1-61360A5381B9}" destId="{FF3EF017-105D-4EA5-AB48-15622AB91C54}" srcOrd="1" destOrd="0" presId="urn:microsoft.com/office/officeart/2005/8/layout/hierarchy1"/>
    <dgm:cxn modelId="{87CC8FA2-6001-4C44-985F-19776F0AEB42}" type="presParOf" srcId="{FF3EF017-105D-4EA5-AB48-15622AB91C54}" destId="{DB5F92E8-0F32-4B37-A9AF-725E6088FFEA}" srcOrd="0" destOrd="0" presId="urn:microsoft.com/office/officeart/2005/8/layout/hierarchy1"/>
    <dgm:cxn modelId="{36154591-1673-45D3-B063-804532E8CB04}" type="presParOf" srcId="{DB5F92E8-0F32-4B37-A9AF-725E6088FFEA}" destId="{83A9FDE3-8D18-4C25-9CB9-270F27ADC337}" srcOrd="0" destOrd="0" presId="urn:microsoft.com/office/officeart/2005/8/layout/hierarchy1"/>
    <dgm:cxn modelId="{F01FE62B-FE17-4653-A285-A0A1B0654183}" type="presParOf" srcId="{DB5F92E8-0F32-4B37-A9AF-725E6088FFEA}" destId="{BF2170FB-38E3-4E8B-83A0-71068843A626}" srcOrd="1" destOrd="0" presId="urn:microsoft.com/office/officeart/2005/8/layout/hierarchy1"/>
    <dgm:cxn modelId="{09AB9694-37A3-4FEA-9C1B-6E74F40A1C59}" type="presParOf" srcId="{FF3EF017-105D-4EA5-AB48-15622AB91C54}" destId="{79F66A6B-74B8-4B96-A238-41962E90B54E}" srcOrd="1" destOrd="0" presId="urn:microsoft.com/office/officeart/2005/8/layout/hierarchy1"/>
    <dgm:cxn modelId="{5480597F-D927-4B31-A3B9-5FEE91F49F17}" type="presParOf" srcId="{7F60C38E-8692-4F01-ADD1-61360A5381B9}" destId="{3BF25ED5-0DF1-408F-BDFD-A5CD51657E3F}" srcOrd="2" destOrd="0" presId="urn:microsoft.com/office/officeart/2005/8/layout/hierarchy1"/>
    <dgm:cxn modelId="{921972D1-84A3-422A-94AC-1F286FB8FBF4}" type="presParOf" srcId="{7F60C38E-8692-4F01-ADD1-61360A5381B9}" destId="{9379A96D-8BF3-41F5-A28F-9BD317F880EB}" srcOrd="3" destOrd="0" presId="urn:microsoft.com/office/officeart/2005/8/layout/hierarchy1"/>
    <dgm:cxn modelId="{4C68E362-8E02-40F0-99AD-F92E2D1A97BE}" type="presParOf" srcId="{9379A96D-8BF3-41F5-A28F-9BD317F880EB}" destId="{D2B16DBE-44EB-4455-A7DE-19FB24129A5D}" srcOrd="0" destOrd="0" presId="urn:microsoft.com/office/officeart/2005/8/layout/hierarchy1"/>
    <dgm:cxn modelId="{2FF2538E-0B2C-46D7-83CA-7F4D04E96530}" type="presParOf" srcId="{D2B16DBE-44EB-4455-A7DE-19FB24129A5D}" destId="{0E0C6705-5DBE-4A1E-AC70-542A40B533C8}" srcOrd="0" destOrd="0" presId="urn:microsoft.com/office/officeart/2005/8/layout/hierarchy1"/>
    <dgm:cxn modelId="{470714C0-903F-44D2-972D-F6916E9C192E}" type="presParOf" srcId="{D2B16DBE-44EB-4455-A7DE-19FB24129A5D}" destId="{6F3D72B2-8418-479E-A55A-F65743100D53}" srcOrd="1" destOrd="0" presId="urn:microsoft.com/office/officeart/2005/8/layout/hierarchy1"/>
    <dgm:cxn modelId="{2A22D600-077D-4144-A116-3F0E14CF5EAA}" type="presParOf" srcId="{9379A96D-8BF3-41F5-A28F-9BD317F880EB}" destId="{6096A33A-9FD0-4D36-8713-F07D3F403027}" srcOrd="1" destOrd="0" presId="urn:microsoft.com/office/officeart/2005/8/layout/hierarchy1"/>
    <dgm:cxn modelId="{CBE03EFA-6D2C-4CAD-B44A-280A6F065083}" type="presParOf" srcId="{7AE16D94-4973-4817-BDC3-D426A0D256F0}" destId="{E71322CA-4757-48C0-AE0B-959CE02299BF}" srcOrd="2" destOrd="0" presId="urn:microsoft.com/office/officeart/2005/8/layout/hierarchy1"/>
    <dgm:cxn modelId="{9DE3C5B1-D423-4177-9C14-F652616A6742}" type="presParOf" srcId="{7AE16D94-4973-4817-BDC3-D426A0D256F0}" destId="{DD0B616C-6B92-4A7A-B7A4-31C8C2409263}" srcOrd="3" destOrd="0" presId="urn:microsoft.com/office/officeart/2005/8/layout/hierarchy1"/>
    <dgm:cxn modelId="{9F0E6CDB-5AA8-4D1F-99E8-C1558F5D2491}" type="presParOf" srcId="{DD0B616C-6B92-4A7A-B7A4-31C8C2409263}" destId="{97C259A5-CF90-4AB7-9377-C8FD649073B7}" srcOrd="0" destOrd="0" presId="urn:microsoft.com/office/officeart/2005/8/layout/hierarchy1"/>
    <dgm:cxn modelId="{03E0A501-A4C8-4EEC-8591-1C3CD603443E}" type="presParOf" srcId="{97C259A5-CF90-4AB7-9377-C8FD649073B7}" destId="{BCCB2CD1-A3B5-45E4-8788-961504397E90}" srcOrd="0" destOrd="0" presId="urn:microsoft.com/office/officeart/2005/8/layout/hierarchy1"/>
    <dgm:cxn modelId="{76FBDF35-2476-4C41-82B4-E9ADBB2C2683}" type="presParOf" srcId="{97C259A5-CF90-4AB7-9377-C8FD649073B7}" destId="{A2E9F538-4B79-4C28-BD0D-45D034FCD6ED}" srcOrd="1" destOrd="0" presId="urn:microsoft.com/office/officeart/2005/8/layout/hierarchy1"/>
    <dgm:cxn modelId="{E5DE9FA0-4713-4F09-8EB6-D75C8E1130C3}" type="presParOf" srcId="{DD0B616C-6B92-4A7A-B7A4-31C8C2409263}" destId="{0F7E2578-4AE1-4973-8D15-A3B61AB2500C}" srcOrd="1" destOrd="0" presId="urn:microsoft.com/office/officeart/2005/8/layout/hierarchy1"/>
    <dgm:cxn modelId="{C51C1A45-C427-4CF0-96BC-72E5E78FD81A}" type="presParOf" srcId="{0F7E2578-4AE1-4973-8D15-A3B61AB2500C}" destId="{4FE46C81-E331-46EA-BE6D-88D1C819749B}" srcOrd="0" destOrd="0" presId="urn:microsoft.com/office/officeart/2005/8/layout/hierarchy1"/>
    <dgm:cxn modelId="{F3000EAF-3173-4DCB-B1B7-598FB0DB6526}" type="presParOf" srcId="{0F7E2578-4AE1-4973-8D15-A3B61AB2500C}" destId="{688E9D05-E66E-4F6A-832C-253AEE62302C}" srcOrd="1" destOrd="0" presId="urn:microsoft.com/office/officeart/2005/8/layout/hierarchy1"/>
    <dgm:cxn modelId="{FB07EE4D-55D5-4879-A10A-E14AB45C789F}" type="presParOf" srcId="{688E9D05-E66E-4F6A-832C-253AEE62302C}" destId="{FE6F8F1C-CA26-400E-8528-90CC9FFDD34A}" srcOrd="0" destOrd="0" presId="urn:microsoft.com/office/officeart/2005/8/layout/hierarchy1"/>
    <dgm:cxn modelId="{F0075D6A-A245-4A65-8752-115AC1AF93B9}" type="presParOf" srcId="{FE6F8F1C-CA26-400E-8528-90CC9FFDD34A}" destId="{CF154BDE-81E7-48F7-96DA-5E07F08AD1CC}" srcOrd="0" destOrd="0" presId="urn:microsoft.com/office/officeart/2005/8/layout/hierarchy1"/>
    <dgm:cxn modelId="{9DCECC26-92C6-4925-BFE9-FBAD7BF510FA}" type="presParOf" srcId="{FE6F8F1C-CA26-400E-8528-90CC9FFDD34A}" destId="{EA228C92-9A3C-4DDD-A0B4-4DE44F92B90D}" srcOrd="1" destOrd="0" presId="urn:microsoft.com/office/officeart/2005/8/layout/hierarchy1"/>
    <dgm:cxn modelId="{D06417D7-4A98-4FAD-A1F7-EB151CACEC60}" type="presParOf" srcId="{688E9D05-E66E-4F6A-832C-253AEE62302C}" destId="{8EBA4919-B566-46DA-9FC1-006F8BF907F2}" srcOrd="1" destOrd="0" presId="urn:microsoft.com/office/officeart/2005/8/layout/hierarchy1"/>
    <dgm:cxn modelId="{1A35615C-6D4D-4B32-BCB4-C349437816D8}" type="presParOf" srcId="{0F7E2578-4AE1-4973-8D15-A3B61AB2500C}" destId="{2BA5DFC2-117C-42AE-B375-96F1011DAF22}" srcOrd="2" destOrd="0" presId="urn:microsoft.com/office/officeart/2005/8/layout/hierarchy1"/>
    <dgm:cxn modelId="{C4CF8031-7B14-466E-953D-672B806B1DB5}" type="presParOf" srcId="{0F7E2578-4AE1-4973-8D15-A3B61AB2500C}" destId="{067BF75C-C586-4ECB-8E51-6FBECBBCE344}" srcOrd="3" destOrd="0" presId="urn:microsoft.com/office/officeart/2005/8/layout/hierarchy1"/>
    <dgm:cxn modelId="{7058D05A-FB3B-4F74-9035-D54E6CC015E1}" type="presParOf" srcId="{067BF75C-C586-4ECB-8E51-6FBECBBCE344}" destId="{DE5F1964-F3DF-442E-89E8-2CAFA6D916B0}" srcOrd="0" destOrd="0" presId="urn:microsoft.com/office/officeart/2005/8/layout/hierarchy1"/>
    <dgm:cxn modelId="{E1A6E978-8D81-46F5-AD25-819E49B5E833}" type="presParOf" srcId="{DE5F1964-F3DF-442E-89E8-2CAFA6D916B0}" destId="{B90A5029-C4C1-401C-ADCE-90AF841044CF}" srcOrd="0" destOrd="0" presId="urn:microsoft.com/office/officeart/2005/8/layout/hierarchy1"/>
    <dgm:cxn modelId="{F100DD18-8291-4D8B-90E8-A21C6B4BBF66}" type="presParOf" srcId="{DE5F1964-F3DF-442E-89E8-2CAFA6D916B0}" destId="{BEA9BD11-92B0-4BB6-A1B4-DBE627C122D1}" srcOrd="1" destOrd="0" presId="urn:microsoft.com/office/officeart/2005/8/layout/hierarchy1"/>
    <dgm:cxn modelId="{312051C5-5D11-462A-8A30-D5BE8E24A99F}" type="presParOf" srcId="{067BF75C-C586-4ECB-8E51-6FBECBBCE344}" destId="{4EC747BC-7AED-4CCF-940F-C80DB76D7A9F}" srcOrd="1" destOrd="0" presId="urn:microsoft.com/office/officeart/2005/8/layout/hierarchy1"/>
    <dgm:cxn modelId="{C392533C-83C4-420A-916A-C1C6AD31F724}" type="presParOf" srcId="{4EC747BC-7AED-4CCF-940F-C80DB76D7A9F}" destId="{A1D9FE5D-C784-4AA9-A2C1-DE07D2944C12}" srcOrd="0" destOrd="0" presId="urn:microsoft.com/office/officeart/2005/8/layout/hierarchy1"/>
    <dgm:cxn modelId="{62D1409D-D2D4-451A-B7DC-F7CF3CFF9759}" type="presParOf" srcId="{4EC747BC-7AED-4CCF-940F-C80DB76D7A9F}" destId="{21EC08D4-AE1C-4B6F-8998-91C89F18284A}" srcOrd="1" destOrd="0" presId="urn:microsoft.com/office/officeart/2005/8/layout/hierarchy1"/>
    <dgm:cxn modelId="{EA03910B-42DD-4AD5-8E47-D6DDC1D1647A}" type="presParOf" srcId="{21EC08D4-AE1C-4B6F-8998-91C89F18284A}" destId="{CA06DC78-30B7-4B78-8C6B-1BB8FAD18746}" srcOrd="0" destOrd="0" presId="urn:microsoft.com/office/officeart/2005/8/layout/hierarchy1"/>
    <dgm:cxn modelId="{CC964764-5DA2-4BED-AE29-FCBD837B22BB}" type="presParOf" srcId="{CA06DC78-30B7-4B78-8C6B-1BB8FAD18746}" destId="{D179B58C-362E-40F9-8111-0B624DE97BB6}" srcOrd="0" destOrd="0" presId="urn:microsoft.com/office/officeart/2005/8/layout/hierarchy1"/>
    <dgm:cxn modelId="{23A269AA-3655-40A5-95BE-245E53D094D6}" type="presParOf" srcId="{CA06DC78-30B7-4B78-8C6B-1BB8FAD18746}" destId="{20D6F1AF-3008-44FE-8836-05960BE6EDD4}" srcOrd="1" destOrd="0" presId="urn:microsoft.com/office/officeart/2005/8/layout/hierarchy1"/>
    <dgm:cxn modelId="{516D3921-0583-4E77-9621-954E3C705E0A}" type="presParOf" srcId="{21EC08D4-AE1C-4B6F-8998-91C89F18284A}" destId="{4ABD7E5C-7712-4500-9C89-DDE5476401E9}" srcOrd="1" destOrd="0" presId="urn:microsoft.com/office/officeart/2005/8/layout/hierarchy1"/>
    <dgm:cxn modelId="{5E941431-C3BA-451D-8BDE-915E3AE915B4}" type="presParOf" srcId="{4EC747BC-7AED-4CCF-940F-C80DB76D7A9F}" destId="{5B7C9C85-AB7B-43C8-B65C-27E4BE1BE2D6}" srcOrd="2" destOrd="0" presId="urn:microsoft.com/office/officeart/2005/8/layout/hierarchy1"/>
    <dgm:cxn modelId="{18CCD215-F417-45E9-8205-F8C8C5107660}" type="presParOf" srcId="{4EC747BC-7AED-4CCF-940F-C80DB76D7A9F}" destId="{03EC3F18-F083-4C3D-9BF4-651C1F38C5A6}" srcOrd="3" destOrd="0" presId="urn:microsoft.com/office/officeart/2005/8/layout/hierarchy1"/>
    <dgm:cxn modelId="{EA900668-9337-4937-9E5D-B8BE7C827410}" type="presParOf" srcId="{03EC3F18-F083-4C3D-9BF4-651C1F38C5A6}" destId="{4A1867E5-55D6-42C0-B74E-5142700E6BEA}" srcOrd="0" destOrd="0" presId="urn:microsoft.com/office/officeart/2005/8/layout/hierarchy1"/>
    <dgm:cxn modelId="{B2635B7A-F91D-4431-B490-30CEA4BF4A95}" type="presParOf" srcId="{4A1867E5-55D6-42C0-B74E-5142700E6BEA}" destId="{717B13B6-D33E-483A-9DB7-D0DC8A68C954}" srcOrd="0" destOrd="0" presId="urn:microsoft.com/office/officeart/2005/8/layout/hierarchy1"/>
    <dgm:cxn modelId="{1EC38193-739F-499A-A60B-FFC38E5B4174}" type="presParOf" srcId="{4A1867E5-55D6-42C0-B74E-5142700E6BEA}" destId="{965202AD-7C7C-4CA9-918B-6331F96D5D75}" srcOrd="1" destOrd="0" presId="urn:microsoft.com/office/officeart/2005/8/layout/hierarchy1"/>
    <dgm:cxn modelId="{2BCE9AEF-FFDD-4674-BB25-B6963823FEDF}" type="presParOf" srcId="{03EC3F18-F083-4C3D-9BF4-651C1F38C5A6}" destId="{5EF2FCBA-F163-4194-AB89-585B6E1D39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D9A9B-C387-47A4-8244-717682FB21A5}">
      <dsp:nvSpPr>
        <dsp:cNvPr id="0" name=""/>
        <dsp:cNvSpPr/>
      </dsp:nvSpPr>
      <dsp:spPr>
        <a:xfrm>
          <a:off x="0" y="1529"/>
          <a:ext cx="974913" cy="735731"/>
        </a:xfrm>
        <a:prstGeom prst="rect">
          <a:avLst/>
        </a:prstGeom>
        <a:solidFill>
          <a:srgbClr val="A5A5A5">
            <a:hueOff val="677650"/>
            <a:satOff val="25000"/>
            <a:lumOff val="-36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RA(1)</a:t>
          </a:r>
        </a:p>
      </dsp:txBody>
      <dsp:txXfrm>
        <a:off x="0" y="1529"/>
        <a:ext cx="974913" cy="735731"/>
      </dsp:txXfrm>
    </dsp:sp>
    <dsp:sp modelId="{6BAEC512-77A8-40DF-894A-B70CB09AAFED}">
      <dsp:nvSpPr>
        <dsp:cNvPr id="0" name=""/>
        <dsp:cNvSpPr/>
      </dsp:nvSpPr>
      <dsp:spPr>
        <a:xfrm>
          <a:off x="0" y="774047"/>
          <a:ext cx="974913" cy="735731"/>
        </a:xfrm>
        <a:prstGeom prst="rect">
          <a:avLst/>
        </a:prstGeom>
        <a:solidFill>
          <a:srgbClr val="A5A5A5">
            <a:hueOff val="1355300"/>
            <a:satOff val="50000"/>
            <a:lumOff val="-7353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RA(2)</a:t>
          </a:r>
        </a:p>
      </dsp:txBody>
      <dsp:txXfrm>
        <a:off x="0" y="774047"/>
        <a:ext cx="974913" cy="735731"/>
      </dsp:txXfrm>
    </dsp:sp>
    <dsp:sp modelId="{0E166AC5-A57F-4DDC-BD93-377C3AB2BE38}">
      <dsp:nvSpPr>
        <dsp:cNvPr id="0" name=""/>
        <dsp:cNvSpPr/>
      </dsp:nvSpPr>
      <dsp:spPr>
        <a:xfrm>
          <a:off x="0" y="1546566"/>
          <a:ext cx="974913" cy="735731"/>
        </a:xfrm>
        <a:prstGeom prst="rect">
          <a:avLst/>
        </a:prstGeom>
        <a:solidFill>
          <a:srgbClr val="A5A5A5">
            <a:hueOff val="2032949"/>
            <a:satOff val="75000"/>
            <a:lumOff val="-11029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RA(3)</a:t>
          </a:r>
        </a:p>
      </dsp:txBody>
      <dsp:txXfrm>
        <a:off x="0" y="1546566"/>
        <a:ext cx="974913" cy="735731"/>
      </dsp:txXfrm>
    </dsp:sp>
    <dsp:sp modelId="{B527D131-D9C7-4E08-ABF1-A75DCF56A354}">
      <dsp:nvSpPr>
        <dsp:cNvPr id="0" name=""/>
        <dsp:cNvSpPr/>
      </dsp:nvSpPr>
      <dsp:spPr>
        <a:xfrm>
          <a:off x="0" y="2319084"/>
          <a:ext cx="974913" cy="735731"/>
        </a:xfrm>
        <a:prstGeom prst="rect">
          <a:avLst/>
        </a:prstGeom>
        <a:solidFill>
          <a:srgbClr val="A5A5A5">
            <a:hueOff val="2710599"/>
            <a:satOff val="100000"/>
            <a:lumOff val="-1470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RA(4)</a:t>
          </a:r>
        </a:p>
      </dsp:txBody>
      <dsp:txXfrm>
        <a:off x="0" y="2319084"/>
        <a:ext cx="974913" cy="735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C9C85-AB7B-43C8-B65C-27E4BE1BE2D6}">
      <dsp:nvSpPr>
        <dsp:cNvPr id="0" name=""/>
        <dsp:cNvSpPr/>
      </dsp:nvSpPr>
      <dsp:spPr>
        <a:xfrm>
          <a:off x="3658663" y="2134574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71"/>
              </a:lnTo>
              <a:lnTo>
                <a:pt x="337853" y="109571"/>
              </a:lnTo>
              <a:lnTo>
                <a:pt x="337853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D9FE5D-C784-4AA9-A2C1-DE07D2944C12}">
      <dsp:nvSpPr>
        <dsp:cNvPr id="0" name=""/>
        <dsp:cNvSpPr/>
      </dsp:nvSpPr>
      <dsp:spPr>
        <a:xfrm>
          <a:off x="3320810" y="2134574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337853" y="0"/>
              </a:moveTo>
              <a:lnTo>
                <a:pt x="337853" y="109571"/>
              </a:lnTo>
              <a:lnTo>
                <a:pt x="0" y="109571"/>
              </a:lnTo>
              <a:lnTo>
                <a:pt x="0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A5DFC2-117C-42AE-B375-96F1011DAF22}">
      <dsp:nvSpPr>
        <dsp:cNvPr id="0" name=""/>
        <dsp:cNvSpPr/>
      </dsp:nvSpPr>
      <dsp:spPr>
        <a:xfrm>
          <a:off x="3320810" y="1622726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71"/>
              </a:lnTo>
              <a:lnTo>
                <a:pt x="337853" y="109571"/>
              </a:lnTo>
              <a:lnTo>
                <a:pt x="337853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E46C81-E331-46EA-BE6D-88D1C819749B}">
      <dsp:nvSpPr>
        <dsp:cNvPr id="0" name=""/>
        <dsp:cNvSpPr/>
      </dsp:nvSpPr>
      <dsp:spPr>
        <a:xfrm>
          <a:off x="2982957" y="1622726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337853" y="0"/>
              </a:moveTo>
              <a:lnTo>
                <a:pt x="337853" y="109571"/>
              </a:lnTo>
              <a:lnTo>
                <a:pt x="0" y="109571"/>
              </a:lnTo>
              <a:lnTo>
                <a:pt x="0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1322CA-4757-48C0-AE0B-959CE02299BF}">
      <dsp:nvSpPr>
        <dsp:cNvPr id="0" name=""/>
        <dsp:cNvSpPr/>
      </dsp:nvSpPr>
      <dsp:spPr>
        <a:xfrm>
          <a:off x="2645104" y="1110879"/>
          <a:ext cx="675706" cy="160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71"/>
              </a:lnTo>
              <a:lnTo>
                <a:pt x="675706" y="109571"/>
              </a:lnTo>
              <a:lnTo>
                <a:pt x="675706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F25ED5-0DF1-408F-BDFD-A5CD51657E3F}">
      <dsp:nvSpPr>
        <dsp:cNvPr id="0" name=""/>
        <dsp:cNvSpPr/>
      </dsp:nvSpPr>
      <dsp:spPr>
        <a:xfrm>
          <a:off x="1969397" y="1622726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71"/>
              </a:lnTo>
              <a:lnTo>
                <a:pt x="337853" y="109571"/>
              </a:lnTo>
              <a:lnTo>
                <a:pt x="337853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1BBEA-E39C-45CF-9D1A-1377C61CBE17}">
      <dsp:nvSpPr>
        <dsp:cNvPr id="0" name=""/>
        <dsp:cNvSpPr/>
      </dsp:nvSpPr>
      <dsp:spPr>
        <a:xfrm>
          <a:off x="1631544" y="1622726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337853" y="0"/>
              </a:moveTo>
              <a:lnTo>
                <a:pt x="337853" y="109571"/>
              </a:lnTo>
              <a:lnTo>
                <a:pt x="0" y="109571"/>
              </a:lnTo>
              <a:lnTo>
                <a:pt x="0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7B655A-10F2-411F-89AC-748F3B270AC5}">
      <dsp:nvSpPr>
        <dsp:cNvPr id="0" name=""/>
        <dsp:cNvSpPr/>
      </dsp:nvSpPr>
      <dsp:spPr>
        <a:xfrm>
          <a:off x="1969397" y="1110879"/>
          <a:ext cx="675706" cy="160787"/>
        </a:xfrm>
        <a:custGeom>
          <a:avLst/>
          <a:gdLst/>
          <a:ahLst/>
          <a:cxnLst/>
          <a:rect l="0" t="0" r="0" b="0"/>
          <a:pathLst>
            <a:path>
              <a:moveTo>
                <a:pt x="675706" y="0"/>
              </a:moveTo>
              <a:lnTo>
                <a:pt x="675706" y="109571"/>
              </a:lnTo>
              <a:lnTo>
                <a:pt x="0" y="109571"/>
              </a:lnTo>
              <a:lnTo>
                <a:pt x="0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45652E-E50D-4FA6-95F5-7E26632476BC}">
      <dsp:nvSpPr>
        <dsp:cNvPr id="0" name=""/>
        <dsp:cNvSpPr/>
      </dsp:nvSpPr>
      <dsp:spPr>
        <a:xfrm>
          <a:off x="1800471" y="599031"/>
          <a:ext cx="844632" cy="160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71"/>
              </a:lnTo>
              <a:lnTo>
                <a:pt x="844632" y="109571"/>
              </a:lnTo>
              <a:lnTo>
                <a:pt x="844632" y="1607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25C318-94C7-4685-BE2A-53E64EFA3253}">
      <dsp:nvSpPr>
        <dsp:cNvPr id="0" name=""/>
        <dsp:cNvSpPr/>
      </dsp:nvSpPr>
      <dsp:spPr>
        <a:xfrm>
          <a:off x="955838" y="1110879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71"/>
              </a:lnTo>
              <a:lnTo>
                <a:pt x="337853" y="109571"/>
              </a:lnTo>
              <a:lnTo>
                <a:pt x="337853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D2F37-EA6C-414A-9E78-38B32028CF57}">
      <dsp:nvSpPr>
        <dsp:cNvPr id="0" name=""/>
        <dsp:cNvSpPr/>
      </dsp:nvSpPr>
      <dsp:spPr>
        <a:xfrm>
          <a:off x="617985" y="1622726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71"/>
              </a:lnTo>
              <a:lnTo>
                <a:pt x="337853" y="109571"/>
              </a:lnTo>
              <a:lnTo>
                <a:pt x="337853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D1CA8-7555-4B75-8F94-646C6EA3E55B}">
      <dsp:nvSpPr>
        <dsp:cNvPr id="0" name=""/>
        <dsp:cNvSpPr/>
      </dsp:nvSpPr>
      <dsp:spPr>
        <a:xfrm>
          <a:off x="280132" y="1622726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337853" y="0"/>
              </a:moveTo>
              <a:lnTo>
                <a:pt x="337853" y="109571"/>
              </a:lnTo>
              <a:lnTo>
                <a:pt x="0" y="109571"/>
              </a:lnTo>
              <a:lnTo>
                <a:pt x="0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98046A-231E-4C5B-B03A-26875624E8FB}">
      <dsp:nvSpPr>
        <dsp:cNvPr id="0" name=""/>
        <dsp:cNvSpPr/>
      </dsp:nvSpPr>
      <dsp:spPr>
        <a:xfrm>
          <a:off x="617985" y="1110879"/>
          <a:ext cx="337853" cy="160787"/>
        </a:xfrm>
        <a:custGeom>
          <a:avLst/>
          <a:gdLst/>
          <a:ahLst/>
          <a:cxnLst/>
          <a:rect l="0" t="0" r="0" b="0"/>
          <a:pathLst>
            <a:path>
              <a:moveTo>
                <a:pt x="337853" y="0"/>
              </a:moveTo>
              <a:lnTo>
                <a:pt x="337853" y="109571"/>
              </a:lnTo>
              <a:lnTo>
                <a:pt x="0" y="109571"/>
              </a:lnTo>
              <a:lnTo>
                <a:pt x="0" y="16078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0F04AC-C56F-4BB3-A09A-8F52C8880F88}">
      <dsp:nvSpPr>
        <dsp:cNvPr id="0" name=""/>
        <dsp:cNvSpPr/>
      </dsp:nvSpPr>
      <dsp:spPr>
        <a:xfrm>
          <a:off x="955838" y="599031"/>
          <a:ext cx="844632" cy="160787"/>
        </a:xfrm>
        <a:custGeom>
          <a:avLst/>
          <a:gdLst/>
          <a:ahLst/>
          <a:cxnLst/>
          <a:rect l="0" t="0" r="0" b="0"/>
          <a:pathLst>
            <a:path>
              <a:moveTo>
                <a:pt x="844632" y="0"/>
              </a:moveTo>
              <a:lnTo>
                <a:pt x="844632" y="109571"/>
              </a:lnTo>
              <a:lnTo>
                <a:pt x="0" y="109571"/>
              </a:lnTo>
              <a:lnTo>
                <a:pt x="0" y="1607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03E0B-82AC-4BE2-9962-6CF614CDDC81}">
      <dsp:nvSpPr>
        <dsp:cNvPr id="0" name=""/>
        <dsp:cNvSpPr/>
      </dsp:nvSpPr>
      <dsp:spPr>
        <a:xfrm>
          <a:off x="1524046" y="247971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672FD-E831-4338-8A91-9EEB81DBD701}">
      <dsp:nvSpPr>
        <dsp:cNvPr id="0" name=""/>
        <dsp:cNvSpPr/>
      </dsp:nvSpPr>
      <dsp:spPr>
        <a:xfrm>
          <a:off x="1585473" y="306328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RA(6)</a:t>
          </a:r>
        </a:p>
      </dsp:txBody>
      <dsp:txXfrm>
        <a:off x="1595755" y="316610"/>
        <a:ext cx="532286" cy="330496"/>
      </dsp:txXfrm>
    </dsp:sp>
    <dsp:sp modelId="{FADB1500-AC45-4514-8A8E-FE9FD7C84568}">
      <dsp:nvSpPr>
        <dsp:cNvPr id="0" name=""/>
        <dsp:cNvSpPr/>
      </dsp:nvSpPr>
      <dsp:spPr>
        <a:xfrm>
          <a:off x="679413" y="759819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9B62C-FE4C-43E2-A1EC-FA9276658733}">
      <dsp:nvSpPr>
        <dsp:cNvPr id="0" name=""/>
        <dsp:cNvSpPr/>
      </dsp:nvSpPr>
      <dsp:spPr>
        <a:xfrm>
          <a:off x="740841" y="818175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RA(4)</a:t>
          </a:r>
        </a:p>
      </dsp:txBody>
      <dsp:txXfrm>
        <a:off x="751123" y="828457"/>
        <a:ext cx="532286" cy="330496"/>
      </dsp:txXfrm>
    </dsp:sp>
    <dsp:sp modelId="{A31911D3-A33F-44FF-87CD-9A637939828B}">
      <dsp:nvSpPr>
        <dsp:cNvPr id="0" name=""/>
        <dsp:cNvSpPr/>
      </dsp:nvSpPr>
      <dsp:spPr>
        <a:xfrm>
          <a:off x="341560" y="1271666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58E95-1B2A-4103-B25A-3648CB822590}">
      <dsp:nvSpPr>
        <dsp:cNvPr id="0" name=""/>
        <dsp:cNvSpPr/>
      </dsp:nvSpPr>
      <dsp:spPr>
        <a:xfrm>
          <a:off x="402987" y="1330023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RA(3)</a:t>
          </a:r>
        </a:p>
      </dsp:txBody>
      <dsp:txXfrm>
        <a:off x="413269" y="1340305"/>
        <a:ext cx="532286" cy="330496"/>
      </dsp:txXfrm>
    </dsp:sp>
    <dsp:sp modelId="{A059251C-CE95-4740-B33B-27DA55020128}">
      <dsp:nvSpPr>
        <dsp:cNvPr id="0" name=""/>
        <dsp:cNvSpPr/>
      </dsp:nvSpPr>
      <dsp:spPr>
        <a:xfrm>
          <a:off x="3706" y="1783514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DBE4C-DBBF-4B42-8494-7B00FCE4EC3D}">
      <dsp:nvSpPr>
        <dsp:cNvPr id="0" name=""/>
        <dsp:cNvSpPr/>
      </dsp:nvSpPr>
      <dsp:spPr>
        <a:xfrm>
          <a:off x="65134" y="1841870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RA(2)</a:t>
          </a:r>
        </a:p>
      </dsp:txBody>
      <dsp:txXfrm>
        <a:off x="75416" y="1852152"/>
        <a:ext cx="532286" cy="330496"/>
      </dsp:txXfrm>
    </dsp:sp>
    <dsp:sp modelId="{D0737809-7E63-4C88-AF39-1B6F1C3DDFAE}">
      <dsp:nvSpPr>
        <dsp:cNvPr id="0" name=""/>
        <dsp:cNvSpPr/>
      </dsp:nvSpPr>
      <dsp:spPr>
        <a:xfrm>
          <a:off x="679413" y="1783514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8C583-00F7-4B97-82DE-AAFB78A97396}">
      <dsp:nvSpPr>
        <dsp:cNvPr id="0" name=""/>
        <dsp:cNvSpPr/>
      </dsp:nvSpPr>
      <dsp:spPr>
        <a:xfrm>
          <a:off x="740841" y="1841870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RA(1)</a:t>
          </a:r>
        </a:p>
      </dsp:txBody>
      <dsp:txXfrm>
        <a:off x="751123" y="1852152"/>
        <a:ext cx="532286" cy="330496"/>
      </dsp:txXfrm>
    </dsp:sp>
    <dsp:sp modelId="{59E48EE1-38A6-43EF-BD14-73CAC38A4D8B}">
      <dsp:nvSpPr>
        <dsp:cNvPr id="0" name=""/>
        <dsp:cNvSpPr/>
      </dsp:nvSpPr>
      <dsp:spPr>
        <a:xfrm>
          <a:off x="1017266" y="1271666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892FB-9960-421A-AABE-89F08833948D}">
      <dsp:nvSpPr>
        <dsp:cNvPr id="0" name=""/>
        <dsp:cNvSpPr/>
      </dsp:nvSpPr>
      <dsp:spPr>
        <a:xfrm>
          <a:off x="1078694" y="1330023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RA(2)</a:t>
          </a:r>
        </a:p>
      </dsp:txBody>
      <dsp:txXfrm>
        <a:off x="1088976" y="1340305"/>
        <a:ext cx="532286" cy="330496"/>
      </dsp:txXfrm>
    </dsp:sp>
    <dsp:sp modelId="{57BF320C-151E-41CB-9A0B-128F2A76775F}">
      <dsp:nvSpPr>
        <dsp:cNvPr id="0" name=""/>
        <dsp:cNvSpPr/>
      </dsp:nvSpPr>
      <dsp:spPr>
        <a:xfrm>
          <a:off x="2368679" y="759819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66D89-1750-44F2-B599-0AE96A309B60}">
      <dsp:nvSpPr>
        <dsp:cNvPr id="0" name=""/>
        <dsp:cNvSpPr/>
      </dsp:nvSpPr>
      <dsp:spPr>
        <a:xfrm>
          <a:off x="2430106" y="818175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RA(5)</a:t>
          </a:r>
        </a:p>
      </dsp:txBody>
      <dsp:txXfrm>
        <a:off x="2440388" y="828457"/>
        <a:ext cx="532286" cy="330496"/>
      </dsp:txXfrm>
    </dsp:sp>
    <dsp:sp modelId="{34970423-88A1-46DB-BD9E-536C3F9AAF7E}">
      <dsp:nvSpPr>
        <dsp:cNvPr id="0" name=""/>
        <dsp:cNvSpPr/>
      </dsp:nvSpPr>
      <dsp:spPr>
        <a:xfrm>
          <a:off x="1692972" y="1271666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A84BFE-5910-455E-898E-3403991E2DAE}">
      <dsp:nvSpPr>
        <dsp:cNvPr id="0" name=""/>
        <dsp:cNvSpPr/>
      </dsp:nvSpPr>
      <dsp:spPr>
        <a:xfrm>
          <a:off x="1754400" y="1330023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RA(3)</a:t>
          </a:r>
        </a:p>
      </dsp:txBody>
      <dsp:txXfrm>
        <a:off x="1764682" y="1340305"/>
        <a:ext cx="532286" cy="330496"/>
      </dsp:txXfrm>
    </dsp:sp>
    <dsp:sp modelId="{83A9FDE3-8D18-4C25-9CB9-270F27ADC337}">
      <dsp:nvSpPr>
        <dsp:cNvPr id="0" name=""/>
        <dsp:cNvSpPr/>
      </dsp:nvSpPr>
      <dsp:spPr>
        <a:xfrm>
          <a:off x="1355119" y="1783514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170FB-38E3-4E8B-83A0-71068843A626}">
      <dsp:nvSpPr>
        <dsp:cNvPr id="0" name=""/>
        <dsp:cNvSpPr/>
      </dsp:nvSpPr>
      <dsp:spPr>
        <a:xfrm>
          <a:off x="1416547" y="1841870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RA(2)</a:t>
          </a:r>
        </a:p>
      </dsp:txBody>
      <dsp:txXfrm>
        <a:off x="1426829" y="1852152"/>
        <a:ext cx="532286" cy="330496"/>
      </dsp:txXfrm>
    </dsp:sp>
    <dsp:sp modelId="{0E0C6705-5DBE-4A1E-AC70-542A40B533C8}">
      <dsp:nvSpPr>
        <dsp:cNvPr id="0" name=""/>
        <dsp:cNvSpPr/>
      </dsp:nvSpPr>
      <dsp:spPr>
        <a:xfrm>
          <a:off x="2030825" y="1783514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D72B2-8418-479E-A55A-F65743100D53}">
      <dsp:nvSpPr>
        <dsp:cNvPr id="0" name=""/>
        <dsp:cNvSpPr/>
      </dsp:nvSpPr>
      <dsp:spPr>
        <a:xfrm>
          <a:off x="2092253" y="1841870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RA(1)</a:t>
          </a:r>
        </a:p>
      </dsp:txBody>
      <dsp:txXfrm>
        <a:off x="2102535" y="1852152"/>
        <a:ext cx="532286" cy="330496"/>
      </dsp:txXfrm>
    </dsp:sp>
    <dsp:sp modelId="{BCCB2CD1-A3B5-45E4-8788-961504397E90}">
      <dsp:nvSpPr>
        <dsp:cNvPr id="0" name=""/>
        <dsp:cNvSpPr/>
      </dsp:nvSpPr>
      <dsp:spPr>
        <a:xfrm>
          <a:off x="3044385" y="1271666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9F538-4B79-4C28-BD0D-45D034FCD6ED}">
      <dsp:nvSpPr>
        <dsp:cNvPr id="0" name=""/>
        <dsp:cNvSpPr/>
      </dsp:nvSpPr>
      <dsp:spPr>
        <a:xfrm>
          <a:off x="3105813" y="1330023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RA(4)</a:t>
          </a:r>
        </a:p>
      </dsp:txBody>
      <dsp:txXfrm>
        <a:off x="3116095" y="1340305"/>
        <a:ext cx="532286" cy="330496"/>
      </dsp:txXfrm>
    </dsp:sp>
    <dsp:sp modelId="{CF154BDE-81E7-48F7-96DA-5E07F08AD1CC}">
      <dsp:nvSpPr>
        <dsp:cNvPr id="0" name=""/>
        <dsp:cNvSpPr/>
      </dsp:nvSpPr>
      <dsp:spPr>
        <a:xfrm>
          <a:off x="2706532" y="1783514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28C92-9A3C-4DDD-A0B4-4DE44F92B90D}">
      <dsp:nvSpPr>
        <dsp:cNvPr id="0" name=""/>
        <dsp:cNvSpPr/>
      </dsp:nvSpPr>
      <dsp:spPr>
        <a:xfrm>
          <a:off x="2767960" y="1841870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RA(2)</a:t>
          </a:r>
        </a:p>
      </dsp:txBody>
      <dsp:txXfrm>
        <a:off x="2778242" y="1852152"/>
        <a:ext cx="532286" cy="330496"/>
      </dsp:txXfrm>
    </dsp:sp>
    <dsp:sp modelId="{B90A5029-C4C1-401C-ADCE-90AF841044CF}">
      <dsp:nvSpPr>
        <dsp:cNvPr id="0" name=""/>
        <dsp:cNvSpPr/>
      </dsp:nvSpPr>
      <dsp:spPr>
        <a:xfrm>
          <a:off x="3382238" y="1783514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9BD11-92B0-4BB6-A1B4-DBE627C122D1}">
      <dsp:nvSpPr>
        <dsp:cNvPr id="0" name=""/>
        <dsp:cNvSpPr/>
      </dsp:nvSpPr>
      <dsp:spPr>
        <a:xfrm>
          <a:off x="3443666" y="1841870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RA(3)</a:t>
          </a:r>
        </a:p>
      </dsp:txBody>
      <dsp:txXfrm>
        <a:off x="3453948" y="1852152"/>
        <a:ext cx="532286" cy="330496"/>
      </dsp:txXfrm>
    </dsp:sp>
    <dsp:sp modelId="{D179B58C-362E-40F9-8111-0B624DE97BB6}">
      <dsp:nvSpPr>
        <dsp:cNvPr id="0" name=""/>
        <dsp:cNvSpPr/>
      </dsp:nvSpPr>
      <dsp:spPr>
        <a:xfrm>
          <a:off x="3044385" y="2295361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6F1AF-3008-44FE-8836-05960BE6EDD4}">
      <dsp:nvSpPr>
        <dsp:cNvPr id="0" name=""/>
        <dsp:cNvSpPr/>
      </dsp:nvSpPr>
      <dsp:spPr>
        <a:xfrm>
          <a:off x="3105813" y="2353718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RA(2)</a:t>
          </a:r>
        </a:p>
      </dsp:txBody>
      <dsp:txXfrm>
        <a:off x="3116095" y="2364000"/>
        <a:ext cx="532286" cy="330496"/>
      </dsp:txXfrm>
    </dsp:sp>
    <dsp:sp modelId="{717B13B6-D33E-483A-9DB7-D0DC8A68C954}">
      <dsp:nvSpPr>
        <dsp:cNvPr id="0" name=""/>
        <dsp:cNvSpPr/>
      </dsp:nvSpPr>
      <dsp:spPr>
        <a:xfrm>
          <a:off x="3720091" y="2295361"/>
          <a:ext cx="552850" cy="3510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202AD-7C7C-4CA9-918B-6331F96D5D75}">
      <dsp:nvSpPr>
        <dsp:cNvPr id="0" name=""/>
        <dsp:cNvSpPr/>
      </dsp:nvSpPr>
      <dsp:spPr>
        <a:xfrm>
          <a:off x="3781519" y="2353718"/>
          <a:ext cx="552850" cy="3510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RA(1)</a:t>
          </a:r>
        </a:p>
      </dsp:txBody>
      <dsp:txXfrm>
        <a:off x="3791801" y="2364000"/>
        <a:ext cx="532286" cy="330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8000E5-E1BF-1B49-8B13-714438104D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E7D2-FA68-9F43-935B-5C4FB410B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251F9C-DD71-D44B-BC61-B9FFF09B63D6}" type="datetimeFigureOut">
              <a:rPr lang="en-US" altLang="en-US"/>
              <a:pPr>
                <a:defRPr/>
              </a:pPr>
              <a:t>11/16/23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5D875-A649-3A4B-8E3B-058149450C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1212-A529-7F40-936E-A515A995FD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70662C-C48F-D348-A8B1-EF16E8860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C16E-B00C-4FA4-8953-2E262D1684AF}" type="datetimeFigureOut">
              <a:rPr lang="en-GB" smtClean="0"/>
              <a:t>16/11/2023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C3CB-3118-423E-861A-757A9737E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5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036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197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04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552728" cy="59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211388"/>
            <a:ext cx="6551612" cy="360362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80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95232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</a:defRPr>
            </a:lvl1pPr>
            <a:lvl2pPr marL="742950" indent="-285750">
              <a:buClrTx/>
              <a:buFont typeface="Wingdings" panose="05000000000000000000" pitchFamily="2" charset="2"/>
              <a:buChar char="Ø"/>
              <a:defRPr sz="1400" b="0"/>
            </a:lvl2pPr>
            <a:lvl3pPr marL="1143000" indent="-2286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Click to add content</a:t>
            </a:r>
          </a:p>
          <a:p>
            <a:pPr lvl="2"/>
            <a:r>
              <a:rPr lang="en-US"/>
              <a:t>Click to add content</a:t>
            </a:r>
          </a:p>
          <a:p>
            <a:pPr lvl="2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1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33843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895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907"/>
            <a:ext cx="4535165" cy="9182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440607"/>
            <a:ext cx="4535165" cy="271531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29032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946925" y="2215474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946925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26154" y="222126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74200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0839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9" r:id="rId3"/>
    <p:sldLayoutId id="2147483948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489EBD"/>
          </a:solidFill>
          <a:latin typeface="Georgia"/>
          <a:ea typeface="ＭＳ Ｐゴシック" charset="0"/>
          <a:cs typeface="Georgi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Font typeface="Wingdings" pitchFamily="2" charset="2"/>
        <a:buNone/>
        <a:defRPr sz="200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None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65000"/>
        <a:buFont typeface="Wingdings" pitchFamily="2" charset="2"/>
        <a:buChar char="o"/>
        <a:defRPr sz="2800">
          <a:solidFill>
            <a:schemeClr val="bg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Char char="–"/>
        <a:defRPr sz="2800">
          <a:solidFill>
            <a:schemeClr val="bg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90000"/>
        <a:buChar char="»"/>
        <a:defRPr sz="2800">
          <a:solidFill>
            <a:schemeClr val="bg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en.wikipedia.org/wiki/ISBN_(identifier)" TargetMode="External"/><Relationship Id="rId7" Type="http://schemas.openxmlformats.org/officeDocument/2006/relationships/image" Target="../media/image7.svg"/><Relationship Id="rId2" Type="http://schemas.openxmlformats.org/officeDocument/2006/relationships/hyperlink" Target="http://www-cs-faculty.stanford.edu/~knuth/gkp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en.wikipedia.org/wiki/Special:BookSources/0-201-55802-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hyperlink" Target="https://www.google.com/imgres?imgurl=https%3A%2F%2Fupload.wikimedia.org%2Fwikipedia%2Fcommons%2Fthumb%2Ff%2Ff7%2FRecursiveTree.JPG%2F300px-RecursiveTree.JPG&amp;imgrefurl=https%3A%2F%2Fen.wikipedia.org%2Fwiki%2FRecursion_(computer_science)&amp;tbnid=9eS8vEuGrSuu9M&amp;vet=12ahUKEwi09fPNx8r0AhUNSEEAHUC4D64QxiAoBHoECAAQGQ..i&amp;docid=4NH-vGhQFS5iEM&amp;w=300&amp;h=396&amp;itg=1&amp;q=recursion&amp;hl=en&amp;ved=2ahUKEwi09fPNx8r0AhUNSEEAHUC4D64QxiAoBHoECAAQGQ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File:FibonacciRabbit.svg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984776" cy="1244724"/>
          </a:xfrm>
        </p:spPr>
        <p:txBody>
          <a:bodyPr/>
          <a:lstStyle/>
          <a:p>
            <a:pPr algn="ctr"/>
            <a:r>
              <a:rPr lang="en-GB" dirty="0"/>
              <a:t>Object Oriented Programming – Week 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584052" y="2768750"/>
            <a:ext cx="4751759" cy="1244724"/>
          </a:xfrm>
        </p:spPr>
        <p:txBody>
          <a:bodyPr/>
          <a:lstStyle/>
          <a:p>
            <a:endParaRPr lang="en-GB" dirty="0"/>
          </a:p>
          <a:p>
            <a:pPr algn="ctr"/>
            <a:r>
              <a:rPr lang="en-GB" dirty="0"/>
              <a:t>Archie Powell</a:t>
            </a:r>
          </a:p>
          <a:p>
            <a:pPr algn="ctr"/>
            <a:r>
              <a:rPr lang="en-GB" dirty="0"/>
              <a:t>November 2023</a:t>
            </a:r>
          </a:p>
        </p:txBody>
      </p:sp>
    </p:spTree>
    <p:extLst>
      <p:ext uri="{BB962C8B-B14F-4D97-AF65-F5344CB8AC3E}">
        <p14:creationId xmlns:p14="http://schemas.microsoft.com/office/powerpoint/2010/main" val="3855887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2380DC0-003F-4C30-B921-C43ABABDA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275606"/>
            <a:ext cx="4355976" cy="245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39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84D7-FD27-4353-B820-616417C0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36DB6-9565-477D-BD04-A5A9549ED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936104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Recursion is a method where the solution depends on solutions to smaller instances of the same problem.[1]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0D927-F94F-477A-A1B2-E354050E2364}"/>
              </a:ext>
            </a:extLst>
          </p:cNvPr>
          <p:cNvSpPr txBox="1"/>
          <p:nvPr/>
        </p:nvSpPr>
        <p:spPr>
          <a:xfrm>
            <a:off x="2411760" y="4443958"/>
            <a:ext cx="61926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0"/>
              <a:t>[1]</a:t>
            </a:r>
            <a:r>
              <a:rPr lang="en-GB" sz="1100" b="0" i="1"/>
              <a:t>Graham, Ronald; Knuth, Donald; </a:t>
            </a:r>
            <a:r>
              <a:rPr lang="en-GB" sz="1100" b="0" i="1" err="1"/>
              <a:t>Patashnik</a:t>
            </a:r>
            <a:r>
              <a:rPr lang="en-GB" sz="1100" b="0" i="1"/>
              <a:t>, Oren (1990). </a:t>
            </a:r>
            <a:r>
              <a:rPr lang="en-GB" sz="1100" b="0" i="1">
                <a:hlinkClick r:id="rId2"/>
              </a:rPr>
              <a:t>"1: Recurrent Problems"</a:t>
            </a:r>
            <a:r>
              <a:rPr lang="en-GB" sz="1100" b="0" i="1"/>
              <a:t>. Concrete Mathematics. </a:t>
            </a:r>
            <a:r>
              <a:rPr lang="en-GB" sz="1100" b="0" i="1">
                <a:hlinkClick r:id="rId3" tooltip="ISBN (identifier)"/>
              </a:rPr>
              <a:t>ISBN</a:t>
            </a:r>
            <a:r>
              <a:rPr lang="en-GB" sz="1100" b="0" i="1"/>
              <a:t> </a:t>
            </a:r>
            <a:r>
              <a:rPr lang="en-GB" sz="1100" b="0" i="1">
                <a:hlinkClick r:id="rId4" tooltip="Special:BookSources/0-201-55802-5"/>
              </a:rPr>
              <a:t>0-201-55802-5</a:t>
            </a:r>
            <a:r>
              <a:rPr lang="en-GB" sz="1100" b="0" i="1"/>
              <a:t>.</a:t>
            </a:r>
            <a:endParaRPr lang="en-GB" sz="1100" b="0"/>
          </a:p>
        </p:txBody>
      </p:sp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BB42FD02-FBB0-447D-92C0-F3A90EC54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61" y="2113619"/>
            <a:ext cx="2934072" cy="2114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C3FC48-F476-464D-9346-EBE6F340A224}"/>
              </a:ext>
            </a:extLst>
          </p:cNvPr>
          <p:cNvSpPr txBox="1"/>
          <p:nvPr/>
        </p:nvSpPr>
        <p:spPr>
          <a:xfrm>
            <a:off x="1043608" y="2575112"/>
            <a:ext cx="615553" cy="11919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b="0"/>
              <a:t>Fractal</a:t>
            </a:r>
          </a:p>
        </p:txBody>
      </p:sp>
      <p:pic>
        <p:nvPicPr>
          <p:cNvPr id="10" name="Graphic 9" descr="Chevron arrows outline">
            <a:extLst>
              <a:ext uri="{FF2B5EF4-FFF2-40B4-BE49-F238E27FC236}">
                <a16:creationId xmlns:a16="http://schemas.microsoft.com/office/drawing/2014/main" id="{BA80F471-C422-4580-A317-EEBB4CA78D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6056" y="2859783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6167E-F392-4BD6-B56F-0FE8C56D9CA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631" b="-1"/>
          <a:stretch/>
        </p:blipFill>
        <p:spPr>
          <a:xfrm>
            <a:off x="6479376" y="2787774"/>
            <a:ext cx="762106" cy="118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6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05E7-1D26-41BD-8152-226A01B0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58951-9CDD-43C2-AB95-688EBA0C4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2138082"/>
            <a:ext cx="3652029" cy="1095936"/>
          </a:xfrm>
        </p:spPr>
        <p:txBody>
          <a:bodyPr/>
          <a:lstStyle/>
          <a:p>
            <a:pPr marL="0" indent="0" algn="just">
              <a:buNone/>
            </a:pPr>
            <a:r>
              <a:rPr lang="en-GB" sz="1600"/>
              <a:t>Learning to think recursively is the equivalent of learning to look for big things that are made from smaller but exactly the same type of things!</a:t>
            </a:r>
          </a:p>
        </p:txBody>
      </p:sp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52AABABF-1D9D-4655-A0A1-BA3FD819E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964" y="1052659"/>
            <a:ext cx="3496235" cy="1254205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25019D65-20FB-45E2-BB00-1ABAE945C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162" y="2686050"/>
            <a:ext cx="1708225" cy="1674158"/>
          </a:xfrm>
          <a:prstGeom prst="rect">
            <a:avLst/>
          </a:prstGeom>
        </p:spPr>
      </p:pic>
      <p:pic>
        <p:nvPicPr>
          <p:cNvPr id="1030" name="Picture 6" descr="Recursion (computer science) - Wikipedia">
            <a:hlinkClick r:id="rId4"/>
            <a:extLst>
              <a:ext uri="{FF2B5EF4-FFF2-40B4-BE49-F238E27FC236}">
                <a16:creationId xmlns:a16="http://schemas.microsoft.com/office/drawing/2014/main" id="{2040273C-D4F0-48F0-879D-9B7175FB0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234" y="2598643"/>
            <a:ext cx="17716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985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Man with solid fill">
            <a:extLst>
              <a:ext uri="{FF2B5EF4-FFF2-40B4-BE49-F238E27FC236}">
                <a16:creationId xmlns:a16="http://schemas.microsoft.com/office/drawing/2014/main" id="{F2296BC3-B514-4E26-BCD2-8F76D3930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7566" y="1118578"/>
            <a:ext cx="914400" cy="914400"/>
          </a:xfrm>
          <a:prstGeom prst="rect">
            <a:avLst/>
          </a:prstGeom>
        </p:spPr>
      </p:pic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1C463377-B2AD-424E-BD3E-9F2E2A211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8518" y="1118578"/>
            <a:ext cx="914400" cy="914400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7C91EE92-AC57-412F-8857-3D20D7FD9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0704" y="1118578"/>
            <a:ext cx="914400" cy="914400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8E05A7AB-E1AC-45FC-A494-96B2C32CE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9752" y="1118578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7EB34A-49E2-477D-8BD6-45F62D7982E8}"/>
              </a:ext>
            </a:extLst>
          </p:cNvPr>
          <p:cNvSpPr txBox="1"/>
          <p:nvPr/>
        </p:nvSpPr>
        <p:spPr>
          <a:xfrm>
            <a:off x="5436096" y="131416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00B0F0"/>
                </a:solidFill>
              </a:rPr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05E0CC-A31A-44CA-BE4A-885B919A2F97}"/>
              </a:ext>
            </a:extLst>
          </p:cNvPr>
          <p:cNvSpPr txBox="1"/>
          <p:nvPr/>
        </p:nvSpPr>
        <p:spPr>
          <a:xfrm>
            <a:off x="584947" y="374397"/>
            <a:ext cx="8159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dirty="0">
                <a:latin typeface="+mn-lt"/>
              </a:rPr>
              <a:t>Suppose you are in a queue, and want to find out how many people are in front of you?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83EC0BE-10C6-4EE1-87D9-E52D55F7DC81}"/>
              </a:ext>
            </a:extLst>
          </p:cNvPr>
          <p:cNvCxnSpPr/>
          <p:nvPr/>
        </p:nvCxnSpPr>
        <p:spPr bwMode="auto">
          <a:xfrm>
            <a:off x="4165104" y="2787774"/>
            <a:ext cx="0" cy="1800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482A15-FE4B-4113-8D53-331515244E15}"/>
              </a:ext>
            </a:extLst>
          </p:cNvPr>
          <p:cNvSpPr txBox="1"/>
          <p:nvPr/>
        </p:nvSpPr>
        <p:spPr>
          <a:xfrm>
            <a:off x="1227709" y="2355726"/>
            <a:ext cx="2226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With “God View”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1B47F-5D7B-4013-987B-BEC1640360C8}"/>
              </a:ext>
            </a:extLst>
          </p:cNvPr>
          <p:cNvSpPr txBox="1"/>
          <p:nvPr/>
        </p:nvSpPr>
        <p:spPr>
          <a:xfrm>
            <a:off x="4668518" y="2283718"/>
            <a:ext cx="39359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Without “God View”</a:t>
            </a:r>
          </a:p>
          <a:p>
            <a:pPr algn="ctr"/>
            <a:r>
              <a:rPr lang="en-GB" sz="1200" b="0" dirty="0"/>
              <a:t>(People can only communicate with those who standing directly in front and behind 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77A10-C1B0-4802-90EA-4FF2F75746BB}"/>
              </a:ext>
            </a:extLst>
          </p:cNvPr>
          <p:cNvSpPr txBox="1"/>
          <p:nvPr/>
        </p:nvSpPr>
        <p:spPr>
          <a:xfrm>
            <a:off x="1098077" y="3147814"/>
            <a:ext cx="2376257" cy="461665"/>
          </a:xfrm>
          <a:prstGeom prst="rect">
            <a:avLst/>
          </a:prstGeom>
          <a:ln w="952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0">
                <a:solidFill>
                  <a:schemeClr val="tx1">
                    <a:lumMod val="95000"/>
                    <a:lumOff val="5000"/>
                  </a:schemeClr>
                </a:solidFill>
              </a:rPr>
              <a:t>Start counting until you reach the beginning of the queue.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3A804-EE0F-419A-9E84-AF4015E3115D}"/>
              </a:ext>
            </a:extLst>
          </p:cNvPr>
          <p:cNvSpPr txBox="1"/>
          <p:nvPr/>
        </p:nvSpPr>
        <p:spPr>
          <a:xfrm>
            <a:off x="293331" y="3136761"/>
            <a:ext cx="492443" cy="110222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sz="2000"/>
              <a:t>Iteration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5B34C-0F22-41F5-95E8-FCFEE508AEAA}"/>
              </a:ext>
            </a:extLst>
          </p:cNvPr>
          <p:cNvSpPr txBox="1"/>
          <p:nvPr/>
        </p:nvSpPr>
        <p:spPr>
          <a:xfrm>
            <a:off x="8497778" y="3147814"/>
            <a:ext cx="492443" cy="13474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sz="2000"/>
              <a:t>Recursion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CA692D-B29D-4EB0-9C3C-B118DF88DA65}"/>
              </a:ext>
            </a:extLst>
          </p:cNvPr>
          <p:cNvSpPr txBox="1"/>
          <p:nvPr/>
        </p:nvSpPr>
        <p:spPr>
          <a:xfrm>
            <a:off x="4421117" y="3136761"/>
            <a:ext cx="3983296" cy="1569660"/>
          </a:xfrm>
          <a:prstGeom prst="rect">
            <a:avLst/>
          </a:prstGeom>
          <a:ln w="952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1. </a:t>
            </a:r>
            <a:r>
              <a:rPr lang="en-GB" sz="1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Ask people in front of you and see if 	there is another person in front of them.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2. </a:t>
            </a:r>
            <a:r>
              <a:rPr lang="en-GB" sz="1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there isn’t, return the answer “0”. Otherwise,                 	ask that person to repeat Step 1 and </a:t>
            </a:r>
            <a:r>
              <a:rPr lang="en-GB" sz="1200" b="0">
                <a:solidFill>
                  <a:schemeClr val="tx1">
                    <a:lumMod val="95000"/>
                    <a:lumOff val="5000"/>
                  </a:schemeClr>
                </a:solidFill>
              </a:rPr>
              <a:t>wait 	for a response</a:t>
            </a:r>
            <a:r>
              <a:rPr lang="en-GB" sz="1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3. </a:t>
            </a:r>
            <a:r>
              <a:rPr lang="en-GB" sz="1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Once a person receive a response, add 1 and 	pass the answer to those standing behind 	them until the response reaches you. 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E5CB2152-80B1-4C3F-90D3-9B74EE7B6270}"/>
              </a:ext>
            </a:extLst>
          </p:cNvPr>
          <p:cNvCxnSpPr>
            <a:stCxn id="13" idx="0"/>
            <a:endCxn id="11" idx="0"/>
          </p:cNvCxnSpPr>
          <p:nvPr/>
        </p:nvCxnSpPr>
        <p:spPr bwMode="auto">
          <a:xfrm rot="16200000" flipV="1">
            <a:off x="4770242" y="763102"/>
            <a:ext cx="12700" cy="71095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A299CC-8810-49A5-A08B-CAD0DFFE9A0E}"/>
              </a:ext>
            </a:extLst>
          </p:cNvPr>
          <p:cNvSpPr txBox="1"/>
          <p:nvPr/>
        </p:nvSpPr>
        <p:spPr>
          <a:xfrm>
            <a:off x="5007453" y="774497"/>
            <a:ext cx="19447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>
                <a:solidFill>
                  <a:srgbClr val="7030A0"/>
                </a:solidFill>
              </a:rPr>
              <a:t>Any person in front of you?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78088B61-DC4F-4B67-9ABE-3F1147686EC2}"/>
              </a:ext>
            </a:extLst>
          </p:cNvPr>
          <p:cNvCxnSpPr>
            <a:cxnSpLocks/>
            <a:stCxn id="11" idx="0"/>
            <a:endCxn id="14" idx="0"/>
          </p:cNvCxnSpPr>
          <p:nvPr/>
        </p:nvCxnSpPr>
        <p:spPr bwMode="auto">
          <a:xfrm rot="16200000" flipV="1">
            <a:off x="4061335" y="765147"/>
            <a:ext cx="12700" cy="70686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21BC716E-0968-42F0-8907-2148C74218DF}"/>
              </a:ext>
            </a:extLst>
          </p:cNvPr>
          <p:cNvCxnSpPr>
            <a:cxnSpLocks/>
            <a:stCxn id="14" idx="0"/>
            <a:endCxn id="15" idx="0"/>
          </p:cNvCxnSpPr>
          <p:nvPr/>
        </p:nvCxnSpPr>
        <p:spPr bwMode="auto">
          <a:xfrm rot="16200000" flipV="1">
            <a:off x="3352428" y="763102"/>
            <a:ext cx="12700" cy="71095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F718BFF7-8705-41A2-B3F6-0DCDE722DB8C}"/>
              </a:ext>
            </a:extLst>
          </p:cNvPr>
          <p:cNvCxnSpPr>
            <a:cxnSpLocks/>
            <a:stCxn id="15" idx="2"/>
            <a:endCxn id="14" idx="2"/>
          </p:cNvCxnSpPr>
          <p:nvPr/>
        </p:nvCxnSpPr>
        <p:spPr bwMode="auto">
          <a:xfrm rot="16200000" flipH="1">
            <a:off x="3352428" y="1677502"/>
            <a:ext cx="12700" cy="71095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199953-7D8B-40F3-9CF6-F7FC5F4913AA}"/>
              </a:ext>
            </a:extLst>
          </p:cNvPr>
          <p:cNvSpPr txBox="1"/>
          <p:nvPr/>
        </p:nvSpPr>
        <p:spPr>
          <a:xfrm>
            <a:off x="3228774" y="2032977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>
                <a:solidFill>
                  <a:srgbClr val="002060"/>
                </a:solidFill>
              </a:rPr>
              <a:t>0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0D4CEA97-70AD-428D-AD1C-896FF3714E4A}"/>
              </a:ext>
            </a:extLst>
          </p:cNvPr>
          <p:cNvCxnSpPr>
            <a:cxnSpLocks/>
            <a:stCxn id="14" idx="2"/>
            <a:endCxn id="11" idx="2"/>
          </p:cNvCxnSpPr>
          <p:nvPr/>
        </p:nvCxnSpPr>
        <p:spPr bwMode="auto">
          <a:xfrm rot="16200000" flipH="1">
            <a:off x="4061335" y="1679547"/>
            <a:ext cx="12700" cy="70686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F90DACD-44A9-451C-BF42-9242F84E75F4}"/>
              </a:ext>
            </a:extLst>
          </p:cNvPr>
          <p:cNvSpPr txBox="1"/>
          <p:nvPr/>
        </p:nvSpPr>
        <p:spPr>
          <a:xfrm>
            <a:off x="3848135" y="1992905"/>
            <a:ext cx="4138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>
                <a:solidFill>
                  <a:srgbClr val="002060"/>
                </a:solidFill>
              </a:rPr>
              <a:t>0+1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B525A5-6DB4-4180-8A30-FBDD6E7CEBE3}"/>
              </a:ext>
            </a:extLst>
          </p:cNvPr>
          <p:cNvSpPr txBox="1"/>
          <p:nvPr/>
        </p:nvSpPr>
        <p:spPr>
          <a:xfrm>
            <a:off x="4553795" y="1968256"/>
            <a:ext cx="4138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>
                <a:solidFill>
                  <a:srgbClr val="002060"/>
                </a:solidFill>
              </a:rPr>
              <a:t>1+1</a:t>
            </a: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7BE01B6F-FFDE-42E1-B8F5-433C24608D2E}"/>
              </a:ext>
            </a:extLst>
          </p:cNvPr>
          <p:cNvCxnSpPr>
            <a:cxnSpLocks/>
            <a:stCxn id="11" idx="2"/>
            <a:endCxn id="13" idx="2"/>
          </p:cNvCxnSpPr>
          <p:nvPr/>
        </p:nvCxnSpPr>
        <p:spPr bwMode="auto">
          <a:xfrm rot="16200000" flipH="1">
            <a:off x="4770242" y="1677502"/>
            <a:ext cx="12700" cy="71095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A2C18B4-4670-4C93-91DA-E8D00207FDBC}"/>
              </a:ext>
            </a:extLst>
          </p:cNvPr>
          <p:cNvSpPr txBox="1"/>
          <p:nvPr/>
        </p:nvSpPr>
        <p:spPr>
          <a:xfrm>
            <a:off x="4925120" y="2200116"/>
            <a:ext cx="4138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>
                <a:solidFill>
                  <a:srgbClr val="002060"/>
                </a:solidFill>
              </a:rPr>
              <a:t>2+1</a:t>
            </a:r>
          </a:p>
        </p:txBody>
      </p:sp>
    </p:spTree>
    <p:extLst>
      <p:ext uri="{BB962C8B-B14F-4D97-AF65-F5344CB8AC3E}">
        <p14:creationId xmlns:p14="http://schemas.microsoft.com/office/powerpoint/2010/main" val="69684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" grpId="0"/>
      <p:bldP spid="12" grpId="0"/>
      <p:bldP spid="5" grpId="0" animBg="1"/>
      <p:bldP spid="19" grpId="0" animBg="1"/>
      <p:bldP spid="8" grpId="0"/>
      <p:bldP spid="27" grpId="0"/>
      <p:bldP spid="32" grpId="0"/>
      <p:bldP spid="33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9656F1-C742-401D-BFD8-9790C3ED1D9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/>
                  <a:t>Recursion Example 1 – Factorial (</a:t>
                </a:r>
                <a14:m>
                  <m:oMath xmlns:m="http://schemas.openxmlformats.org/officeDocument/2006/math">
                    <m:r>
                      <a:rPr lang="en-GB" sz="2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GB" sz="2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GB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9656F1-C742-401D-BFD8-9790C3ED1D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47" t="-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6519A9-6CDC-4CE4-9D1C-A1B74804D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47614"/>
                <a:ext cx="7772400" cy="1656184"/>
              </a:xfrm>
            </p:spPr>
            <p:txBody>
              <a:bodyPr/>
              <a:lstStyle/>
              <a:p>
                <a:r>
                  <a:rPr lang="en-GB" sz="1600" dirty="0"/>
                  <a:t>The </a:t>
                </a:r>
                <a14:m>
                  <m:oMath xmlns:m="http://schemas.openxmlformats.org/officeDocument/2006/math"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GB" sz="1800" baseline="30000" dirty="0" err="1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</a:t>
                </a:r>
                <a:r>
                  <a:rPr lang="en-GB" sz="1600" dirty="0"/>
                  <a:t> factorial (denoted as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!</m:t>
                    </m:r>
                  </m:oMath>
                </a14:m>
                <a:r>
                  <a:rPr lang="en-GB" sz="1600" dirty="0"/>
                  <a:t>) is calculated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×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×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×… ×1</m:t>
                      </m:r>
                    </m:oMath>
                  </m:oMathPara>
                </a14:m>
                <a:endParaRPr lang="en-GB" sz="1800" dirty="0"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GB" sz="1600" dirty="0"/>
                  <a:t>How to implement it with an iteration approach.</a:t>
                </a:r>
              </a:p>
              <a:p>
                <a:r>
                  <a:rPr lang="en-GB" sz="1600" dirty="0"/>
                  <a:t>How to implement it with a recursion approach.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6519A9-6CDC-4CE4-9D1C-A1B74804D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47614"/>
                <a:ext cx="7772400" cy="1656184"/>
              </a:xfrm>
              <a:blipFill>
                <a:blip r:embed="rId4"/>
                <a:stretch>
                  <a:fillRect l="-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DF27BABB-A3B3-29F7-6A93-5A4849F5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15" y="2887929"/>
            <a:ext cx="3100710" cy="11695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IterationApproach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--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*=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result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9F3ACF1-6E26-4DF1-47D8-D28F11366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04" y="2610930"/>
            <a:ext cx="4853883" cy="55399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?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RecursionApproach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4200EE9-85E1-B6EB-D4C8-3479121CE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245" y="3645324"/>
            <a:ext cx="3265715" cy="86177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else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_number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4AF93C-F586-33C6-0E72-627E834FA046}"/>
              </a:ext>
            </a:extLst>
          </p:cNvPr>
          <p:cNvCxnSpPr/>
          <p:nvPr/>
        </p:nvCxnSpPr>
        <p:spPr bwMode="auto">
          <a:xfrm>
            <a:off x="5287020" y="2949456"/>
            <a:ext cx="206257" cy="6462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7907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EB6D3CC-F9F9-4825-9279-960BA8EE7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124714"/>
            <a:ext cx="4194212" cy="106182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class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Main 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private static final int 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FACTORIAL_NUMBER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4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static void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main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args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lang="en-US" altLang="en-US" sz="900" i="1" dirty="0">
                <a:solidFill>
                  <a:srgbClr val="660E7A"/>
                </a:solidFill>
                <a:latin typeface="Arial Unicode MS"/>
                <a:ea typeface="JetBrains Mono"/>
              </a:rPr>
              <a:t> 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Factorial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myFactorial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=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Factorial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value2 =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myFactorial.RecursionApproach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(FACTORIAL_NUMBER)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lang="en-US" altLang="en-US" sz="900" b="0" dirty="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F7E762E-07DA-4EE8-AFC7-27CAB1577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2064445"/>
            <a:ext cx="4067944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==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: _number *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-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DB862-8EC7-4019-AA96-2DF874958663}"/>
              </a:ext>
            </a:extLst>
          </p:cNvPr>
          <p:cNvSpPr txBox="1"/>
          <p:nvPr/>
        </p:nvSpPr>
        <p:spPr>
          <a:xfrm>
            <a:off x="4526868" y="442204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4B23B1-B5D6-438E-BF16-12027ECE99BA}"/>
              </a:ext>
            </a:extLst>
          </p:cNvPr>
          <p:cNvSpPr txBox="1"/>
          <p:nvPr/>
        </p:nvSpPr>
        <p:spPr>
          <a:xfrm>
            <a:off x="4362072" y="187901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DBBA489-DBD5-436C-A4F3-7008B5567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87" y="2873294"/>
            <a:ext cx="4067944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==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: _number *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-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CA4995-0268-46D9-A42B-33CEB9142DC8}"/>
              </a:ext>
            </a:extLst>
          </p:cNvPr>
          <p:cNvCxnSpPr>
            <a:cxnSpLocks/>
          </p:cNvCxnSpPr>
          <p:nvPr/>
        </p:nvCxnSpPr>
        <p:spPr bwMode="auto">
          <a:xfrm flipH="1">
            <a:off x="4716016" y="2424485"/>
            <a:ext cx="1152128" cy="52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29FE0B-D4A7-4048-BC03-057E7FBD29C9}"/>
              </a:ext>
            </a:extLst>
          </p:cNvPr>
          <p:cNvSpPr txBox="1"/>
          <p:nvPr/>
        </p:nvSpPr>
        <p:spPr>
          <a:xfrm>
            <a:off x="4184576" y="2390274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AA6411-6A78-4A27-81AC-2989A92A8AC9}"/>
              </a:ext>
            </a:extLst>
          </p:cNvPr>
          <p:cNvSpPr txBox="1"/>
          <p:nvPr/>
        </p:nvSpPr>
        <p:spPr>
          <a:xfrm>
            <a:off x="5912768" y="2391758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2707B5-4D9F-4A2B-A283-CE5DF00AFB55}"/>
              </a:ext>
            </a:extLst>
          </p:cNvPr>
          <p:cNvSpPr txBox="1"/>
          <p:nvPr/>
        </p:nvSpPr>
        <p:spPr>
          <a:xfrm>
            <a:off x="4362072" y="270831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86DBAD-B474-4614-8899-3BBAC3939367}"/>
              </a:ext>
            </a:extLst>
          </p:cNvPr>
          <p:cNvSpPr txBox="1"/>
          <p:nvPr/>
        </p:nvSpPr>
        <p:spPr>
          <a:xfrm>
            <a:off x="4184303" y="3223752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BED028-7B5C-4D18-A24F-94E59445B0CD}"/>
              </a:ext>
            </a:extLst>
          </p:cNvPr>
          <p:cNvSpPr txBox="1"/>
          <p:nvPr/>
        </p:nvSpPr>
        <p:spPr>
          <a:xfrm>
            <a:off x="5912768" y="3223751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0FBA7D01-527D-4BA8-BA8F-CB5CD5533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210" y="3665382"/>
            <a:ext cx="4067944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==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: _number *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-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B6A207-09BA-4B8C-9D4A-A4352C2DACAB}"/>
              </a:ext>
            </a:extLst>
          </p:cNvPr>
          <p:cNvSpPr txBox="1"/>
          <p:nvPr/>
        </p:nvSpPr>
        <p:spPr>
          <a:xfrm>
            <a:off x="4371795" y="3500404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E2EBB-A4D5-45B2-920A-C07706C9066E}"/>
              </a:ext>
            </a:extLst>
          </p:cNvPr>
          <p:cNvSpPr txBox="1"/>
          <p:nvPr/>
        </p:nvSpPr>
        <p:spPr>
          <a:xfrm>
            <a:off x="3226160" y="4016152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EBA66D-EA15-48BA-8CB4-B55ADDA7E806}"/>
              </a:ext>
            </a:extLst>
          </p:cNvPr>
          <p:cNvCxnSpPr>
            <a:cxnSpLocks/>
          </p:cNvCxnSpPr>
          <p:nvPr/>
        </p:nvCxnSpPr>
        <p:spPr bwMode="auto">
          <a:xfrm flipH="1">
            <a:off x="4716016" y="3246928"/>
            <a:ext cx="1165845" cy="4996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0BEE6D1-18E7-4F35-8A5A-2AB4DC6D7CB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479431" y="3219902"/>
            <a:ext cx="9723" cy="720000"/>
          </a:xfrm>
          <a:prstGeom prst="bentConnector3">
            <a:avLst>
              <a:gd name="adj1" fmla="val -235112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EAC5933-497A-4EFF-9496-176917C4B321}"/>
              </a:ext>
            </a:extLst>
          </p:cNvPr>
          <p:cNvSpPr txBox="1"/>
          <p:nvPr/>
        </p:nvSpPr>
        <p:spPr>
          <a:xfrm>
            <a:off x="6690028" y="3446654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/>
              <a:t>return 1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046A3041-F862-4ECB-9498-654558007F9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496881" y="2427814"/>
            <a:ext cx="9723" cy="720000"/>
          </a:xfrm>
          <a:prstGeom prst="bentConnector3">
            <a:avLst>
              <a:gd name="adj1" fmla="val -235112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30B3C34-5326-468A-A28A-5259EAD0468D}"/>
              </a:ext>
            </a:extLst>
          </p:cNvPr>
          <p:cNvSpPr txBox="1"/>
          <p:nvPr/>
        </p:nvSpPr>
        <p:spPr>
          <a:xfrm>
            <a:off x="6690028" y="2685569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/>
              <a:t>return 2 * 1</a:t>
            </a:r>
          </a:p>
        </p:txBody>
      </p:sp>
      <p:sp>
        <p:nvSpPr>
          <p:cNvPr id="69" name="Rectangle 3">
            <a:extLst>
              <a:ext uri="{FF2B5EF4-FFF2-40B4-BE49-F238E27FC236}">
                <a16:creationId xmlns:a16="http://schemas.microsoft.com/office/drawing/2014/main" id="{698BDEEA-D262-4901-BE12-3504516CD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1278136"/>
            <a:ext cx="4067944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==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: _number *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_number -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92BCAA-1503-4D14-9FC4-CC042E917DA9}"/>
              </a:ext>
            </a:extLst>
          </p:cNvPr>
          <p:cNvSpPr txBox="1"/>
          <p:nvPr/>
        </p:nvSpPr>
        <p:spPr>
          <a:xfrm>
            <a:off x="4362072" y="109321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3E5A89-D435-4532-8D9E-B2260243E6F0}"/>
              </a:ext>
            </a:extLst>
          </p:cNvPr>
          <p:cNvSpPr txBox="1"/>
          <p:nvPr/>
        </p:nvSpPr>
        <p:spPr>
          <a:xfrm>
            <a:off x="4184576" y="1603965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51D0D7-0D59-4003-9505-1A6BADAD1AC9}"/>
              </a:ext>
            </a:extLst>
          </p:cNvPr>
          <p:cNvSpPr txBox="1"/>
          <p:nvPr/>
        </p:nvSpPr>
        <p:spPr>
          <a:xfrm>
            <a:off x="5912768" y="1605449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589A1E-B3EF-49D1-A721-2F27013FE1CA}"/>
              </a:ext>
            </a:extLst>
          </p:cNvPr>
          <p:cNvCxnSpPr>
            <a:cxnSpLocks/>
          </p:cNvCxnSpPr>
          <p:nvPr/>
        </p:nvCxnSpPr>
        <p:spPr bwMode="auto">
          <a:xfrm>
            <a:off x="4786040" y="871576"/>
            <a:ext cx="0" cy="4678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B073C9A-6A66-4E1E-8334-444F9F1EF3BE}"/>
              </a:ext>
            </a:extLst>
          </p:cNvPr>
          <p:cNvCxnSpPr>
            <a:cxnSpLocks/>
          </p:cNvCxnSpPr>
          <p:nvPr/>
        </p:nvCxnSpPr>
        <p:spPr bwMode="auto">
          <a:xfrm flipH="1">
            <a:off x="4716016" y="1604086"/>
            <a:ext cx="1152128" cy="5214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D974446D-3720-41BB-9F18-B0BB0D9DDDE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512899" y="1563718"/>
            <a:ext cx="9723" cy="720000"/>
          </a:xfrm>
          <a:prstGeom prst="bentConnector3">
            <a:avLst>
              <a:gd name="adj1" fmla="val -235112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A99B306-1DA9-4E1F-9760-123874689768}"/>
              </a:ext>
            </a:extLst>
          </p:cNvPr>
          <p:cNvSpPr txBox="1"/>
          <p:nvPr/>
        </p:nvSpPr>
        <p:spPr>
          <a:xfrm>
            <a:off x="6690028" y="1821473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/>
              <a:t>return 3 * 2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32372C22-981B-4DB9-B369-4B5DD2DD0F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508104" y="771630"/>
            <a:ext cx="1025860" cy="720000"/>
          </a:xfrm>
          <a:prstGeom prst="bentConnector3">
            <a:avLst>
              <a:gd name="adj1" fmla="val -2228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9733978-4A4A-4911-B9D7-FF9B684CF555}"/>
              </a:ext>
            </a:extLst>
          </p:cNvPr>
          <p:cNvSpPr txBox="1"/>
          <p:nvPr/>
        </p:nvSpPr>
        <p:spPr>
          <a:xfrm>
            <a:off x="6690028" y="982395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/>
              <a:t>return 4 *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5EB40-9C3E-4B9F-A11B-43F5990E850C}"/>
              </a:ext>
            </a:extLst>
          </p:cNvPr>
          <p:cNvSpPr txBox="1"/>
          <p:nvPr/>
        </p:nvSpPr>
        <p:spPr>
          <a:xfrm>
            <a:off x="83622" y="3127209"/>
            <a:ext cx="217511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Base case </a:t>
            </a:r>
            <a:r>
              <a:rPr lang="en-GB" sz="1400" b="0" dirty="0"/>
              <a:t>– where our recursion will directly provide results without breaking it again into sub-problem(s).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B7D4E1-7D56-4A83-9905-5DECFA7C8787}"/>
              </a:ext>
            </a:extLst>
          </p:cNvPr>
          <p:cNvCxnSpPr>
            <a:cxnSpLocks/>
            <a:stCxn id="2" idx="3"/>
            <a:endCxn id="27" idx="1"/>
          </p:cNvCxnSpPr>
          <p:nvPr/>
        </p:nvCxnSpPr>
        <p:spPr bwMode="auto">
          <a:xfrm>
            <a:off x="2258734" y="3711985"/>
            <a:ext cx="162476" cy="2073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E31391-2974-F220-2249-EF65E5DD412D}"/>
              </a:ext>
            </a:extLst>
          </p:cNvPr>
          <p:cNvSpPr txBox="1"/>
          <p:nvPr/>
        </p:nvSpPr>
        <p:spPr>
          <a:xfrm>
            <a:off x="151417" y="2002126"/>
            <a:ext cx="148790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Recursive case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92EF17-B7D1-56F4-6BEE-FB744365F0D7}"/>
              </a:ext>
            </a:extLst>
          </p:cNvPr>
          <p:cNvCxnSpPr>
            <a:cxnSpLocks/>
            <a:stCxn id="11" idx="3"/>
            <a:endCxn id="69" idx="1"/>
          </p:cNvCxnSpPr>
          <p:nvPr/>
        </p:nvCxnSpPr>
        <p:spPr bwMode="auto">
          <a:xfrm flipV="1">
            <a:off x="1639325" y="1532052"/>
            <a:ext cx="772435" cy="6239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7EFF64-5969-C23C-3AB9-F0F965BC374A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 bwMode="auto">
          <a:xfrm>
            <a:off x="1639325" y="2156015"/>
            <a:ext cx="772435" cy="1623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9756CEF-9348-C773-84C0-77314344BE7E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 bwMode="auto">
          <a:xfrm>
            <a:off x="1639325" y="2156015"/>
            <a:ext cx="772162" cy="9711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8075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6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57" grpId="0"/>
      <p:bldP spid="64" grpId="0"/>
      <p:bldP spid="69" grpId="0" animBg="1"/>
      <p:bldP spid="70" grpId="0" animBg="1"/>
      <p:bldP spid="71" grpId="0" animBg="1"/>
      <p:bldP spid="72" grpId="0" animBg="1"/>
      <p:bldP spid="81" grpId="0"/>
      <p:bldP spid="85" grpId="0"/>
      <p:bldP spid="2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C0AD-2BFF-4ADA-AE4B-CA9ED59D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Example 1 = Factorial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FCD12D-68DF-4FEE-99D5-E790DAD15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179525"/>
            <a:ext cx="5279123" cy="3298345"/>
          </a:xfrm>
        </p:spPr>
        <p:txBody>
          <a:bodyPr/>
          <a:lstStyle/>
          <a:p>
            <a:r>
              <a:rPr lang="en-GB" sz="1400" dirty="0"/>
              <a:t>At the kernel/JVM level, information about the recursion operation, such as the current state of the control flow and local variables, is stored in the call stack.</a:t>
            </a:r>
          </a:p>
          <a:p>
            <a:r>
              <a:rPr lang="en-GB" sz="1400" dirty="0"/>
              <a:t>When the recursion is called, a memory space will be allocated to it on the stack.</a:t>
            </a:r>
          </a:p>
          <a:p>
            <a:r>
              <a:rPr lang="en-GB" sz="1400" dirty="0"/>
              <a:t>A new stack will be created during the recursion process, and will be put on the top of the call stack.</a:t>
            </a:r>
          </a:p>
          <a:p>
            <a:r>
              <a:rPr lang="en-GB" sz="1400" dirty="0"/>
              <a:t>Additional memories will be allocated to each new stack created during the recursion, and will be used to store a different copy of local variables within these stacks.</a:t>
            </a:r>
          </a:p>
          <a:p>
            <a:r>
              <a:rPr lang="en-GB" sz="1400" dirty="0"/>
              <a:t>When the base case is reached, the function returns the value to its caller, and the associated memory will be de-allocated.</a:t>
            </a:r>
          </a:p>
          <a:p>
            <a:endParaRPr lang="en-GB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125B338-CC22-4A36-8F4B-4FBC5725AF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7166870"/>
              </p:ext>
            </p:extLst>
          </p:nvPr>
        </p:nvGraphicFramePr>
        <p:xfrm>
          <a:off x="6884893" y="1295605"/>
          <a:ext cx="974913" cy="3056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ABEB442-654F-4FCB-A85E-1A805F5D8313}"/>
              </a:ext>
            </a:extLst>
          </p:cNvPr>
          <p:cNvSpPr txBox="1"/>
          <p:nvPr/>
        </p:nvSpPr>
        <p:spPr>
          <a:xfrm>
            <a:off x="6819152" y="4393436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0"/>
              <a:t>Call Stack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217CEA-DD9C-450F-A0B8-0D2F488CC344}"/>
              </a:ext>
            </a:extLst>
          </p:cNvPr>
          <p:cNvCxnSpPr/>
          <p:nvPr/>
        </p:nvCxnSpPr>
        <p:spPr bwMode="auto">
          <a:xfrm flipV="1">
            <a:off x="6676465" y="1295605"/>
            <a:ext cx="0" cy="30043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D46BBF-A226-401B-AAB4-580763792F46}"/>
              </a:ext>
            </a:extLst>
          </p:cNvPr>
          <p:cNvSpPr txBox="1"/>
          <p:nvPr/>
        </p:nvSpPr>
        <p:spPr>
          <a:xfrm flipV="1">
            <a:off x="6172142" y="1810305"/>
            <a:ext cx="400110" cy="20415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sz="1400" b="0"/>
              <a:t>Order of the function call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A2CE3E-662C-4676-B326-B6F3E6BDF4FC}"/>
              </a:ext>
            </a:extLst>
          </p:cNvPr>
          <p:cNvCxnSpPr/>
          <p:nvPr/>
        </p:nvCxnSpPr>
        <p:spPr bwMode="auto">
          <a:xfrm>
            <a:off x="8041341" y="1321609"/>
            <a:ext cx="0" cy="30043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433A83-0D7D-4081-BD9B-930D98CD7662}"/>
              </a:ext>
            </a:extLst>
          </p:cNvPr>
          <p:cNvSpPr txBox="1"/>
          <p:nvPr/>
        </p:nvSpPr>
        <p:spPr>
          <a:xfrm>
            <a:off x="8148919" y="2042267"/>
            <a:ext cx="400110" cy="174182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GB" sz="1400" b="0" dirty="0"/>
              <a:t>Order of value return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B70466-6C4D-4CA3-A30C-F6890D661C92}"/>
              </a:ext>
            </a:extLst>
          </p:cNvPr>
          <p:cNvSpPr txBox="1"/>
          <p:nvPr/>
        </p:nvSpPr>
        <p:spPr>
          <a:xfrm>
            <a:off x="6222033" y="823836"/>
            <a:ext cx="2300630" cy="3385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sz="1600" b="0"/>
              <a:t>Last In First Out (LIFO)</a:t>
            </a:r>
          </a:p>
        </p:txBody>
      </p:sp>
    </p:spTree>
    <p:extLst>
      <p:ext uri="{BB962C8B-B14F-4D97-AF65-F5344CB8AC3E}">
        <p14:creationId xmlns:p14="http://schemas.microsoft.com/office/powerpoint/2010/main" val="253850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56F1-C742-401D-BFD8-9790C3ED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/>
              <a:t>Recursion Example 2 – Fibonacci </a:t>
            </a:r>
            <a:r>
              <a:rPr lang="en-GB" sz="2400" strike="sngStrike"/>
              <a:t>Sequence</a:t>
            </a:r>
            <a:r>
              <a:rPr lang="en-GB" sz="2400"/>
              <a:t> Rabbit</a:t>
            </a:r>
          </a:p>
        </p:txBody>
      </p:sp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35A78BDC-8C1E-4F0D-A37F-1F43FCFD0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963811"/>
            <a:ext cx="5061181" cy="379588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C51949-8D80-4BCA-9DDB-F75895D818CF}"/>
              </a:ext>
            </a:extLst>
          </p:cNvPr>
          <p:cNvCxnSpPr/>
          <p:nvPr/>
        </p:nvCxnSpPr>
        <p:spPr bwMode="auto">
          <a:xfrm>
            <a:off x="2771800" y="1563638"/>
            <a:ext cx="511256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98C03C-9A3B-4746-9BD3-7A2ABE1FA37F}"/>
              </a:ext>
            </a:extLst>
          </p:cNvPr>
          <p:cNvCxnSpPr/>
          <p:nvPr/>
        </p:nvCxnSpPr>
        <p:spPr bwMode="auto">
          <a:xfrm>
            <a:off x="2771800" y="2211710"/>
            <a:ext cx="511256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B69A1B-66A4-41D8-B903-A21E60DF54DB}"/>
              </a:ext>
            </a:extLst>
          </p:cNvPr>
          <p:cNvCxnSpPr/>
          <p:nvPr/>
        </p:nvCxnSpPr>
        <p:spPr bwMode="auto">
          <a:xfrm>
            <a:off x="2771800" y="2861754"/>
            <a:ext cx="511256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DE3719-5069-457F-91F0-8D129EB2593B}"/>
              </a:ext>
            </a:extLst>
          </p:cNvPr>
          <p:cNvCxnSpPr/>
          <p:nvPr/>
        </p:nvCxnSpPr>
        <p:spPr bwMode="auto">
          <a:xfrm>
            <a:off x="2771800" y="3507854"/>
            <a:ext cx="511256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F499A8-544B-4E51-AAF8-5342CFA907FB}"/>
              </a:ext>
            </a:extLst>
          </p:cNvPr>
          <p:cNvCxnSpPr/>
          <p:nvPr/>
        </p:nvCxnSpPr>
        <p:spPr bwMode="auto">
          <a:xfrm>
            <a:off x="2771800" y="4155926"/>
            <a:ext cx="511256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6C4782-BA16-4DEE-9067-3C5D6B48571B}"/>
              </a:ext>
            </a:extLst>
          </p:cNvPr>
          <p:cNvSpPr txBox="1"/>
          <p:nvPr/>
        </p:nvSpPr>
        <p:spPr>
          <a:xfrm>
            <a:off x="7618036" y="1083978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rgbClr val="FF0000"/>
                </a:solidFill>
              </a:rPr>
              <a:t>Month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1141D-A382-4272-8376-93FE6DBD735A}"/>
              </a:ext>
            </a:extLst>
          </p:cNvPr>
          <p:cNvSpPr txBox="1"/>
          <p:nvPr/>
        </p:nvSpPr>
        <p:spPr>
          <a:xfrm>
            <a:off x="7618036" y="1682394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rgbClr val="FF0000"/>
                </a:solidFill>
              </a:rPr>
              <a:t>Month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13CE7-D94C-418D-B471-B2400C852172}"/>
              </a:ext>
            </a:extLst>
          </p:cNvPr>
          <p:cNvSpPr txBox="1"/>
          <p:nvPr/>
        </p:nvSpPr>
        <p:spPr>
          <a:xfrm>
            <a:off x="7623120" y="2332438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rgbClr val="FF0000"/>
                </a:solidFill>
              </a:rPr>
              <a:t>Month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6DA202-5A38-4C4C-B776-EB9E3AE00AE8}"/>
              </a:ext>
            </a:extLst>
          </p:cNvPr>
          <p:cNvSpPr txBox="1"/>
          <p:nvPr/>
        </p:nvSpPr>
        <p:spPr>
          <a:xfrm>
            <a:off x="7623120" y="2988109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rgbClr val="FF0000"/>
                </a:solidFill>
              </a:rPr>
              <a:t>Month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E4DFBA-967C-4376-A3A3-410DBC343AC2}"/>
              </a:ext>
            </a:extLst>
          </p:cNvPr>
          <p:cNvSpPr txBox="1"/>
          <p:nvPr/>
        </p:nvSpPr>
        <p:spPr>
          <a:xfrm>
            <a:off x="7623120" y="3662613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rgbClr val="FF0000"/>
                </a:solidFill>
              </a:rPr>
              <a:t>Month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51F1D-EF7F-47B4-A400-BF31EC5C44EB}"/>
              </a:ext>
            </a:extLst>
          </p:cNvPr>
          <p:cNvSpPr txBox="1"/>
          <p:nvPr/>
        </p:nvSpPr>
        <p:spPr>
          <a:xfrm>
            <a:off x="7623120" y="4308968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rgbClr val="FF0000"/>
                </a:solidFill>
              </a:rPr>
              <a:t>Month 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D60FC8E-FCD4-4C74-AE39-F8C2A6686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91" y="1166380"/>
            <a:ext cx="720080" cy="5113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B4870DE-C2E6-44D6-8B61-69249C717CC9}"/>
              </a:ext>
            </a:extLst>
          </p:cNvPr>
          <p:cNvSpPr txBox="1"/>
          <p:nvPr/>
        </p:nvSpPr>
        <p:spPr>
          <a:xfrm>
            <a:off x="986271" y="1317733"/>
            <a:ext cx="10967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0"/>
              <a:t>Baby Rabbits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CC3B22-EBBC-4B3A-B656-4E5FC6E9D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552" y="1750884"/>
            <a:ext cx="695048" cy="5113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9D7CDD2-515E-49FD-936D-52F1FE3A1E6F}"/>
              </a:ext>
            </a:extLst>
          </p:cNvPr>
          <p:cNvSpPr txBox="1"/>
          <p:nvPr/>
        </p:nvSpPr>
        <p:spPr>
          <a:xfrm>
            <a:off x="986270" y="1851671"/>
            <a:ext cx="10967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0"/>
              <a:t>A</a:t>
            </a:r>
            <a:r>
              <a:rPr lang="en-GB" sz="1200" b="0" err="1"/>
              <a:t>dult</a:t>
            </a:r>
            <a:r>
              <a:rPr lang="en-GB" sz="1200" b="0"/>
              <a:t> Rabbits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E5993D-3E78-486E-A8D6-0FFE63E2AA24}"/>
              </a:ext>
            </a:extLst>
          </p:cNvPr>
          <p:cNvSpPr txBox="1"/>
          <p:nvPr/>
        </p:nvSpPr>
        <p:spPr>
          <a:xfrm>
            <a:off x="199793" y="2553859"/>
            <a:ext cx="2273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1200" b="0"/>
              <a:t>Rule No.1 – Rabbits never die.</a:t>
            </a:r>
            <a:endParaRPr lang="en-GB" sz="1200" b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3E1CFE-46A4-4EEC-83CE-20A623131A29}"/>
              </a:ext>
            </a:extLst>
          </p:cNvPr>
          <p:cNvSpPr txBox="1"/>
          <p:nvPr/>
        </p:nvSpPr>
        <p:spPr>
          <a:xfrm>
            <a:off x="199793" y="2853735"/>
            <a:ext cx="2499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b="0"/>
              <a:t>Rule No.2 – Baby rabbits need a   	month to grow up.</a:t>
            </a:r>
            <a:endParaRPr lang="en-GB" sz="1200" b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2D60D1-F7E4-41E1-B8B0-5D9C3C69DDE2}"/>
              </a:ext>
            </a:extLst>
          </p:cNvPr>
          <p:cNvSpPr txBox="1"/>
          <p:nvPr/>
        </p:nvSpPr>
        <p:spPr>
          <a:xfrm>
            <a:off x="199793" y="3370225"/>
            <a:ext cx="249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b="0"/>
              <a:t>Rule No.3 – Adult rabbits always 	produce one new 	pair (one male, one 	female).   </a:t>
            </a:r>
            <a:endParaRPr lang="en-GB" sz="1200" b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998992-E225-4F4F-A043-488DF8B9DE26}"/>
              </a:ext>
            </a:extLst>
          </p:cNvPr>
          <p:cNvSpPr txBox="1"/>
          <p:nvPr/>
        </p:nvSpPr>
        <p:spPr>
          <a:xfrm>
            <a:off x="2987824" y="473199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/>
              <a:t>Image Source: </a:t>
            </a:r>
            <a:r>
              <a:rPr lang="en-GB" sz="1100" b="0">
                <a:hlinkClick r:id="rId6"/>
              </a:rPr>
              <a:t>https://en.wikipedia.org/wiki/File:FibonacciRabbit.svg</a:t>
            </a:r>
            <a:endParaRPr lang="en-GB" sz="1100" b="0"/>
          </a:p>
        </p:txBody>
      </p:sp>
    </p:spTree>
    <p:extLst>
      <p:ext uri="{BB962C8B-B14F-4D97-AF65-F5344CB8AC3E}">
        <p14:creationId xmlns:p14="http://schemas.microsoft.com/office/powerpoint/2010/main" val="619548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2212-172A-4DEB-9282-11C1EB13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Recursion Example 2 – Fibonacci Sequence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794488-4553-4F4C-89D5-075FC4A8A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347787"/>
            <a:ext cx="7772400" cy="1775096"/>
          </a:xfrm>
        </p:spPr>
        <p:txBody>
          <a:bodyPr/>
          <a:lstStyle/>
          <a:p>
            <a:r>
              <a:rPr lang="en-GB" dirty="0"/>
              <a:t>Fibonacci Sequence:</a:t>
            </a:r>
          </a:p>
          <a:p>
            <a:pPr marL="0" indent="0">
              <a:buNone/>
            </a:pPr>
            <a:r>
              <a:rPr lang="en-GB" dirty="0"/>
              <a:t>     1, 1, 2, 3, 5, 8, 13, 21, 34, 55, 89, 144, ...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Calculation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5031-F519-4D1E-9781-AD3B5A34B0F8}"/>
                  </a:ext>
                </a:extLst>
              </p:cNvPr>
              <p:cNvSpPr txBox="1"/>
              <p:nvPr/>
            </p:nvSpPr>
            <p:spPr>
              <a:xfrm>
                <a:off x="2843808" y="2391768"/>
                <a:ext cx="4572000" cy="572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1,  &amp;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sz="1400" i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,  &amp;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&gt;2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5031-F519-4D1E-9781-AD3B5A34B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2391768"/>
                <a:ext cx="4572000" cy="572914"/>
              </a:xfrm>
              <a:prstGeom prst="rect">
                <a:avLst/>
              </a:prstGeom>
              <a:blipFill>
                <a:blip r:embed="rId2"/>
                <a:stretch>
                  <a:fillRect t="-179787" b="-26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C5C61D-DBDC-4837-BC38-019A61E07808}"/>
              </a:ext>
            </a:extLst>
          </p:cNvPr>
          <p:cNvSpPr txBox="1"/>
          <p:nvPr/>
        </p:nvSpPr>
        <p:spPr>
          <a:xfrm>
            <a:off x="5863432" y="3266909"/>
            <a:ext cx="23042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0" dirty="0"/>
              <a:t>Iteration Approach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7E9E50-CBB6-439D-8B65-28941EBC0A21}"/>
              </a:ext>
            </a:extLst>
          </p:cNvPr>
          <p:cNvSpPr txBox="1"/>
          <p:nvPr/>
        </p:nvSpPr>
        <p:spPr>
          <a:xfrm>
            <a:off x="864345" y="3266909"/>
            <a:ext cx="2952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0" dirty="0"/>
              <a:t>Recursion Approach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BA4BB4D-CA5E-942B-D97D-0CC57A384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951" y="3605463"/>
            <a:ext cx="3602529" cy="13234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IterationApproach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long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valueArray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new long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valueArray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valueArray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++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valueArray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valueArray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valueArray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valueArray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24C48E-7EB0-602E-BF50-093D828FC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605463"/>
            <a:ext cx="3890442" cy="70788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||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?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RecursionApproach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_index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-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4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95CD-E6B3-48E6-B777-48609A31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Iteration VS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D59A-7DEC-4F39-8641-3D23E5C23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357051"/>
          </a:xfrm>
        </p:spPr>
        <p:txBody>
          <a:bodyPr/>
          <a:lstStyle/>
          <a:p>
            <a:r>
              <a:rPr lang="en-GB" dirty="0"/>
              <a:t>Recursion is such an elegant approach, should we use it whenever we can?</a:t>
            </a:r>
          </a:p>
          <a:p>
            <a:pPr lvl="1"/>
            <a:r>
              <a:rPr lang="en-GB" dirty="0"/>
              <a:t>Let’s compare the performance against Recursion and Iteration.</a:t>
            </a:r>
          </a:p>
          <a:p>
            <a:pPr lvl="1"/>
            <a:r>
              <a:rPr lang="en-GB" dirty="0"/>
              <a:t>When </a:t>
            </a:r>
            <a:r>
              <a:rPr lang="en-GB" sz="1600" dirty="0">
                <a:highlight>
                  <a:srgbClr val="C0C0C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_index</a:t>
            </a:r>
            <a:r>
              <a:rPr lang="en-GB" dirty="0"/>
              <a:t> is small, there is not much difference between recursion and iteration. However, when </a:t>
            </a:r>
            <a:r>
              <a:rPr lang="en-GB" sz="1600" dirty="0">
                <a:highlight>
                  <a:srgbClr val="C0C0C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_index </a:t>
            </a:r>
            <a:r>
              <a:rPr lang="en-GB" dirty="0"/>
              <a:t>is big, the difference is HUGE!</a:t>
            </a:r>
          </a:p>
          <a:p>
            <a:pPr lvl="1"/>
            <a:r>
              <a:rPr lang="en-GB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58105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21B2-5ACD-4D05-863E-2EE0CD1F9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Iteration VS Recursion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089BF9-5A47-4E10-B44F-01D0ACD60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531655"/>
              </p:ext>
            </p:extLst>
          </p:nvPr>
        </p:nvGraphicFramePr>
        <p:xfrm>
          <a:off x="395536" y="1268760"/>
          <a:ext cx="4338077" cy="295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33952F-2D25-4C22-AF2F-2F9B10CB30B0}"/>
                  </a:ext>
                </a:extLst>
              </p:cNvPr>
              <p:cNvSpPr txBox="1"/>
              <p:nvPr/>
            </p:nvSpPr>
            <p:spPr>
              <a:xfrm>
                <a:off x="5298140" y="2303631"/>
                <a:ext cx="315669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𝐶𝑜𝑚𝑝𝑙𝑒𝑥𝑖𝑡𝑦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20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33952F-2D25-4C22-AF2F-2F9B10CB3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140" y="2303631"/>
                <a:ext cx="3156697" cy="40011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0DBEC8F-A7FE-44C7-8120-2636264F2ED6}"/>
              </a:ext>
            </a:extLst>
          </p:cNvPr>
          <p:cNvSpPr txBox="1"/>
          <p:nvPr/>
        </p:nvSpPr>
        <p:spPr>
          <a:xfrm>
            <a:off x="5014601" y="2840633"/>
            <a:ext cx="3886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i="1"/>
              <a:t>Time complexity</a:t>
            </a:r>
            <a:r>
              <a:rPr lang="en-GB" sz="1000"/>
              <a:t> </a:t>
            </a:r>
            <a:r>
              <a:rPr lang="en-GB" sz="1000" b="0"/>
              <a:t>is a function describing the amount of time an algorithm takes in terms of the amount of input to the algorithm. </a:t>
            </a:r>
          </a:p>
        </p:txBody>
      </p:sp>
    </p:spTree>
    <p:extLst>
      <p:ext uri="{BB962C8B-B14F-4D97-AF65-F5344CB8AC3E}">
        <p14:creationId xmlns:p14="http://schemas.microsoft.com/office/powerpoint/2010/main" val="1288293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DA24-76DD-443C-B810-A85C325C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Iteration VS Recursion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BD1A91-A0EA-4962-B16D-5A21C16EB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2252382"/>
            <a:ext cx="3887352" cy="204755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GB" sz="1600" dirty="0"/>
              <a:t>Iteration</a:t>
            </a:r>
          </a:p>
          <a:p>
            <a:r>
              <a:rPr lang="en-GB" sz="1200" dirty="0"/>
              <a:t>Iteration applies to a set of instructions/statements.</a:t>
            </a:r>
          </a:p>
          <a:p>
            <a:r>
              <a:rPr lang="en-GB" sz="1200" dirty="0"/>
              <a:t>An iteration terminates when the loop condition fails.</a:t>
            </a:r>
          </a:p>
          <a:p>
            <a:r>
              <a:rPr lang="en-GB" sz="1200" dirty="0"/>
              <a:t>An iteration does not generate multiple stacks, so in general it is faster and use less memory than recursion.</a:t>
            </a:r>
          </a:p>
          <a:p>
            <a:r>
              <a:rPr lang="en-GB" sz="1200" dirty="0"/>
              <a:t>Iteration makes the coder longer.</a:t>
            </a:r>
          </a:p>
          <a:p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0DB411-4FFB-40F2-ACD7-2BF2E3A5EA86}"/>
              </a:ext>
            </a:extLst>
          </p:cNvPr>
          <p:cNvSpPr txBox="1">
            <a:spLocks/>
          </p:cNvSpPr>
          <p:nvPr/>
        </p:nvSpPr>
        <p:spPr>
          <a:xfrm>
            <a:off x="395536" y="1268761"/>
            <a:ext cx="7772400" cy="7886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sz="1600" b="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65000"/>
              <a:buFont typeface="Wingdings" pitchFamily="2" charset="2"/>
              <a:buChar char="o"/>
              <a:defRPr sz="2800" b="0">
                <a:solidFill>
                  <a:schemeClr val="bg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80000"/>
              <a:buChar char="–"/>
              <a:defRPr sz="2800" b="0">
                <a:solidFill>
                  <a:schemeClr val="bg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90000"/>
              <a:buChar char="»"/>
              <a:defRPr sz="2800" b="0">
                <a:solidFill>
                  <a:schemeClr val="bg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</a:pPr>
            <a:r>
              <a:rPr lang="en-GB" kern="0" dirty="0"/>
              <a:t>Both iteration and recursion repeatedly execute the code, but there are some differences: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8D1DEA9-E84D-4EC4-8583-5EB49C437142}"/>
              </a:ext>
            </a:extLst>
          </p:cNvPr>
          <p:cNvSpPr txBox="1">
            <a:spLocks/>
          </p:cNvSpPr>
          <p:nvPr/>
        </p:nvSpPr>
        <p:spPr>
          <a:xfrm>
            <a:off x="4703079" y="2252382"/>
            <a:ext cx="3887351" cy="20475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sz="1600" b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65000"/>
              <a:buFont typeface="Wingdings" pitchFamily="2" charset="2"/>
              <a:buChar char="o"/>
              <a:defRPr sz="2800" b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80000"/>
              <a:buChar char="–"/>
              <a:defRPr sz="2800" b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90000"/>
              <a:buChar char="»"/>
              <a:defRPr sz="2800" b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GB" sz="1600" kern="0" dirty="0"/>
              <a:t>Recursion</a:t>
            </a:r>
          </a:p>
          <a:p>
            <a:r>
              <a:rPr lang="en-GB" sz="1200" kern="0" dirty="0"/>
              <a:t>Recursion is a process and always applies to a function/method.</a:t>
            </a:r>
          </a:p>
          <a:p>
            <a:r>
              <a:rPr lang="en-GB" sz="1200" kern="0" dirty="0"/>
              <a:t>A recursion terminates when reaches the </a:t>
            </a:r>
            <a:r>
              <a:rPr lang="en-GB" sz="1200" b="1" kern="0" dirty="0"/>
              <a:t>BASE CASE</a:t>
            </a:r>
            <a:r>
              <a:rPr lang="en-GB" sz="1200" kern="0" dirty="0"/>
              <a:t>.</a:t>
            </a:r>
          </a:p>
          <a:p>
            <a:r>
              <a:rPr lang="en-GB" sz="1200" kern="0" dirty="0"/>
              <a:t>Due to the use the stack, recursion is normally slower and use more memory than iteration.</a:t>
            </a:r>
          </a:p>
          <a:p>
            <a:r>
              <a:rPr lang="en-GB" sz="1200" kern="0" dirty="0"/>
              <a:t>Recursion makes the code more compact.</a:t>
            </a:r>
          </a:p>
          <a:p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326253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C83D-262D-4CDE-90DD-D562E938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92B87-B525-4B96-B0B5-5784EC948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 Smart! -- Balance the code size and the performance, and use recursion carefully.</a:t>
            </a:r>
          </a:p>
          <a:p>
            <a:r>
              <a:rPr lang="en-GB" dirty="0"/>
              <a:t>When recursion is necessary, use tail-recursion instead of normal/head recursion.</a:t>
            </a:r>
          </a:p>
          <a:p>
            <a:pPr lvl="1"/>
            <a:r>
              <a:rPr lang="en-GB" dirty="0"/>
              <a:t>Tail-recursion: where the recursive call is the LAST operation executed by the function/method.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958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7394C8B-EFE4-42B3-B29C-926FFFA88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357" y="965155"/>
            <a:ext cx="4367962" cy="106182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class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Main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private static final int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FIBONACCI_NUMBER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4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static void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main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args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lang="en-US" altLang="en-US" sz="900" i="1">
                <a:solidFill>
                  <a:srgbClr val="660E7A"/>
                </a:solidFill>
                <a:latin typeface="Arial Unicode MS"/>
                <a:ea typeface="JetBrains Mono"/>
              </a:rPr>
              <a:t>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Fibonacci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myFibnacci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=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Factorial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value2 =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myFibnacci.ImprovedRA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(FIBONACCI_NUMBER,1,1)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lang="en-US" altLang="en-US" sz="900" b="0">
                <a:solidFill>
                  <a:srgbClr val="000000"/>
                </a:solidFill>
                <a:latin typeface="Arial Unicode MS"/>
                <a:ea typeface="JetBrains Mono"/>
              </a:rPr>
              <a:t>   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F814C56-F677-476C-B2BA-B21F7D710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230" y="2904886"/>
            <a:ext cx="4446199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_index,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_first,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_second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&lt;=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_first :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-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, _second, _first + _second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017E2A-F5A0-4681-94CB-31EC376E335C}"/>
              </a:ext>
            </a:extLst>
          </p:cNvPr>
          <p:cNvSpPr txBox="1"/>
          <p:nvPr/>
        </p:nvSpPr>
        <p:spPr>
          <a:xfrm>
            <a:off x="4759753" y="1323557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AECC6-BC5E-4D34-962A-DA74415DEE43}"/>
              </a:ext>
            </a:extLst>
          </p:cNvPr>
          <p:cNvSpPr txBox="1"/>
          <p:nvPr/>
        </p:nvSpPr>
        <p:spPr>
          <a:xfrm>
            <a:off x="4212455" y="2725172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C00FDCB-00CE-449F-87AE-AD11DA5A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507" y="3713735"/>
            <a:ext cx="4455649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_index,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_first,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_second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&lt;=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_first :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-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, _second, _first + _second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7BAD0C-CE1A-483D-A2D3-7BA942FEABA5}"/>
              </a:ext>
            </a:extLst>
          </p:cNvPr>
          <p:cNvCxnSpPr>
            <a:cxnSpLocks/>
          </p:cNvCxnSpPr>
          <p:nvPr/>
        </p:nvCxnSpPr>
        <p:spPr bwMode="auto">
          <a:xfrm flipH="1">
            <a:off x="5869517" y="3264926"/>
            <a:ext cx="637352" cy="504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353AB64-2B02-4399-9C56-9F5C61D53AE5}"/>
              </a:ext>
            </a:extLst>
          </p:cNvPr>
          <p:cNvSpPr txBox="1"/>
          <p:nvPr/>
        </p:nvSpPr>
        <p:spPr>
          <a:xfrm>
            <a:off x="5184370" y="3224627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2A7CF-2E13-41A7-8841-283FB0663A12}"/>
              </a:ext>
            </a:extLst>
          </p:cNvPr>
          <p:cNvSpPr txBox="1"/>
          <p:nvPr/>
        </p:nvSpPr>
        <p:spPr>
          <a:xfrm>
            <a:off x="6519344" y="3227791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2B534F-BDFE-43F2-8D5F-D92EFB610873}"/>
              </a:ext>
            </a:extLst>
          </p:cNvPr>
          <p:cNvSpPr txBox="1"/>
          <p:nvPr/>
        </p:nvSpPr>
        <p:spPr>
          <a:xfrm>
            <a:off x="4194164" y="3532493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B17143-A564-42F9-9AB9-003F9BE9AECC}"/>
              </a:ext>
            </a:extLst>
          </p:cNvPr>
          <p:cNvSpPr txBox="1"/>
          <p:nvPr/>
        </p:nvSpPr>
        <p:spPr>
          <a:xfrm>
            <a:off x="5183833" y="4038768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889076-2E4B-4437-BD3E-40A617FD2FF4}"/>
              </a:ext>
            </a:extLst>
          </p:cNvPr>
          <p:cNvSpPr txBox="1"/>
          <p:nvPr/>
        </p:nvSpPr>
        <p:spPr>
          <a:xfrm>
            <a:off x="6542404" y="4046090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5E0DB39-9A37-432D-BE36-B62C5A506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507" y="4505823"/>
            <a:ext cx="4465372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_index,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_first,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_second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&lt;=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_first : </a:t>
            </a:r>
            <a:r>
              <a:rPr kumimoji="0" lang="en-US" altLang="en-US" sz="9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- 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, _second, _first + _second</a:t>
            </a: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B4F50E-6945-4F13-80E8-6CEE3731ED29}"/>
              </a:ext>
            </a:extLst>
          </p:cNvPr>
          <p:cNvSpPr txBox="1"/>
          <p:nvPr/>
        </p:nvSpPr>
        <p:spPr>
          <a:xfrm>
            <a:off x="4194315" y="4303095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44EDC-9E46-4427-AC24-43B96D35EA92}"/>
              </a:ext>
            </a:extLst>
          </p:cNvPr>
          <p:cNvSpPr txBox="1"/>
          <p:nvPr/>
        </p:nvSpPr>
        <p:spPr>
          <a:xfrm>
            <a:off x="3484526" y="4836805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D5FFA5E-96B7-4F54-82DC-0E5EB2160F7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18156" y="4060343"/>
            <a:ext cx="9723" cy="720000"/>
          </a:xfrm>
          <a:prstGeom prst="bentConnector3">
            <a:avLst>
              <a:gd name="adj1" fmla="val -235112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F2436D-ADDE-4B11-8D09-2C8B7BDF5C17}"/>
              </a:ext>
            </a:extLst>
          </p:cNvPr>
          <p:cNvSpPr txBox="1"/>
          <p:nvPr/>
        </p:nvSpPr>
        <p:spPr>
          <a:xfrm>
            <a:off x="7328753" y="4287095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/>
              <a:t>return 3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4EF38BF-641C-4835-B41F-8AF76757D1C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35606" y="3268255"/>
            <a:ext cx="9723" cy="720000"/>
          </a:xfrm>
          <a:prstGeom prst="bentConnector3">
            <a:avLst>
              <a:gd name="adj1" fmla="val -235112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BD63900-3BAE-43F5-99F4-1E8E17FBBAA4}"/>
              </a:ext>
            </a:extLst>
          </p:cNvPr>
          <p:cNvSpPr txBox="1"/>
          <p:nvPr/>
        </p:nvSpPr>
        <p:spPr>
          <a:xfrm>
            <a:off x="7328753" y="3526010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/>
              <a:t>return 3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8F7888E-7D6A-4267-B2F5-A0583E66E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507" y="2118577"/>
            <a:ext cx="4455922" cy="5078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public long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_index,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_first,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_second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&lt;=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? _first :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ImprovedRA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_index -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, _second, _first + _second</a:t>
            </a: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3064D3-EF2B-4CA9-91AB-A1F7D5C3DA98}"/>
              </a:ext>
            </a:extLst>
          </p:cNvPr>
          <p:cNvSpPr txBox="1"/>
          <p:nvPr/>
        </p:nvSpPr>
        <p:spPr>
          <a:xfrm>
            <a:off x="4201276" y="1932272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BF9C60-70B8-46EF-84E3-5BDE547E4A08}"/>
              </a:ext>
            </a:extLst>
          </p:cNvPr>
          <p:cNvSpPr txBox="1"/>
          <p:nvPr/>
        </p:nvSpPr>
        <p:spPr>
          <a:xfrm>
            <a:off x="5183833" y="2457207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DACB97-5347-49B6-A60C-129EE3A029E2}"/>
              </a:ext>
            </a:extLst>
          </p:cNvPr>
          <p:cNvSpPr txBox="1"/>
          <p:nvPr/>
        </p:nvSpPr>
        <p:spPr>
          <a:xfrm>
            <a:off x="6551493" y="2445890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5339A26-E0EE-4A5D-8B7C-4A7E85817D97}"/>
              </a:ext>
            </a:extLst>
          </p:cNvPr>
          <p:cNvCxnSpPr>
            <a:cxnSpLocks/>
          </p:cNvCxnSpPr>
          <p:nvPr/>
        </p:nvCxnSpPr>
        <p:spPr bwMode="auto">
          <a:xfrm flipH="1">
            <a:off x="4518395" y="1721880"/>
            <a:ext cx="317119" cy="3966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9C560F-7FE3-4AE3-836A-CC418E8B6017}"/>
              </a:ext>
            </a:extLst>
          </p:cNvPr>
          <p:cNvCxnSpPr>
            <a:cxnSpLocks/>
          </p:cNvCxnSpPr>
          <p:nvPr/>
        </p:nvCxnSpPr>
        <p:spPr bwMode="auto">
          <a:xfrm flipH="1">
            <a:off x="4481008" y="2452688"/>
            <a:ext cx="684585" cy="5275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E7D0701-249C-4200-A140-75646DEB68E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51624" y="2404159"/>
            <a:ext cx="9723" cy="720000"/>
          </a:xfrm>
          <a:prstGeom prst="bentConnector3">
            <a:avLst>
              <a:gd name="adj1" fmla="val -235112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D5AD6D-4055-4D73-96AF-B4447CDDD4B5}"/>
              </a:ext>
            </a:extLst>
          </p:cNvPr>
          <p:cNvSpPr txBox="1"/>
          <p:nvPr/>
        </p:nvSpPr>
        <p:spPr>
          <a:xfrm>
            <a:off x="7328753" y="2661914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 dirty="0"/>
              <a:t>return 3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8736ADC-C91B-4D6B-A1ED-73A04EFECC2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146829" y="1612071"/>
            <a:ext cx="1025860" cy="720000"/>
          </a:xfrm>
          <a:prstGeom prst="bentConnector3">
            <a:avLst>
              <a:gd name="adj1" fmla="val -2228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E780830-C7B2-452A-928D-8DCC5CCAD689}"/>
              </a:ext>
            </a:extLst>
          </p:cNvPr>
          <p:cNvSpPr txBox="1"/>
          <p:nvPr/>
        </p:nvSpPr>
        <p:spPr>
          <a:xfrm>
            <a:off x="7328753" y="1822836"/>
            <a:ext cx="6238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0"/>
              <a:t>return 3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021EF0-145B-4B82-94BD-0E01564FFC9B}"/>
              </a:ext>
            </a:extLst>
          </p:cNvPr>
          <p:cNvCxnSpPr>
            <a:cxnSpLocks/>
          </p:cNvCxnSpPr>
          <p:nvPr/>
        </p:nvCxnSpPr>
        <p:spPr bwMode="auto">
          <a:xfrm flipH="1">
            <a:off x="5084185" y="1721880"/>
            <a:ext cx="449280" cy="4533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F125200-BF63-4D75-8726-78D4C28E2B23}"/>
              </a:ext>
            </a:extLst>
          </p:cNvPr>
          <p:cNvCxnSpPr>
            <a:cxnSpLocks/>
          </p:cNvCxnSpPr>
          <p:nvPr/>
        </p:nvCxnSpPr>
        <p:spPr bwMode="auto">
          <a:xfrm>
            <a:off x="5661212" y="1721880"/>
            <a:ext cx="80673" cy="4719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8F4700E-E874-407F-B856-92BCA3DC8D50}"/>
              </a:ext>
            </a:extLst>
          </p:cNvPr>
          <p:cNvSpPr txBox="1"/>
          <p:nvPr/>
        </p:nvSpPr>
        <p:spPr>
          <a:xfrm>
            <a:off x="5807085" y="244827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937E498-2BE1-4DDF-979A-20D0B66A1E18}"/>
              </a:ext>
            </a:extLst>
          </p:cNvPr>
          <p:cNvCxnSpPr>
            <a:cxnSpLocks/>
          </p:cNvCxnSpPr>
          <p:nvPr/>
        </p:nvCxnSpPr>
        <p:spPr bwMode="auto">
          <a:xfrm flipH="1">
            <a:off x="5091581" y="2443863"/>
            <a:ext cx="684585" cy="5275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779F50A-C7FA-4B2E-BDE9-CD08A43AD2F6}"/>
              </a:ext>
            </a:extLst>
          </p:cNvPr>
          <p:cNvCxnSpPr>
            <a:cxnSpLocks/>
          </p:cNvCxnSpPr>
          <p:nvPr/>
        </p:nvCxnSpPr>
        <p:spPr bwMode="auto">
          <a:xfrm flipH="1">
            <a:off x="5862774" y="2449567"/>
            <a:ext cx="684585" cy="5275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49040F3-DADF-4F75-B56F-A2BBD127C7F9}"/>
              </a:ext>
            </a:extLst>
          </p:cNvPr>
          <p:cNvSpPr txBox="1"/>
          <p:nvPr/>
        </p:nvSpPr>
        <p:spPr>
          <a:xfrm>
            <a:off x="4823028" y="272928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348F6D-DD99-4322-9281-4A3DE3FCD887}"/>
              </a:ext>
            </a:extLst>
          </p:cNvPr>
          <p:cNvSpPr txBox="1"/>
          <p:nvPr/>
        </p:nvSpPr>
        <p:spPr>
          <a:xfrm>
            <a:off x="5588795" y="2732533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1166AD5-40AB-4159-9F14-75B144F000E5}"/>
              </a:ext>
            </a:extLst>
          </p:cNvPr>
          <p:cNvCxnSpPr>
            <a:cxnSpLocks/>
          </p:cNvCxnSpPr>
          <p:nvPr/>
        </p:nvCxnSpPr>
        <p:spPr bwMode="auto">
          <a:xfrm flipH="1">
            <a:off x="4465043" y="3222024"/>
            <a:ext cx="684585" cy="5275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EF2B926-6FDC-46CE-B258-E408331A8CCF}"/>
              </a:ext>
            </a:extLst>
          </p:cNvPr>
          <p:cNvCxnSpPr>
            <a:cxnSpLocks/>
          </p:cNvCxnSpPr>
          <p:nvPr/>
        </p:nvCxnSpPr>
        <p:spPr bwMode="auto">
          <a:xfrm flipH="1">
            <a:off x="5114870" y="3227791"/>
            <a:ext cx="684585" cy="5275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F95D72C-EAB4-497E-8C0A-2F84CCED960C}"/>
              </a:ext>
            </a:extLst>
          </p:cNvPr>
          <p:cNvSpPr txBox="1"/>
          <p:nvPr/>
        </p:nvSpPr>
        <p:spPr>
          <a:xfrm>
            <a:off x="5811930" y="3222382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3E109B-81C1-48CF-8AFD-3670A29A9936}"/>
              </a:ext>
            </a:extLst>
          </p:cNvPr>
          <p:cNvSpPr txBox="1"/>
          <p:nvPr/>
        </p:nvSpPr>
        <p:spPr>
          <a:xfrm>
            <a:off x="4818972" y="3531114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A33157-0CED-4035-9C30-A1088F3C44E3}"/>
              </a:ext>
            </a:extLst>
          </p:cNvPr>
          <p:cNvSpPr txBox="1"/>
          <p:nvPr/>
        </p:nvSpPr>
        <p:spPr>
          <a:xfrm>
            <a:off x="5584004" y="352938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4F5E4B7-149C-4769-B827-9512B896D699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2789" y="4018437"/>
            <a:ext cx="684585" cy="5275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A69D6BE-EAB8-4635-92C1-92D0916D342B}"/>
              </a:ext>
            </a:extLst>
          </p:cNvPr>
          <p:cNvCxnSpPr>
            <a:cxnSpLocks/>
          </p:cNvCxnSpPr>
          <p:nvPr/>
        </p:nvCxnSpPr>
        <p:spPr bwMode="auto">
          <a:xfrm flipH="1">
            <a:off x="5111810" y="4026084"/>
            <a:ext cx="684585" cy="5275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E56AAC8-2195-4BC0-BCB5-7C25A54EFF42}"/>
              </a:ext>
            </a:extLst>
          </p:cNvPr>
          <p:cNvSpPr txBox="1"/>
          <p:nvPr/>
        </p:nvSpPr>
        <p:spPr>
          <a:xfrm>
            <a:off x="5807085" y="4046089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4D4310D-D589-4057-BA60-2E79054D8C4A}"/>
              </a:ext>
            </a:extLst>
          </p:cNvPr>
          <p:cNvCxnSpPr>
            <a:cxnSpLocks/>
          </p:cNvCxnSpPr>
          <p:nvPr/>
        </p:nvCxnSpPr>
        <p:spPr bwMode="auto">
          <a:xfrm flipH="1">
            <a:off x="5871883" y="4054910"/>
            <a:ext cx="637352" cy="5046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830FB56-B470-4091-8156-CB70E097BC7D}"/>
              </a:ext>
            </a:extLst>
          </p:cNvPr>
          <p:cNvSpPr txBox="1"/>
          <p:nvPr/>
        </p:nvSpPr>
        <p:spPr>
          <a:xfrm>
            <a:off x="4818972" y="429974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67842C-3073-46F8-BAE4-1BC095F91E6F}"/>
              </a:ext>
            </a:extLst>
          </p:cNvPr>
          <p:cNvSpPr txBox="1"/>
          <p:nvPr/>
        </p:nvSpPr>
        <p:spPr>
          <a:xfrm>
            <a:off x="5600037" y="4299746"/>
            <a:ext cx="261156" cy="24622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9BCFD52B-4899-4FD5-83DA-548B9E1A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11510"/>
            <a:ext cx="7772400" cy="857250"/>
          </a:xfrm>
        </p:spPr>
        <p:txBody>
          <a:bodyPr/>
          <a:lstStyle/>
          <a:p>
            <a:r>
              <a:rPr lang="en-GB"/>
              <a:t>Tail Recursion</a:t>
            </a:r>
          </a:p>
        </p:txBody>
      </p:sp>
    </p:spTree>
    <p:extLst>
      <p:ext uri="{BB962C8B-B14F-4D97-AF65-F5344CB8AC3E}">
        <p14:creationId xmlns:p14="http://schemas.microsoft.com/office/powerpoint/2010/main" val="8868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7" grpId="0"/>
      <p:bldP spid="29" grpId="0"/>
      <p:bldP spid="30" grpId="0" animBg="1"/>
      <p:bldP spid="31" grpId="0" animBg="1"/>
      <p:bldP spid="32" grpId="0" animBg="1"/>
      <p:bldP spid="33" grpId="0" animBg="1"/>
      <p:bldP spid="37" grpId="0"/>
      <p:bldP spid="39" grpId="0"/>
      <p:bldP spid="50" grpId="0" animBg="1"/>
      <p:bldP spid="54" grpId="0" animBg="1"/>
      <p:bldP spid="55" grpId="0" animBg="1"/>
      <p:bldP spid="59" grpId="0" animBg="1"/>
      <p:bldP spid="60" grpId="0" animBg="1"/>
      <p:bldP spid="61" grpId="0" animBg="1"/>
      <p:bldP spid="65" grpId="0" animBg="1"/>
      <p:bldP spid="67" grpId="0" animBg="1"/>
      <p:bldP spid="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D0DB-D595-444B-B735-EB67A1EF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 &amp; A</a:t>
            </a:r>
          </a:p>
        </p:txBody>
      </p:sp>
      <p:pic>
        <p:nvPicPr>
          <p:cNvPr id="5" name="Content Placeholder 4" descr="Yellow and blue symbols">
            <a:extLst>
              <a:ext uri="{FF2B5EF4-FFF2-40B4-BE49-F238E27FC236}">
                <a16:creationId xmlns:a16="http://schemas.microsoft.com/office/drawing/2014/main" id="{C44561B0-5A23-46D2-B9FB-CB172994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11" y="1347788"/>
            <a:ext cx="3858354" cy="2952750"/>
          </a:xfrm>
        </p:spPr>
      </p:pic>
    </p:spTree>
    <p:extLst>
      <p:ext uri="{BB962C8B-B14F-4D97-AF65-F5344CB8AC3E}">
        <p14:creationId xmlns:p14="http://schemas.microsoft.com/office/powerpoint/2010/main" val="38263087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7683</TotalTime>
  <Words>1648</Words>
  <Application>Microsoft Macintosh PowerPoint</Application>
  <PresentationFormat>On-screen Show (16:9)</PresentationFormat>
  <Paragraphs>168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Unicode MS</vt:lpstr>
      <vt:lpstr>Arial</vt:lpstr>
      <vt:lpstr>Times New Roman</vt:lpstr>
      <vt:lpstr>Georgia</vt:lpstr>
      <vt:lpstr>Cambria Math</vt:lpstr>
      <vt:lpstr>Calibri</vt:lpstr>
      <vt:lpstr>Wingdings</vt:lpstr>
      <vt:lpstr>Default Design</vt:lpstr>
      <vt:lpstr>Object Oriented Programming – Week 9</vt:lpstr>
      <vt:lpstr>PowerPoint Presentation</vt:lpstr>
      <vt:lpstr>What is Recursion?</vt:lpstr>
      <vt:lpstr>What is Recursion?</vt:lpstr>
      <vt:lpstr>PowerPoint Presentation</vt:lpstr>
      <vt:lpstr>Recursion Example 1 – Factorial (n!)</vt:lpstr>
      <vt:lpstr>PowerPoint Presentation</vt:lpstr>
      <vt:lpstr>Recursion Example 1 = Factorial</vt:lpstr>
      <vt:lpstr>Recursion Example 2 – Fibonacci Sequence Rabbit</vt:lpstr>
      <vt:lpstr>Recursion Example 2 – Fibonacci Sequence</vt:lpstr>
      <vt:lpstr>Iteration VS Recursion</vt:lpstr>
      <vt:lpstr>Iteration VS Recursion</vt:lpstr>
      <vt:lpstr>Iteration VS Recursion</vt:lpstr>
      <vt:lpstr>Best Practice</vt:lpstr>
      <vt:lpstr>Tail Recursion</vt:lpstr>
      <vt:lpstr>Q &amp; A</vt:lpstr>
    </vt:vector>
  </TitlesOfParts>
  <Company>The 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and Publications</dc:creator>
  <cp:lastModifiedBy>Archie Powell (Computer Science)</cp:lastModifiedBy>
  <cp:revision>4</cp:revision>
  <cp:lastPrinted>2019-07-31T08:58:40Z</cp:lastPrinted>
  <dcterms:created xsi:type="dcterms:W3CDTF">2005-06-08T11:15:47Z</dcterms:created>
  <dcterms:modified xsi:type="dcterms:W3CDTF">2023-11-17T17:03:41Z</dcterms:modified>
</cp:coreProperties>
</file>