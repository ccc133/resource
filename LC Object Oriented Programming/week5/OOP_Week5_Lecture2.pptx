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42" r:id="rId2"/>
    <p:sldId id="262" r:id="rId3"/>
    <p:sldId id="267" r:id="rId4"/>
    <p:sldId id="345" r:id="rId5"/>
    <p:sldId id="346" r:id="rId6"/>
    <p:sldId id="347" r:id="rId7"/>
    <p:sldId id="348" r:id="rId8"/>
    <p:sldId id="349" r:id="rId9"/>
    <p:sldId id="351" r:id="rId10"/>
    <p:sldId id="350" r:id="rId11"/>
    <p:sldId id="344" r:id="rId12"/>
    <p:sldId id="352" r:id="rId13"/>
    <p:sldId id="355" r:id="rId14"/>
    <p:sldId id="356" r:id="rId15"/>
    <p:sldId id="357" r:id="rId16"/>
    <p:sldId id="316" r:id="rId17"/>
  </p:sldIdLst>
  <p:sldSz cx="9144000" cy="5143500" type="screen16x9"/>
  <p:notesSz cx="9144000" cy="6858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489EBD"/>
    <a:srgbClr val="99FFCC"/>
    <a:srgbClr val="C6680A"/>
    <a:srgbClr val="9F6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787AE-A5F4-40B4-BF71-A47428D5953A}" v="1929" dt="2023-10-25T21:56:49.814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76" y="120"/>
      </p:cViewPr>
      <p:guideLst>
        <p:guide orient="horz" pos="15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zheng Wan" userId="02e35b87-44bd-4455-aecc-56042df92991" providerId="ADAL" clId="{F3959B82-9950-43F8-975E-1FE564E7CA72}"/>
    <pc:docChg chg="custSel modSld">
      <pc:chgData name="Jizheng Wan" userId="02e35b87-44bd-4455-aecc-56042df92991" providerId="ADAL" clId="{F3959B82-9950-43F8-975E-1FE564E7CA72}" dt="2022-11-01T23:40:30.402" v="8" actId="478"/>
      <pc:docMkLst>
        <pc:docMk/>
      </pc:docMkLst>
      <pc:sldChg chg="modSp mod">
        <pc:chgData name="Jizheng Wan" userId="02e35b87-44bd-4455-aecc-56042df92991" providerId="ADAL" clId="{F3959B82-9950-43F8-975E-1FE564E7CA72}" dt="2022-11-01T23:39:56.116" v="2" actId="20577"/>
        <pc:sldMkLst>
          <pc:docMk/>
          <pc:sldMk cId="978461468" sldId="267"/>
        </pc:sldMkLst>
        <pc:spChg chg="mod">
          <ac:chgData name="Jizheng Wan" userId="02e35b87-44bd-4455-aecc-56042df92991" providerId="ADAL" clId="{F3959B82-9950-43F8-975E-1FE564E7CA72}" dt="2022-11-01T23:39:56.116" v="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F3959B82-9950-43F8-975E-1FE564E7CA72}" dt="2022-11-01T23:39:50.704" v="0" actId="6549"/>
        <pc:sldMkLst>
          <pc:docMk/>
          <pc:sldMk cId="364580180" sldId="319"/>
        </pc:sldMkLst>
        <pc:spChg chg="mod">
          <ac:chgData name="Jizheng Wan" userId="02e35b87-44bd-4455-aecc-56042df92991" providerId="ADAL" clId="{F3959B82-9950-43F8-975E-1FE564E7CA72}" dt="2022-11-01T23:39:50.704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delSp mod">
        <pc:chgData name="Jizheng Wan" userId="02e35b87-44bd-4455-aecc-56042df92991" providerId="ADAL" clId="{F3959B82-9950-43F8-975E-1FE564E7CA72}" dt="2022-11-01T23:40:18.809" v="4" actId="478"/>
        <pc:sldMkLst>
          <pc:docMk/>
          <pc:sldMk cId="2774230203" sldId="321"/>
        </pc:sldMkLst>
        <pc:inkChg chg="del">
          <ac:chgData name="Jizheng Wan" userId="02e35b87-44bd-4455-aecc-56042df92991" providerId="ADAL" clId="{F3959B82-9950-43F8-975E-1FE564E7CA72}" dt="2022-11-01T23:40:18.809" v="4" actId="478"/>
          <ac:inkMkLst>
            <pc:docMk/>
            <pc:sldMk cId="2774230203" sldId="321"/>
            <ac:inkMk id="5" creationId="{5D9C3CFE-A64B-0451-616F-2F826039F123}"/>
          </ac:inkMkLst>
        </pc:inkChg>
      </pc:sldChg>
      <pc:sldChg chg="delSp mod">
        <pc:chgData name="Jizheng Wan" userId="02e35b87-44bd-4455-aecc-56042df92991" providerId="ADAL" clId="{F3959B82-9950-43F8-975E-1FE564E7CA72}" dt="2022-11-01T23:40:15.260" v="3" actId="478"/>
        <pc:sldMkLst>
          <pc:docMk/>
          <pc:sldMk cId="585716244" sldId="322"/>
        </pc:sldMkLst>
        <pc:inkChg chg="del">
          <ac:chgData name="Jizheng Wan" userId="02e35b87-44bd-4455-aecc-56042df92991" providerId="ADAL" clId="{F3959B82-9950-43F8-975E-1FE564E7CA72}" dt="2022-11-01T23:40:15.260" v="3" actId="478"/>
          <ac:inkMkLst>
            <pc:docMk/>
            <pc:sldMk cId="585716244" sldId="322"/>
            <ac:inkMk id="6" creationId="{596C9936-815E-BFDB-A85E-619DE24130D2}"/>
          </ac:inkMkLst>
        </pc:inkChg>
      </pc:sldChg>
      <pc:sldChg chg="delSp mod">
        <pc:chgData name="Jizheng Wan" userId="02e35b87-44bd-4455-aecc-56042df92991" providerId="ADAL" clId="{F3959B82-9950-43F8-975E-1FE564E7CA72}" dt="2022-11-01T23:40:22.362" v="5" actId="478"/>
        <pc:sldMkLst>
          <pc:docMk/>
          <pc:sldMk cId="3543225394" sldId="324"/>
        </pc:sldMkLst>
        <pc:inkChg chg="del">
          <ac:chgData name="Jizheng Wan" userId="02e35b87-44bd-4455-aecc-56042df92991" providerId="ADAL" clId="{F3959B82-9950-43F8-975E-1FE564E7CA72}" dt="2022-11-01T23:40:22.362" v="5" actId="478"/>
          <ac:inkMkLst>
            <pc:docMk/>
            <pc:sldMk cId="3543225394" sldId="324"/>
            <ac:inkMk id="5" creationId="{5A8E88AA-CB29-2C3C-6F3B-15D43E62176F}"/>
          </ac:inkMkLst>
        </pc:inkChg>
      </pc:sldChg>
      <pc:sldChg chg="delSp mod">
        <pc:chgData name="Jizheng Wan" userId="02e35b87-44bd-4455-aecc-56042df92991" providerId="ADAL" clId="{F3959B82-9950-43F8-975E-1FE564E7CA72}" dt="2022-11-01T23:40:25.613" v="6" actId="478"/>
        <pc:sldMkLst>
          <pc:docMk/>
          <pc:sldMk cId="2843695421" sldId="328"/>
        </pc:sldMkLst>
        <pc:inkChg chg="del">
          <ac:chgData name="Jizheng Wan" userId="02e35b87-44bd-4455-aecc-56042df92991" providerId="ADAL" clId="{F3959B82-9950-43F8-975E-1FE564E7CA72}" dt="2022-11-01T23:40:25.613" v="6" actId="478"/>
          <ac:inkMkLst>
            <pc:docMk/>
            <pc:sldMk cId="2843695421" sldId="328"/>
            <ac:inkMk id="9" creationId="{DA27154C-09E8-3501-3D3C-E57C7A37A617}"/>
          </ac:inkMkLst>
        </pc:inkChg>
      </pc:sldChg>
      <pc:sldChg chg="delSp mod">
        <pc:chgData name="Jizheng Wan" userId="02e35b87-44bd-4455-aecc-56042df92991" providerId="ADAL" clId="{F3959B82-9950-43F8-975E-1FE564E7CA72}" dt="2022-11-01T23:40:27.787" v="7" actId="478"/>
        <pc:sldMkLst>
          <pc:docMk/>
          <pc:sldMk cId="4236375752" sldId="329"/>
        </pc:sldMkLst>
        <pc:inkChg chg="del">
          <ac:chgData name="Jizheng Wan" userId="02e35b87-44bd-4455-aecc-56042df92991" providerId="ADAL" clId="{F3959B82-9950-43F8-975E-1FE564E7CA72}" dt="2022-11-01T23:40:27.787" v="7" actId="478"/>
          <ac:inkMkLst>
            <pc:docMk/>
            <pc:sldMk cId="4236375752" sldId="329"/>
            <ac:inkMk id="9" creationId="{A2E74113-A377-8A1F-AABE-67769885F0F4}"/>
          </ac:inkMkLst>
        </pc:inkChg>
      </pc:sldChg>
      <pc:sldChg chg="delSp mod">
        <pc:chgData name="Jizheng Wan" userId="02e35b87-44bd-4455-aecc-56042df92991" providerId="ADAL" clId="{F3959B82-9950-43F8-975E-1FE564E7CA72}" dt="2022-11-01T23:40:30.402" v="8" actId="478"/>
        <pc:sldMkLst>
          <pc:docMk/>
          <pc:sldMk cId="1399123181" sldId="330"/>
        </pc:sldMkLst>
        <pc:inkChg chg="del">
          <ac:chgData name="Jizheng Wan" userId="02e35b87-44bd-4455-aecc-56042df92991" providerId="ADAL" clId="{F3959B82-9950-43F8-975E-1FE564E7CA72}" dt="2022-11-01T23:40:30.402" v="8" actId="478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 (Computer Science)" userId="02e35b87-44bd-4455-aecc-56042df92991" providerId="ADAL" clId="{E71AEA3C-0C59-40A7-8579-143F49D6CBEC}"/>
    <pc:docChg chg="undo custSel addSld delSld modSld">
      <pc:chgData name="Jizheng Wan (Computer Science)" userId="02e35b87-44bd-4455-aecc-56042df92991" providerId="ADAL" clId="{E71AEA3C-0C59-40A7-8579-143F49D6CBEC}" dt="2023-10-24T07:59:24.422" v="103" actId="729"/>
      <pc:docMkLst>
        <pc:docMk/>
      </pc:docMkLst>
      <pc:sldChg chg="modSp mod">
        <pc:chgData name="Jizheng Wan (Computer Science)" userId="02e35b87-44bd-4455-aecc-56042df92991" providerId="ADAL" clId="{E71AEA3C-0C59-40A7-8579-143F49D6CBEC}" dt="2023-10-19T14:33:45.163" v="44" actId="20577"/>
        <pc:sldMkLst>
          <pc:docMk/>
          <pc:sldMk cId="3855887011" sldId="262"/>
        </pc:sldMkLst>
        <pc:spChg chg="mod">
          <ac:chgData name="Jizheng Wan (Computer Science)" userId="02e35b87-44bd-4455-aecc-56042df92991" providerId="ADAL" clId="{E71AEA3C-0C59-40A7-8579-143F49D6CBEC}" dt="2023-10-19T13:16:07.207" v="1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 (Computer Science)" userId="02e35b87-44bd-4455-aecc-56042df92991" providerId="ADAL" clId="{E71AEA3C-0C59-40A7-8579-143F49D6CBEC}" dt="2023-10-19T14:33:45.163" v="44" actId="20577"/>
          <ac:spMkLst>
            <pc:docMk/>
            <pc:sldMk cId="3855887011" sldId="262"/>
            <ac:spMk id="6" creationId="{00000000-0000-0000-0000-000000000000}"/>
          </ac:spMkLst>
        </pc:spChg>
      </pc:sldChg>
      <pc:sldChg chg="modSp mod">
        <pc:chgData name="Jizheng Wan (Computer Science)" userId="02e35b87-44bd-4455-aecc-56042df92991" providerId="ADAL" clId="{E71AEA3C-0C59-40A7-8579-143F49D6CBEC}" dt="2023-10-24T07:52:04.926" v="102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E71AEA3C-0C59-40A7-8579-143F49D6CBEC}" dt="2023-10-24T07:52:04.926" v="10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del">
        <pc:chgData name="Jizheng Wan (Computer Science)" userId="02e35b87-44bd-4455-aecc-56042df92991" providerId="ADAL" clId="{E71AEA3C-0C59-40A7-8579-143F49D6CBEC}" dt="2023-10-19T14:32:46.549" v="42" actId="47"/>
        <pc:sldMkLst>
          <pc:docMk/>
          <pc:sldMk cId="4127697669" sldId="283"/>
        </pc:sldMkLst>
      </pc:sldChg>
      <pc:sldChg chg="del">
        <pc:chgData name="Jizheng Wan (Computer Science)" userId="02e35b87-44bd-4455-aecc-56042df92991" providerId="ADAL" clId="{E71AEA3C-0C59-40A7-8579-143F49D6CBEC}" dt="2023-10-19T13:16:02.618" v="0" actId="47"/>
        <pc:sldMkLst>
          <pc:docMk/>
          <pc:sldMk cId="364580180" sldId="319"/>
        </pc:sldMkLst>
      </pc:sldChg>
      <pc:sldChg chg="del">
        <pc:chgData name="Jizheng Wan (Computer Science)" userId="02e35b87-44bd-4455-aecc-56042df92991" providerId="ADAL" clId="{E71AEA3C-0C59-40A7-8579-143F49D6CBEC}" dt="2023-10-19T13:18:50.192" v="9" actId="47"/>
        <pc:sldMkLst>
          <pc:docMk/>
          <pc:sldMk cId="2774230203" sldId="321"/>
        </pc:sldMkLst>
      </pc:sldChg>
      <pc:sldChg chg="modSp add">
        <pc:chgData name="Jizheng Wan (Computer Science)" userId="02e35b87-44bd-4455-aecc-56042df92991" providerId="ADAL" clId="{E71AEA3C-0C59-40A7-8579-143F49D6CBEC}" dt="2023-10-19T14:40:40.043" v="70" actId="113"/>
        <pc:sldMkLst>
          <pc:docMk/>
          <pc:sldMk cId="3843587715" sldId="321"/>
        </pc:sldMkLst>
        <pc:spChg chg="mod">
          <ac:chgData name="Jizheng Wan (Computer Science)" userId="02e35b87-44bd-4455-aecc-56042df92991" providerId="ADAL" clId="{E71AEA3C-0C59-40A7-8579-143F49D6CBEC}" dt="2023-10-19T14:40:40.043" v="70" actId="113"/>
          <ac:spMkLst>
            <pc:docMk/>
            <pc:sldMk cId="3843587715" sldId="321"/>
            <ac:spMk id="3" creationId="{5665319C-A427-497D-AA67-27BD32E5CCDC}"/>
          </ac:spMkLst>
        </pc:spChg>
      </pc:sldChg>
      <pc:sldChg chg="del">
        <pc:chgData name="Jizheng Wan (Computer Science)" userId="02e35b87-44bd-4455-aecc-56042df92991" providerId="ADAL" clId="{E71AEA3C-0C59-40A7-8579-143F49D6CBEC}" dt="2023-10-19T13:18:50.192" v="9" actId="47"/>
        <pc:sldMkLst>
          <pc:docMk/>
          <pc:sldMk cId="585716244" sldId="322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381449344" sldId="322"/>
        </pc:sldMkLst>
      </pc:sldChg>
      <pc:sldChg chg="modSp">
        <pc:chgData name="Jizheng Wan (Computer Science)" userId="02e35b87-44bd-4455-aecc-56042df92991" providerId="ADAL" clId="{E71AEA3C-0C59-40A7-8579-143F49D6CBEC}" dt="2023-10-19T13:52:19.897" v="25" actId="255"/>
        <pc:sldMkLst>
          <pc:docMk/>
          <pc:sldMk cId="3724970255" sldId="323"/>
        </pc:sldMkLst>
        <pc:spChg chg="mod">
          <ac:chgData name="Jizheng Wan (Computer Science)" userId="02e35b87-44bd-4455-aecc-56042df92991" providerId="ADAL" clId="{E71AEA3C-0C59-40A7-8579-143F49D6CBEC}" dt="2023-10-19T13:52:19.897" v="25" actId="255"/>
          <ac:spMkLst>
            <pc:docMk/>
            <pc:sldMk cId="3724970255" sldId="323"/>
            <ac:spMk id="3" creationId="{1905B739-ADE8-406B-B5BB-21B7DCB250D3}"/>
          </ac:spMkLst>
        </pc:spChg>
      </pc:sldChg>
      <pc:sldChg chg="modSp mod">
        <pc:chgData name="Jizheng Wan (Computer Science)" userId="02e35b87-44bd-4455-aecc-56042df92991" providerId="ADAL" clId="{E71AEA3C-0C59-40A7-8579-143F49D6CBEC}" dt="2023-10-19T13:54:36.820" v="41" actId="20577"/>
        <pc:sldMkLst>
          <pc:docMk/>
          <pc:sldMk cId="3543225394" sldId="324"/>
        </pc:sldMkLst>
        <pc:spChg chg="mod">
          <ac:chgData name="Jizheng Wan (Computer Science)" userId="02e35b87-44bd-4455-aecc-56042df92991" providerId="ADAL" clId="{E71AEA3C-0C59-40A7-8579-143F49D6CBEC}" dt="2023-10-19T13:54:36.820" v="41" actId="20577"/>
          <ac:spMkLst>
            <pc:docMk/>
            <pc:sldMk cId="3543225394" sldId="324"/>
            <ac:spMk id="3" creationId="{3B47BD3D-3483-BC81-79B6-BBF347E287DB}"/>
          </ac:spMkLst>
        </pc:spChg>
      </pc:sldChg>
      <pc:sldChg chg="addSp delSp mod modShow">
        <pc:chgData name="Jizheng Wan (Computer Science)" userId="02e35b87-44bd-4455-aecc-56042df92991" providerId="ADAL" clId="{E71AEA3C-0C59-40A7-8579-143F49D6CBEC}" dt="2023-10-24T07:59:24.422" v="103" actId="729"/>
        <pc:sldMkLst>
          <pc:docMk/>
          <pc:sldMk cId="3990925061" sldId="325"/>
        </pc:sldMkLst>
        <pc:inkChg chg="add del">
          <ac:chgData name="Jizheng Wan (Computer Science)" userId="02e35b87-44bd-4455-aecc-56042df92991" providerId="ADAL" clId="{E71AEA3C-0C59-40A7-8579-143F49D6CBEC}" dt="2023-10-19T14:48:57.283" v="79" actId="478"/>
          <ac:inkMkLst>
            <pc:docMk/>
            <pc:sldMk cId="3990925061" sldId="325"/>
            <ac:inkMk id="4" creationId="{AE90F526-E594-70F4-76E9-564C15DA7214}"/>
          </ac:inkMkLst>
        </pc:inkChg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673728821" sldId="331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774230203" sldId="333"/>
        </pc:sldMkLst>
      </pc:sldChg>
      <pc:sldChg chg="modSp add mod">
        <pc:chgData name="Jizheng Wan (Computer Science)" userId="02e35b87-44bd-4455-aecc-56042df92991" providerId="ADAL" clId="{E71AEA3C-0C59-40A7-8579-143F49D6CBEC}" dt="2023-10-19T14:43:34.895" v="74" actId="20577"/>
        <pc:sldMkLst>
          <pc:docMk/>
          <pc:sldMk cId="480346615" sldId="334"/>
        </pc:sldMkLst>
        <pc:spChg chg="mod">
          <ac:chgData name="Jizheng Wan (Computer Science)" userId="02e35b87-44bd-4455-aecc-56042df92991" providerId="ADAL" clId="{E71AEA3C-0C59-40A7-8579-143F49D6CBEC}" dt="2023-10-19T14:43:34.895" v="74" actId="20577"/>
          <ac:spMkLst>
            <pc:docMk/>
            <pc:sldMk cId="480346615" sldId="334"/>
            <ac:spMk id="3" creationId="{5665319C-A427-497D-AA67-27BD32E5CCDC}"/>
          </ac:spMkLst>
        </pc:spChg>
      </pc:sldChg>
      <pc:sldChg chg="modSp add mod">
        <pc:chgData name="Jizheng Wan (Computer Science)" userId="02e35b87-44bd-4455-aecc-56042df92991" providerId="ADAL" clId="{E71AEA3C-0C59-40A7-8579-143F49D6CBEC}" dt="2023-10-19T14:49:03.939" v="81" actId="113"/>
        <pc:sldMkLst>
          <pc:docMk/>
          <pc:sldMk cId="2801332739" sldId="335"/>
        </pc:sldMkLst>
        <pc:spChg chg="mod">
          <ac:chgData name="Jizheng Wan (Computer Science)" userId="02e35b87-44bd-4455-aecc-56042df92991" providerId="ADAL" clId="{E71AEA3C-0C59-40A7-8579-143F49D6CBEC}" dt="2023-10-19T14:49:03.939" v="81" actId="113"/>
          <ac:spMkLst>
            <pc:docMk/>
            <pc:sldMk cId="2801332739" sldId="335"/>
            <ac:spMk id="3" creationId="{060ADBB1-487F-7DB1-4ADC-D9E7AF20DF0B}"/>
          </ac:spMkLst>
        </pc:spChg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749196193" sldId="336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3968766224" sldId="337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622433894" sldId="338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1234870139" sldId="339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3944825770" sldId="340"/>
        </pc:sldMkLst>
      </pc:sldChg>
      <pc:sldChg chg="add">
        <pc:chgData name="Jizheng Wan (Computer Science)" userId="02e35b87-44bd-4455-aecc-56042df92991" providerId="ADAL" clId="{E71AEA3C-0C59-40A7-8579-143F49D6CBEC}" dt="2023-10-19T14:34:19.338" v="45"/>
        <pc:sldMkLst>
          <pc:docMk/>
          <pc:sldMk cId="2250438858" sldId="341"/>
        </pc:sldMkLst>
      </pc:sldChg>
    </pc:docChg>
  </pc:docChgLst>
  <pc:docChgLst>
    <pc:chgData name="Jizheng Wan (Computer Science)" userId="02e35b87-44bd-4455-aecc-56042df92991" providerId="ADAL" clId="{62A864DE-0766-4D38-A54B-01B9818A4F8C}"/>
    <pc:docChg chg="custSel addSld modSld">
      <pc:chgData name="Jizheng Wan (Computer Science)" userId="02e35b87-44bd-4455-aecc-56042df92991" providerId="ADAL" clId="{62A864DE-0766-4D38-A54B-01B9818A4F8C}" dt="2023-10-24T01:20:52.221" v="21" actId="1076"/>
      <pc:docMkLst>
        <pc:docMk/>
      </pc:docMkLst>
      <pc:sldChg chg="modSp mod">
        <pc:chgData name="Jizheng Wan (Computer Science)" userId="02e35b87-44bd-4455-aecc-56042df92991" providerId="ADAL" clId="{62A864DE-0766-4D38-A54B-01B9818A4F8C}" dt="2023-10-24T00:56:21.501" v="10" actId="20577"/>
        <pc:sldMkLst>
          <pc:docMk/>
          <pc:sldMk cId="1622433894" sldId="338"/>
        </pc:sldMkLst>
        <pc:spChg chg="mod">
          <ac:chgData name="Jizheng Wan (Computer Science)" userId="02e35b87-44bd-4455-aecc-56042df92991" providerId="ADAL" clId="{62A864DE-0766-4D38-A54B-01B9818A4F8C}" dt="2023-10-24T00:56:21.501" v="10" actId="20577"/>
          <ac:spMkLst>
            <pc:docMk/>
            <pc:sldMk cId="1622433894" sldId="338"/>
            <ac:spMk id="3" creationId="{060ADBB1-487F-7DB1-4ADC-D9E7AF20DF0B}"/>
          </ac:spMkLst>
        </pc:spChg>
      </pc:sldChg>
      <pc:sldChg chg="addSp delSp modSp new mod">
        <pc:chgData name="Jizheng Wan (Computer Science)" userId="02e35b87-44bd-4455-aecc-56042df92991" providerId="ADAL" clId="{62A864DE-0766-4D38-A54B-01B9818A4F8C}" dt="2023-10-24T01:20:52.221" v="21" actId="1076"/>
        <pc:sldMkLst>
          <pc:docMk/>
          <pc:sldMk cId="2591951929" sldId="342"/>
        </pc:sldMkLst>
        <pc:spChg chg="del">
          <ac:chgData name="Jizheng Wan (Computer Science)" userId="02e35b87-44bd-4455-aecc-56042df92991" providerId="ADAL" clId="{62A864DE-0766-4D38-A54B-01B9818A4F8C}" dt="2023-10-24T01:20:37.077" v="12" actId="478"/>
          <ac:spMkLst>
            <pc:docMk/>
            <pc:sldMk cId="2591951929" sldId="342"/>
            <ac:spMk id="2" creationId="{05197223-3853-EBF6-517D-7218C030AF12}"/>
          </ac:spMkLst>
        </pc:spChg>
        <pc:spChg chg="del">
          <ac:chgData name="Jizheng Wan (Computer Science)" userId="02e35b87-44bd-4455-aecc-56042df92991" providerId="ADAL" clId="{62A864DE-0766-4D38-A54B-01B9818A4F8C}" dt="2023-10-24T01:20:38.282" v="13" actId="478"/>
          <ac:spMkLst>
            <pc:docMk/>
            <pc:sldMk cId="2591951929" sldId="342"/>
            <ac:spMk id="3" creationId="{4B0F22FD-2065-CE56-D753-19414AA7DF0E}"/>
          </ac:spMkLst>
        </pc:spChg>
        <pc:spChg chg="add mod">
          <ac:chgData name="Jizheng Wan (Computer Science)" userId="02e35b87-44bd-4455-aecc-56042df92991" providerId="ADAL" clId="{62A864DE-0766-4D38-A54B-01B9818A4F8C}" dt="2023-10-24T01:20:52.221" v="21" actId="1076"/>
          <ac:spMkLst>
            <pc:docMk/>
            <pc:sldMk cId="2591951929" sldId="342"/>
            <ac:spMk id="5" creationId="{9EF37B06-8C33-1F2E-DDD2-B4FE31DDAE19}"/>
          </ac:spMkLst>
        </pc:spChg>
      </pc:sldChg>
    </pc:docChg>
  </pc:docChgLst>
  <pc:docChgLst>
    <pc:chgData name="Jizheng Wan (Computer Science)" userId="02e35b87-44bd-4455-aecc-56042df92991" providerId="ADAL" clId="{1EF787AE-A5F4-40B4-BF71-A47428D5953A}"/>
    <pc:docChg chg="undo redo custSel addSld delSld modSld sldOrd">
      <pc:chgData name="Jizheng Wan (Computer Science)" userId="02e35b87-44bd-4455-aecc-56042df92991" providerId="ADAL" clId="{1EF787AE-A5F4-40B4-BF71-A47428D5953A}" dt="2023-10-25T21:58:51.537" v="4404"/>
      <pc:docMkLst>
        <pc:docMk/>
      </pc:docMkLst>
      <pc:sldChg chg="modSp mod">
        <pc:chgData name="Jizheng Wan (Computer Science)" userId="02e35b87-44bd-4455-aecc-56042df92991" providerId="ADAL" clId="{1EF787AE-A5F4-40B4-BF71-A47428D5953A}" dt="2023-10-25T21:56:39.958" v="4399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1EF787AE-A5F4-40B4-BF71-A47428D5953A}" dt="2023-10-25T21:53:14.497" v="4076" actId="20577"/>
          <ac:spMkLst>
            <pc:docMk/>
            <pc:sldMk cId="978461468" sldId="267"/>
            <ac:spMk id="2" creationId="{4685BA0B-EED1-40DB-AEB4-613DF7BB2F16}"/>
          </ac:spMkLst>
        </pc:spChg>
        <pc:spChg chg="mod">
          <ac:chgData name="Jizheng Wan (Computer Science)" userId="02e35b87-44bd-4455-aecc-56042df92991" providerId="ADAL" clId="{1EF787AE-A5F4-40B4-BF71-A47428D5953A}" dt="2023-10-25T21:56:39.958" v="4399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1995752480" sldId="320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843587715" sldId="321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1381449344" sldId="322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724970255" sldId="323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543225394" sldId="324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990925061" sldId="325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525370200" sldId="326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722161878" sldId="327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843695421" sldId="328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4236375752" sldId="329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1399123181" sldId="330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673728821" sldId="331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774230203" sldId="333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480346615" sldId="334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801332739" sldId="335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749196193" sldId="336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968766224" sldId="337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1622433894" sldId="338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1234870139" sldId="339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3944825770" sldId="340"/>
        </pc:sldMkLst>
      </pc:sldChg>
      <pc:sldChg chg="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250438858" sldId="341"/>
        </pc:sldMkLst>
      </pc:sldChg>
      <pc:sldChg chg="modSp mod">
        <pc:chgData name="Jizheng Wan (Computer Science)" userId="02e35b87-44bd-4455-aecc-56042df92991" providerId="ADAL" clId="{1EF787AE-A5F4-40B4-BF71-A47428D5953A}" dt="2023-10-25T21:58:51.537" v="4404"/>
        <pc:sldMkLst>
          <pc:docMk/>
          <pc:sldMk cId="2591951929" sldId="342"/>
        </pc:sldMkLst>
        <pc:spChg chg="mod">
          <ac:chgData name="Jizheng Wan (Computer Science)" userId="02e35b87-44bd-4455-aecc-56042df92991" providerId="ADAL" clId="{1EF787AE-A5F4-40B4-BF71-A47428D5953A}" dt="2023-10-25T21:58:51.537" v="4404"/>
          <ac:spMkLst>
            <pc:docMk/>
            <pc:sldMk cId="2591951929" sldId="342"/>
            <ac:spMk id="5" creationId="{9EF37B06-8C33-1F2E-DDD2-B4FE31DDAE19}"/>
          </ac:spMkLst>
        </pc:spChg>
      </pc:sldChg>
      <pc:sldChg chg="new 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883483718" sldId="343"/>
        </pc:sldMkLst>
      </pc:sldChg>
      <pc:sldChg chg="modSp new mod">
        <pc:chgData name="Jizheng Wan (Computer Science)" userId="02e35b87-44bd-4455-aecc-56042df92991" providerId="ADAL" clId="{1EF787AE-A5F4-40B4-BF71-A47428D5953A}" dt="2023-10-25T17:35:44.676" v="2048" actId="5793"/>
        <pc:sldMkLst>
          <pc:docMk/>
          <pc:sldMk cId="814767549" sldId="344"/>
        </pc:sldMkLst>
        <pc:spChg chg="mod">
          <ac:chgData name="Jizheng Wan (Computer Science)" userId="02e35b87-44bd-4455-aecc-56042df92991" providerId="ADAL" clId="{1EF787AE-A5F4-40B4-BF71-A47428D5953A}" dt="2023-10-25T17:08:27.129" v="1721" actId="20577"/>
          <ac:spMkLst>
            <pc:docMk/>
            <pc:sldMk cId="814767549" sldId="344"/>
            <ac:spMk id="2" creationId="{182E6FF4-4AD4-B0F5-0F87-5B02CB7CA179}"/>
          </ac:spMkLst>
        </pc:spChg>
        <pc:spChg chg="mod">
          <ac:chgData name="Jizheng Wan (Computer Science)" userId="02e35b87-44bd-4455-aecc-56042df92991" providerId="ADAL" clId="{1EF787AE-A5F4-40B4-BF71-A47428D5953A}" dt="2023-10-25T17:35:44.676" v="2048" actId="5793"/>
          <ac:spMkLst>
            <pc:docMk/>
            <pc:sldMk cId="814767549" sldId="344"/>
            <ac:spMk id="3" creationId="{9F777C32-F7E0-C426-665F-1D1C48BF6BC7}"/>
          </ac:spMkLst>
        </pc:spChg>
      </pc:sldChg>
      <pc:sldChg chg="modSp new mod modAnim">
        <pc:chgData name="Jizheng Wan (Computer Science)" userId="02e35b87-44bd-4455-aecc-56042df92991" providerId="ADAL" clId="{1EF787AE-A5F4-40B4-BF71-A47428D5953A}" dt="2023-10-25T15:17:53.975" v="62" actId="20577"/>
        <pc:sldMkLst>
          <pc:docMk/>
          <pc:sldMk cId="729451541" sldId="345"/>
        </pc:sldMkLst>
        <pc:spChg chg="mod">
          <ac:chgData name="Jizheng Wan (Computer Science)" userId="02e35b87-44bd-4455-aecc-56042df92991" providerId="ADAL" clId="{1EF787AE-A5F4-40B4-BF71-A47428D5953A}" dt="2023-10-25T12:08:50.542" v="33" actId="20577"/>
          <ac:spMkLst>
            <pc:docMk/>
            <pc:sldMk cId="729451541" sldId="345"/>
            <ac:spMk id="2" creationId="{E65C225C-41E7-64F9-0856-301E2AC63747}"/>
          </ac:spMkLst>
        </pc:spChg>
        <pc:spChg chg="mod">
          <ac:chgData name="Jizheng Wan (Computer Science)" userId="02e35b87-44bd-4455-aecc-56042df92991" providerId="ADAL" clId="{1EF787AE-A5F4-40B4-BF71-A47428D5953A}" dt="2023-10-25T15:17:53.975" v="62" actId="20577"/>
          <ac:spMkLst>
            <pc:docMk/>
            <pc:sldMk cId="729451541" sldId="345"/>
            <ac:spMk id="3" creationId="{98018FBA-5AAC-9D06-67DC-2A4059CB3EA8}"/>
          </ac:spMkLst>
        </pc:spChg>
      </pc:sldChg>
      <pc:sldChg chg="addSp delSp modSp add mod modAnim">
        <pc:chgData name="Jizheng Wan (Computer Science)" userId="02e35b87-44bd-4455-aecc-56042df92991" providerId="ADAL" clId="{1EF787AE-A5F4-40B4-BF71-A47428D5953A}" dt="2023-10-25T15:42:01.424" v="500" actId="20577"/>
        <pc:sldMkLst>
          <pc:docMk/>
          <pc:sldMk cId="1812809850" sldId="346"/>
        </pc:sldMkLst>
        <pc:spChg chg="mod">
          <ac:chgData name="Jizheng Wan (Computer Science)" userId="02e35b87-44bd-4455-aecc-56042df92991" providerId="ADAL" clId="{1EF787AE-A5F4-40B4-BF71-A47428D5953A}" dt="2023-10-25T15:42:01.424" v="500" actId="20577"/>
          <ac:spMkLst>
            <pc:docMk/>
            <pc:sldMk cId="1812809850" sldId="346"/>
            <ac:spMk id="3" creationId="{98018FBA-5AAC-9D06-67DC-2A4059CB3EA8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4" creationId="{17E1210F-D12E-6589-B404-EF21F4E57AA3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5" creationId="{C13C4E58-BD9E-FFA9-2FF0-F2E31DD2DE81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6" creationId="{08734B46-23CB-CBB2-2703-9A0589D64E08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7" creationId="{77AE0163-EE00-40A8-FC0E-056F65C36398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8" creationId="{68F758E9-C35E-048E-13A5-1FC1F6AE24E5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34.318" v="347" actId="164"/>
          <ac:spMkLst>
            <pc:docMk/>
            <pc:sldMk cId="1812809850" sldId="346"/>
            <ac:spMk id="9" creationId="{5E6FF8F4-0261-D8B6-89C5-F4664B273FF9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42.882" v="348" actId="164"/>
          <ac:spMkLst>
            <pc:docMk/>
            <pc:sldMk cId="1812809850" sldId="346"/>
            <ac:spMk id="16" creationId="{5C452C4F-D1BC-BE64-1C8D-EA296218C2A3}"/>
          </ac:spMkLst>
        </pc:spChg>
        <pc:spChg chg="add mod topLvl">
          <ac:chgData name="Jizheng Wan (Computer Science)" userId="02e35b87-44bd-4455-aecc-56042df92991" providerId="ADAL" clId="{1EF787AE-A5F4-40B4-BF71-A47428D5953A}" dt="2023-10-25T15:32:46.008" v="349" actId="164"/>
          <ac:spMkLst>
            <pc:docMk/>
            <pc:sldMk cId="1812809850" sldId="346"/>
            <ac:spMk id="17" creationId="{713B3C15-9974-10F5-0F7E-5D746CE95560}"/>
          </ac:spMkLst>
        </pc:spChg>
        <pc:spChg chg="add mod">
          <ac:chgData name="Jizheng Wan (Computer Science)" userId="02e35b87-44bd-4455-aecc-56042df92991" providerId="ADAL" clId="{1EF787AE-A5F4-40B4-BF71-A47428D5953A}" dt="2023-10-25T15:32:23.458" v="346" actId="1076"/>
          <ac:spMkLst>
            <pc:docMk/>
            <pc:sldMk cId="1812809850" sldId="346"/>
            <ac:spMk id="19" creationId="{ECA1B7BE-DD63-8422-2872-9212962D63CF}"/>
          </ac:spMkLst>
        </pc:spChg>
        <pc:spChg chg="add mod">
          <ac:chgData name="Jizheng Wan (Computer Science)" userId="02e35b87-44bd-4455-aecc-56042df92991" providerId="ADAL" clId="{1EF787AE-A5F4-40B4-BF71-A47428D5953A}" dt="2023-10-25T15:39:56.210" v="493" actId="1076"/>
          <ac:spMkLst>
            <pc:docMk/>
            <pc:sldMk cId="1812809850" sldId="346"/>
            <ac:spMk id="23" creationId="{04299B0C-A96E-DE13-CCF3-5DA3BB2456C0}"/>
          </ac:spMkLst>
        </pc:spChg>
        <pc:grpChg chg="add del mod">
          <ac:chgData name="Jizheng Wan (Computer Science)" userId="02e35b87-44bd-4455-aecc-56042df92991" providerId="ADAL" clId="{1EF787AE-A5F4-40B4-BF71-A47428D5953A}" dt="2023-10-25T15:30:59.586" v="234" actId="165"/>
          <ac:grpSpMkLst>
            <pc:docMk/>
            <pc:sldMk cId="1812809850" sldId="346"/>
            <ac:grpSpMk id="18" creationId="{DF2C45A5-BDC8-31F4-D738-24C2BA75FE41}"/>
          </ac:grpSpMkLst>
        </pc:grpChg>
        <pc:grpChg chg="add mod">
          <ac:chgData name="Jizheng Wan (Computer Science)" userId="02e35b87-44bd-4455-aecc-56042df92991" providerId="ADAL" clId="{1EF787AE-A5F4-40B4-BF71-A47428D5953A}" dt="2023-10-25T15:32:34.318" v="347" actId="164"/>
          <ac:grpSpMkLst>
            <pc:docMk/>
            <pc:sldMk cId="1812809850" sldId="346"/>
            <ac:grpSpMk id="20" creationId="{F0EE5EBF-D8E4-F31A-82BA-E4C2CA23ACEE}"/>
          </ac:grpSpMkLst>
        </pc:grpChg>
        <pc:grpChg chg="add mod">
          <ac:chgData name="Jizheng Wan (Computer Science)" userId="02e35b87-44bd-4455-aecc-56042df92991" providerId="ADAL" clId="{1EF787AE-A5F4-40B4-BF71-A47428D5953A}" dt="2023-10-25T15:32:42.882" v="348" actId="164"/>
          <ac:grpSpMkLst>
            <pc:docMk/>
            <pc:sldMk cId="1812809850" sldId="346"/>
            <ac:grpSpMk id="21" creationId="{26BE5594-1960-9224-6275-A49BDD6B5955}"/>
          </ac:grpSpMkLst>
        </pc:grpChg>
        <pc:grpChg chg="add mod">
          <ac:chgData name="Jizheng Wan (Computer Science)" userId="02e35b87-44bd-4455-aecc-56042df92991" providerId="ADAL" clId="{1EF787AE-A5F4-40B4-BF71-A47428D5953A}" dt="2023-10-25T15:32:46.008" v="349" actId="164"/>
          <ac:grpSpMkLst>
            <pc:docMk/>
            <pc:sldMk cId="1812809850" sldId="346"/>
            <ac:grpSpMk id="22" creationId="{B748C73F-0B35-4A1D-4C73-AE783B21D4D0}"/>
          </ac:grpSpMkLst>
        </pc:grpChg>
        <pc:cxnChg chg="add del mod">
          <ac:chgData name="Jizheng Wan (Computer Science)" userId="02e35b87-44bd-4455-aecc-56042df92991" providerId="ADAL" clId="{1EF787AE-A5F4-40B4-BF71-A47428D5953A}" dt="2023-10-25T15:28:04.184" v="196" actId="11529"/>
          <ac:cxnSpMkLst>
            <pc:docMk/>
            <pc:sldMk cId="1812809850" sldId="346"/>
            <ac:cxnSpMk id="11" creationId="{9CD40BB3-5ADA-64D6-CEF0-D3E3E2A059BE}"/>
          </ac:cxnSpMkLst>
        </pc:cxnChg>
        <pc:cxnChg chg="add mod topLvl">
          <ac:chgData name="Jizheng Wan (Computer Science)" userId="02e35b87-44bd-4455-aecc-56042df92991" providerId="ADAL" clId="{1EF787AE-A5F4-40B4-BF71-A47428D5953A}" dt="2023-10-25T15:32:42.882" v="348" actId="164"/>
          <ac:cxnSpMkLst>
            <pc:docMk/>
            <pc:sldMk cId="1812809850" sldId="346"/>
            <ac:cxnSpMk id="13" creationId="{758E5100-31A8-891F-C6C6-44D0E5B13CE4}"/>
          </ac:cxnSpMkLst>
        </pc:cxnChg>
        <pc:cxnChg chg="add mod topLvl">
          <ac:chgData name="Jizheng Wan (Computer Science)" userId="02e35b87-44bd-4455-aecc-56042df92991" providerId="ADAL" clId="{1EF787AE-A5F4-40B4-BF71-A47428D5953A}" dt="2023-10-25T15:32:46.008" v="349" actId="164"/>
          <ac:cxnSpMkLst>
            <pc:docMk/>
            <pc:sldMk cId="1812809850" sldId="346"/>
            <ac:cxnSpMk id="15" creationId="{DB44D0B0-1393-1AED-7BC9-CC9DCA3C9595}"/>
          </ac:cxnSpMkLst>
        </pc:cxnChg>
      </pc:sldChg>
      <pc:sldChg chg="addSp delSp modSp add mod delAnim modAnim">
        <pc:chgData name="Jizheng Wan (Computer Science)" userId="02e35b87-44bd-4455-aecc-56042df92991" providerId="ADAL" clId="{1EF787AE-A5F4-40B4-BF71-A47428D5953A}" dt="2023-10-25T16:00:20.650" v="1031" actId="20577"/>
        <pc:sldMkLst>
          <pc:docMk/>
          <pc:sldMk cId="1151469058" sldId="347"/>
        </pc:sldMkLst>
        <pc:spChg chg="mod">
          <ac:chgData name="Jizheng Wan (Computer Science)" userId="02e35b87-44bd-4455-aecc-56042df92991" providerId="ADAL" clId="{1EF787AE-A5F4-40B4-BF71-A47428D5953A}" dt="2023-10-25T16:00:20.650" v="1031" actId="20577"/>
          <ac:spMkLst>
            <pc:docMk/>
            <pc:sldMk cId="1151469058" sldId="347"/>
            <ac:spMk id="2" creationId="{E65C225C-41E7-64F9-0856-301E2AC63747}"/>
          </ac:spMkLst>
        </pc:spChg>
        <pc:spChg chg="mod">
          <ac:chgData name="Jizheng Wan (Computer Science)" userId="02e35b87-44bd-4455-aecc-56042df92991" providerId="ADAL" clId="{1EF787AE-A5F4-40B4-BF71-A47428D5953A}" dt="2023-10-25T16:00:12.425" v="1030" actId="108"/>
          <ac:spMkLst>
            <pc:docMk/>
            <pc:sldMk cId="1151469058" sldId="347"/>
            <ac:spMk id="3" creationId="{98018FBA-5AAC-9D06-67DC-2A4059CB3EA8}"/>
          </ac:spMkLst>
        </pc:spChg>
        <pc:spChg chg="mod">
          <ac:chgData name="Jizheng Wan (Computer Science)" userId="02e35b87-44bd-4455-aecc-56042df92991" providerId="ADAL" clId="{1EF787AE-A5F4-40B4-BF71-A47428D5953A}" dt="2023-10-25T15:58:04.362" v="991" actId="404"/>
          <ac:spMkLst>
            <pc:docMk/>
            <pc:sldMk cId="1151469058" sldId="347"/>
            <ac:spMk id="4" creationId="{17E1210F-D12E-6589-B404-EF21F4E57AA3}"/>
          </ac:spMkLst>
        </pc:spChg>
        <pc:spChg chg="mod">
          <ac:chgData name="Jizheng Wan (Computer Science)" userId="02e35b87-44bd-4455-aecc-56042df92991" providerId="ADAL" clId="{1EF787AE-A5F4-40B4-BF71-A47428D5953A}" dt="2023-10-25T15:58:14.395" v="999" actId="20577"/>
          <ac:spMkLst>
            <pc:docMk/>
            <pc:sldMk cId="1151469058" sldId="347"/>
            <ac:spMk id="5" creationId="{C13C4E58-BD9E-FFA9-2FF0-F2E31DD2DE81}"/>
          </ac:spMkLst>
        </pc:spChg>
        <pc:spChg chg="mod">
          <ac:chgData name="Jizheng Wan (Computer Science)" userId="02e35b87-44bd-4455-aecc-56042df92991" providerId="ADAL" clId="{1EF787AE-A5F4-40B4-BF71-A47428D5953A}" dt="2023-10-25T15:58:19.145" v="1003" actId="20577"/>
          <ac:spMkLst>
            <pc:docMk/>
            <pc:sldMk cId="1151469058" sldId="347"/>
            <ac:spMk id="6" creationId="{08734B46-23CB-CBB2-2703-9A0589D64E08}"/>
          </ac:spMkLst>
        </pc:spChg>
        <pc:spChg chg="mod">
          <ac:chgData name="Jizheng Wan (Computer Science)" userId="02e35b87-44bd-4455-aecc-56042df92991" providerId="ADAL" clId="{1EF787AE-A5F4-40B4-BF71-A47428D5953A}" dt="2023-10-25T15:58:22.703" v="1007" actId="20577"/>
          <ac:spMkLst>
            <pc:docMk/>
            <pc:sldMk cId="1151469058" sldId="347"/>
            <ac:spMk id="7" creationId="{77AE0163-EE00-40A8-FC0E-056F65C36398}"/>
          </ac:spMkLst>
        </pc:spChg>
        <pc:spChg chg="mod">
          <ac:chgData name="Jizheng Wan (Computer Science)" userId="02e35b87-44bd-4455-aecc-56042df92991" providerId="ADAL" clId="{1EF787AE-A5F4-40B4-BF71-A47428D5953A}" dt="2023-10-25T15:58:26.162" v="1011" actId="20577"/>
          <ac:spMkLst>
            <pc:docMk/>
            <pc:sldMk cId="1151469058" sldId="347"/>
            <ac:spMk id="8" creationId="{68F758E9-C35E-048E-13A5-1FC1F6AE24E5}"/>
          </ac:spMkLst>
        </pc:spChg>
        <pc:spChg chg="mod">
          <ac:chgData name="Jizheng Wan (Computer Science)" userId="02e35b87-44bd-4455-aecc-56042df92991" providerId="ADAL" clId="{1EF787AE-A5F4-40B4-BF71-A47428D5953A}" dt="2023-10-25T15:58:29.496" v="1015" actId="20577"/>
          <ac:spMkLst>
            <pc:docMk/>
            <pc:sldMk cId="1151469058" sldId="347"/>
            <ac:spMk id="9" creationId="{5E6FF8F4-0261-D8B6-89C5-F4664B273FF9}"/>
          </ac:spMkLst>
        </pc:spChg>
        <pc:spChg chg="mod">
          <ac:chgData name="Jizheng Wan (Computer Science)" userId="02e35b87-44bd-4455-aecc-56042df92991" providerId="ADAL" clId="{1EF787AE-A5F4-40B4-BF71-A47428D5953A}" dt="2023-10-25T15:57:43.958" v="984" actId="6549"/>
          <ac:spMkLst>
            <pc:docMk/>
            <pc:sldMk cId="1151469058" sldId="347"/>
            <ac:spMk id="17" creationId="{713B3C15-9974-10F5-0F7E-5D746CE95560}"/>
          </ac:spMkLst>
        </pc:spChg>
        <pc:spChg chg="mod">
          <ac:chgData name="Jizheng Wan (Computer Science)" userId="02e35b87-44bd-4455-aecc-56042df92991" providerId="ADAL" clId="{1EF787AE-A5F4-40B4-BF71-A47428D5953A}" dt="2023-10-25T15:59:12.937" v="1022" actId="164"/>
          <ac:spMkLst>
            <pc:docMk/>
            <pc:sldMk cId="1151469058" sldId="347"/>
            <ac:spMk id="19" creationId="{ECA1B7BE-DD63-8422-2872-9212962D63CF}"/>
          </ac:spMkLst>
        </pc:spChg>
        <pc:spChg chg="del">
          <ac:chgData name="Jizheng Wan (Computer Science)" userId="02e35b87-44bd-4455-aecc-56042df92991" providerId="ADAL" clId="{1EF787AE-A5F4-40B4-BF71-A47428D5953A}" dt="2023-10-25T15:43:58.861" v="529" actId="478"/>
          <ac:spMkLst>
            <pc:docMk/>
            <pc:sldMk cId="1151469058" sldId="347"/>
            <ac:spMk id="23" creationId="{04299B0C-A96E-DE13-CCF3-5DA3BB2456C0}"/>
          </ac:spMkLst>
        </pc:spChg>
        <pc:grpChg chg="add mod">
          <ac:chgData name="Jizheng Wan (Computer Science)" userId="02e35b87-44bd-4455-aecc-56042df92991" providerId="ADAL" clId="{1EF787AE-A5F4-40B4-BF71-A47428D5953A}" dt="2023-10-25T15:59:29.597" v="1025" actId="1076"/>
          <ac:grpSpMkLst>
            <pc:docMk/>
            <pc:sldMk cId="1151469058" sldId="347"/>
            <ac:grpSpMk id="10" creationId="{D8A1B27A-9EB1-5559-D20F-4998440352B1}"/>
          </ac:grpSpMkLst>
        </pc:grpChg>
        <pc:grpChg chg="mod">
          <ac:chgData name="Jizheng Wan (Computer Science)" userId="02e35b87-44bd-4455-aecc-56042df92991" providerId="ADAL" clId="{1EF787AE-A5F4-40B4-BF71-A47428D5953A}" dt="2023-10-25T15:59:12.937" v="1022" actId="164"/>
          <ac:grpSpMkLst>
            <pc:docMk/>
            <pc:sldMk cId="1151469058" sldId="347"/>
            <ac:grpSpMk id="20" creationId="{F0EE5EBF-D8E4-F31A-82BA-E4C2CA23ACEE}"/>
          </ac:grpSpMkLst>
        </pc:grpChg>
        <pc:grpChg chg="del">
          <ac:chgData name="Jizheng Wan (Computer Science)" userId="02e35b87-44bd-4455-aecc-56042df92991" providerId="ADAL" clId="{1EF787AE-A5F4-40B4-BF71-A47428D5953A}" dt="2023-10-25T15:57:43.095" v="983" actId="478"/>
          <ac:grpSpMkLst>
            <pc:docMk/>
            <pc:sldMk cId="1151469058" sldId="347"/>
            <ac:grpSpMk id="21" creationId="{26BE5594-1960-9224-6275-A49BDD6B5955}"/>
          </ac:grpSpMkLst>
        </pc:grpChg>
        <pc:grpChg chg="del">
          <ac:chgData name="Jizheng Wan (Computer Science)" userId="02e35b87-44bd-4455-aecc-56042df92991" providerId="ADAL" clId="{1EF787AE-A5F4-40B4-BF71-A47428D5953A}" dt="2023-10-25T15:57:45.264" v="985" actId="478"/>
          <ac:grpSpMkLst>
            <pc:docMk/>
            <pc:sldMk cId="1151469058" sldId="347"/>
            <ac:grpSpMk id="22" creationId="{B748C73F-0B35-4A1D-4C73-AE783B21D4D0}"/>
          </ac:grpSpMkLst>
        </pc:grpChg>
        <pc:cxnChg chg="mod">
          <ac:chgData name="Jizheng Wan (Computer Science)" userId="02e35b87-44bd-4455-aecc-56042df92991" providerId="ADAL" clId="{1EF787AE-A5F4-40B4-BF71-A47428D5953A}" dt="2023-10-25T15:57:43.095" v="983" actId="478"/>
          <ac:cxnSpMkLst>
            <pc:docMk/>
            <pc:sldMk cId="1151469058" sldId="347"/>
            <ac:cxnSpMk id="13" creationId="{758E5100-31A8-891F-C6C6-44D0E5B13CE4}"/>
          </ac:cxnSpMkLst>
        </pc:cxnChg>
      </pc:sldChg>
      <pc:sldChg chg="addSp delSp modSp add mod addAnim delAnim modAnim">
        <pc:chgData name="Jizheng Wan (Computer Science)" userId="02e35b87-44bd-4455-aecc-56042df92991" providerId="ADAL" clId="{1EF787AE-A5F4-40B4-BF71-A47428D5953A}" dt="2023-10-25T16:45:23.090" v="1704" actId="1076"/>
        <pc:sldMkLst>
          <pc:docMk/>
          <pc:sldMk cId="1776683904" sldId="348"/>
        </pc:sldMkLst>
        <pc:spChg chg="mod">
          <ac:chgData name="Jizheng Wan (Computer Science)" userId="02e35b87-44bd-4455-aecc-56042df92991" providerId="ADAL" clId="{1EF787AE-A5F4-40B4-BF71-A47428D5953A}" dt="2023-10-25T16:06:24.567" v="1057" actId="20577"/>
          <ac:spMkLst>
            <pc:docMk/>
            <pc:sldMk cId="1776683904" sldId="348"/>
            <ac:spMk id="2" creationId="{E65C225C-41E7-64F9-0856-301E2AC63747}"/>
          </ac:spMkLst>
        </pc:spChg>
        <pc:spChg chg="mod">
          <ac:chgData name="Jizheng Wan (Computer Science)" userId="02e35b87-44bd-4455-aecc-56042df92991" providerId="ADAL" clId="{1EF787AE-A5F4-40B4-BF71-A47428D5953A}" dt="2023-10-25T16:19:34.582" v="1533" actId="20577"/>
          <ac:spMkLst>
            <pc:docMk/>
            <pc:sldMk cId="1776683904" sldId="348"/>
            <ac:spMk id="3" creationId="{98018FBA-5AAC-9D06-67DC-2A4059CB3EA8}"/>
          </ac:spMkLst>
        </pc:spChg>
        <pc:spChg chg="add del">
          <ac:chgData name="Jizheng Wan (Computer Science)" userId="02e35b87-44bd-4455-aecc-56042df92991" providerId="ADAL" clId="{1EF787AE-A5F4-40B4-BF71-A47428D5953A}" dt="2023-10-25T16:08:37.051" v="1118" actId="22"/>
          <ac:spMkLst>
            <pc:docMk/>
            <pc:sldMk cId="1776683904" sldId="348"/>
            <ac:spMk id="12" creationId="{A1DCEAF3-34D8-CCFB-A008-2946540558BB}"/>
          </ac:spMkLst>
        </pc:spChg>
        <pc:spChg chg="add del mod">
          <ac:chgData name="Jizheng Wan (Computer Science)" userId="02e35b87-44bd-4455-aecc-56042df92991" providerId="ADAL" clId="{1EF787AE-A5F4-40B4-BF71-A47428D5953A}" dt="2023-10-25T16:13:06.684" v="1346" actId="478"/>
          <ac:spMkLst>
            <pc:docMk/>
            <pc:sldMk cId="1776683904" sldId="348"/>
            <ac:spMk id="14" creationId="{A6971D08-7A0E-5A16-9036-376AF984B787}"/>
          </ac:spMkLst>
        </pc:spChg>
        <pc:spChg chg="add mod">
          <ac:chgData name="Jizheng Wan (Computer Science)" userId="02e35b87-44bd-4455-aecc-56042df92991" providerId="ADAL" clId="{1EF787AE-A5F4-40B4-BF71-A47428D5953A}" dt="2023-10-25T16:45:18.437" v="1702" actId="1076"/>
          <ac:spMkLst>
            <pc:docMk/>
            <pc:sldMk cId="1776683904" sldId="348"/>
            <ac:spMk id="15" creationId="{D0CC8E0D-7D4E-44ED-BA60-EA1320F4A75D}"/>
          </ac:spMkLst>
        </pc:spChg>
        <pc:spChg chg="add del mod">
          <ac:chgData name="Jizheng Wan (Computer Science)" userId="02e35b87-44bd-4455-aecc-56042df92991" providerId="ADAL" clId="{1EF787AE-A5F4-40B4-BF71-A47428D5953A}" dt="2023-10-25T16:21:40.064" v="1594" actId="478"/>
          <ac:spMkLst>
            <pc:docMk/>
            <pc:sldMk cId="1776683904" sldId="348"/>
            <ac:spMk id="17" creationId="{A90A8729-8F3E-7250-12E6-98CE4CD2CBB3}"/>
          </ac:spMkLst>
        </pc:spChg>
        <pc:spChg chg="add mod">
          <ac:chgData name="Jizheng Wan (Computer Science)" userId="02e35b87-44bd-4455-aecc-56042df92991" providerId="ADAL" clId="{1EF787AE-A5F4-40B4-BF71-A47428D5953A}" dt="2023-10-25T16:21:43.342" v="1595" actId="1076"/>
          <ac:spMkLst>
            <pc:docMk/>
            <pc:sldMk cId="1776683904" sldId="348"/>
            <ac:spMk id="18" creationId="{B8B2E9E6-7EC1-19D0-6CA1-73F9C384C3F7}"/>
          </ac:spMkLst>
        </pc:spChg>
        <pc:spChg chg="add mod ord">
          <ac:chgData name="Jizheng Wan (Computer Science)" userId="02e35b87-44bd-4455-aecc-56042df92991" providerId="ADAL" clId="{1EF787AE-A5F4-40B4-BF71-A47428D5953A}" dt="2023-10-25T16:23:45.186" v="1616" actId="14100"/>
          <ac:spMkLst>
            <pc:docMk/>
            <pc:sldMk cId="1776683904" sldId="348"/>
            <ac:spMk id="21" creationId="{8F21A24E-0E31-72D8-A26F-0032D7E9A1A0}"/>
          </ac:spMkLst>
        </pc:spChg>
        <pc:spChg chg="add mod">
          <ac:chgData name="Jizheng Wan (Computer Science)" userId="02e35b87-44bd-4455-aecc-56042df92991" providerId="ADAL" clId="{1EF787AE-A5F4-40B4-BF71-A47428D5953A}" dt="2023-10-25T16:24:26.888" v="1663" actId="1076"/>
          <ac:spMkLst>
            <pc:docMk/>
            <pc:sldMk cId="1776683904" sldId="348"/>
            <ac:spMk id="22" creationId="{51884782-5FA7-82CB-8A2B-39310120FE31}"/>
          </ac:spMkLst>
        </pc:spChg>
        <pc:spChg chg="add mod">
          <ac:chgData name="Jizheng Wan (Computer Science)" userId="02e35b87-44bd-4455-aecc-56042df92991" providerId="ADAL" clId="{1EF787AE-A5F4-40B4-BF71-A47428D5953A}" dt="2023-10-25T16:45:23.090" v="1704" actId="1076"/>
          <ac:spMkLst>
            <pc:docMk/>
            <pc:sldMk cId="1776683904" sldId="348"/>
            <ac:spMk id="23" creationId="{600C758E-7CAA-DFB0-D8FA-72D27CF9B127}"/>
          </ac:spMkLst>
        </pc:spChg>
        <pc:spChg chg="add del">
          <ac:chgData name="Jizheng Wan (Computer Science)" userId="02e35b87-44bd-4455-aecc-56042df92991" providerId="ADAL" clId="{1EF787AE-A5F4-40B4-BF71-A47428D5953A}" dt="2023-10-25T16:44:14.105" v="1676" actId="11529"/>
          <ac:spMkLst>
            <pc:docMk/>
            <pc:sldMk cId="1776683904" sldId="348"/>
            <ac:spMk id="24" creationId="{2183B842-B649-5057-BC45-9F5A235A45A6}"/>
          </ac:spMkLst>
        </pc:spChg>
        <pc:spChg chg="add mod">
          <ac:chgData name="Jizheng Wan (Computer Science)" userId="02e35b87-44bd-4455-aecc-56042df92991" providerId="ADAL" clId="{1EF787AE-A5F4-40B4-BF71-A47428D5953A}" dt="2023-10-25T16:45:21.021" v="1703" actId="1076"/>
          <ac:spMkLst>
            <pc:docMk/>
            <pc:sldMk cId="1776683904" sldId="348"/>
            <ac:spMk id="25" creationId="{2E77F381-CE04-A794-E305-4AABAA8587EF}"/>
          </ac:spMkLst>
        </pc:spChg>
        <pc:spChg chg="add mod">
          <ac:chgData name="Jizheng Wan (Computer Science)" userId="02e35b87-44bd-4455-aecc-56042df92991" providerId="ADAL" clId="{1EF787AE-A5F4-40B4-BF71-A47428D5953A}" dt="2023-10-25T16:44:46.892" v="1697" actId="1076"/>
          <ac:spMkLst>
            <pc:docMk/>
            <pc:sldMk cId="1776683904" sldId="348"/>
            <ac:spMk id="26" creationId="{898D095B-486F-CFE7-83B0-9D5CE5BC0543}"/>
          </ac:spMkLst>
        </pc:spChg>
        <pc:grpChg chg="mod">
          <ac:chgData name="Jizheng Wan (Computer Science)" userId="02e35b87-44bd-4455-aecc-56042df92991" providerId="ADAL" clId="{1EF787AE-A5F4-40B4-BF71-A47428D5953A}" dt="2023-10-25T16:13:17.874" v="1347" actId="1076"/>
          <ac:grpSpMkLst>
            <pc:docMk/>
            <pc:sldMk cId="1776683904" sldId="348"/>
            <ac:grpSpMk id="10" creationId="{D8A1B27A-9EB1-5559-D20F-4998440352B1}"/>
          </ac:grpSpMkLst>
        </pc:grpChg>
      </pc:sldChg>
      <pc:sldChg chg="addSp delSp modSp add mod ord delAnim modAnim">
        <pc:chgData name="Jizheng Wan (Computer Science)" userId="02e35b87-44bd-4455-aecc-56042df92991" providerId="ADAL" clId="{1EF787AE-A5F4-40B4-BF71-A47428D5953A}" dt="2023-10-25T20:27:57.376" v="2282" actId="2711"/>
        <pc:sldMkLst>
          <pc:docMk/>
          <pc:sldMk cId="3243459715" sldId="349"/>
        </pc:sldMkLst>
        <pc:spChg chg="mod">
          <ac:chgData name="Jizheng Wan (Computer Science)" userId="02e35b87-44bd-4455-aecc-56042df92991" providerId="ADAL" clId="{1EF787AE-A5F4-40B4-BF71-A47428D5953A}" dt="2023-10-25T20:13:03.528" v="2108" actId="20577"/>
          <ac:spMkLst>
            <pc:docMk/>
            <pc:sldMk cId="3243459715" sldId="349"/>
            <ac:spMk id="2" creationId="{182E6FF4-4AD4-B0F5-0F87-5B02CB7CA179}"/>
          </ac:spMkLst>
        </pc:spChg>
        <pc:spChg chg="mod">
          <ac:chgData name="Jizheng Wan (Computer Science)" userId="02e35b87-44bd-4455-aecc-56042df92991" providerId="ADAL" clId="{1EF787AE-A5F4-40B4-BF71-A47428D5953A}" dt="2023-10-25T20:27:57.376" v="2282" actId="2711"/>
          <ac:spMkLst>
            <pc:docMk/>
            <pc:sldMk cId="3243459715" sldId="349"/>
            <ac:spMk id="3" creationId="{9F777C32-F7E0-C426-665F-1D1C48BF6BC7}"/>
          </ac:spMkLst>
        </pc:spChg>
        <pc:spChg chg="add del mod">
          <ac:chgData name="Jizheng Wan (Computer Science)" userId="02e35b87-44bd-4455-aecc-56042df92991" providerId="ADAL" clId="{1EF787AE-A5F4-40B4-BF71-A47428D5953A}" dt="2023-10-25T20:24:08.275" v="2161" actId="478"/>
          <ac:spMkLst>
            <pc:docMk/>
            <pc:sldMk cId="3243459715" sldId="349"/>
            <ac:spMk id="4" creationId="{35B9033B-2243-FA07-695E-4302845461B8}"/>
          </ac:spMkLst>
        </pc:spChg>
      </pc:sldChg>
      <pc:sldChg chg="addSp delSp modSp add mod delAnim">
        <pc:chgData name="Jizheng Wan (Computer Science)" userId="02e35b87-44bd-4455-aecc-56042df92991" providerId="ADAL" clId="{1EF787AE-A5F4-40B4-BF71-A47428D5953A}" dt="2023-10-25T20:30:36.394" v="2472" actId="478"/>
        <pc:sldMkLst>
          <pc:docMk/>
          <pc:sldMk cId="1982775480" sldId="350"/>
        </pc:sldMkLst>
        <pc:spChg chg="mod">
          <ac:chgData name="Jizheng Wan (Computer Science)" userId="02e35b87-44bd-4455-aecc-56042df92991" providerId="ADAL" clId="{1EF787AE-A5F4-40B4-BF71-A47428D5953A}" dt="2023-10-25T20:30:34.495" v="2471" actId="20577"/>
          <ac:spMkLst>
            <pc:docMk/>
            <pc:sldMk cId="1982775480" sldId="350"/>
            <ac:spMk id="3" creationId="{D93681FB-D49A-5DBD-0BD0-EC93D4769F61}"/>
          </ac:spMkLst>
        </pc:spChg>
        <pc:spChg chg="del">
          <ac:chgData name="Jizheng Wan (Computer Science)" userId="02e35b87-44bd-4455-aecc-56042df92991" providerId="ADAL" clId="{1EF787AE-A5F4-40B4-BF71-A47428D5953A}" dt="2023-10-25T20:28:34.379" v="2286" actId="478"/>
          <ac:spMkLst>
            <pc:docMk/>
            <pc:sldMk cId="1982775480" sldId="350"/>
            <ac:spMk id="4" creationId="{059C47CD-F47D-C52E-F093-C3B8B6C782DE}"/>
          </ac:spMkLst>
        </pc:spChg>
        <pc:spChg chg="del">
          <ac:chgData name="Jizheng Wan (Computer Science)" userId="02e35b87-44bd-4455-aecc-56042df92991" providerId="ADAL" clId="{1EF787AE-A5F4-40B4-BF71-A47428D5953A}" dt="2023-10-25T20:30:36.394" v="2472" actId="478"/>
          <ac:spMkLst>
            <pc:docMk/>
            <pc:sldMk cId="1982775480" sldId="350"/>
            <ac:spMk id="5" creationId="{9E0BA615-6BE9-41A5-A41F-4A11937E5F0F}"/>
          </ac:spMkLst>
        </pc:spChg>
        <pc:spChg chg="add mod">
          <ac:chgData name="Jizheng Wan (Computer Science)" userId="02e35b87-44bd-4455-aecc-56042df92991" providerId="ADAL" clId="{1EF787AE-A5F4-40B4-BF71-A47428D5953A}" dt="2023-10-25T20:28:55.212" v="2297" actId="1076"/>
          <ac:spMkLst>
            <pc:docMk/>
            <pc:sldMk cId="1982775480" sldId="350"/>
            <ac:spMk id="6" creationId="{311AA674-96B3-4723-3D4A-233B497E8CCD}"/>
          </ac:spMkLst>
        </pc:spChg>
      </pc:sldChg>
      <pc:sldChg chg="addSp modSp add mod modAnim">
        <pc:chgData name="Jizheng Wan (Computer Science)" userId="02e35b87-44bd-4455-aecc-56042df92991" providerId="ADAL" clId="{1EF787AE-A5F4-40B4-BF71-A47428D5953A}" dt="2023-10-25T20:32:35.791" v="2487" actId="1076"/>
        <pc:sldMkLst>
          <pc:docMk/>
          <pc:sldMk cId="3643729814" sldId="351"/>
        </pc:sldMkLst>
        <pc:spChg chg="mod">
          <ac:chgData name="Jizheng Wan (Computer Science)" userId="02e35b87-44bd-4455-aecc-56042df92991" providerId="ADAL" clId="{1EF787AE-A5F4-40B4-BF71-A47428D5953A}" dt="2023-10-25T20:32:12.523" v="2482" actId="20577"/>
          <ac:spMkLst>
            <pc:docMk/>
            <pc:sldMk cId="3643729814" sldId="351"/>
            <ac:spMk id="3" creationId="{9F777C32-F7E0-C426-665F-1D1C48BF6BC7}"/>
          </ac:spMkLst>
        </pc:spChg>
        <pc:picChg chg="add mod">
          <ac:chgData name="Jizheng Wan (Computer Science)" userId="02e35b87-44bd-4455-aecc-56042df92991" providerId="ADAL" clId="{1EF787AE-A5F4-40B4-BF71-A47428D5953A}" dt="2023-10-25T20:32:35.791" v="2487" actId="1076"/>
          <ac:picMkLst>
            <pc:docMk/>
            <pc:sldMk cId="3643729814" sldId="351"/>
            <ac:picMk id="4" creationId="{12B2DB2C-559C-41EB-B141-A897504AB726}"/>
          </ac:picMkLst>
        </pc:picChg>
      </pc:sldChg>
      <pc:sldChg chg="addSp modSp add mod">
        <pc:chgData name="Jizheng Wan (Computer Science)" userId="02e35b87-44bd-4455-aecc-56042df92991" providerId="ADAL" clId="{1EF787AE-A5F4-40B4-BF71-A47428D5953A}" dt="2023-10-25T20:45:25.908" v="2613" actId="14100"/>
        <pc:sldMkLst>
          <pc:docMk/>
          <pc:sldMk cId="1780546794" sldId="352"/>
        </pc:sldMkLst>
        <pc:spChg chg="mod">
          <ac:chgData name="Jizheng Wan (Computer Science)" userId="02e35b87-44bd-4455-aecc-56042df92991" providerId="ADAL" clId="{1EF787AE-A5F4-40B4-BF71-A47428D5953A}" dt="2023-10-25T20:38:50.266" v="2505" actId="20577"/>
          <ac:spMkLst>
            <pc:docMk/>
            <pc:sldMk cId="1780546794" sldId="352"/>
            <ac:spMk id="2" creationId="{182E6FF4-4AD4-B0F5-0F87-5B02CB7CA179}"/>
          </ac:spMkLst>
        </pc:spChg>
        <pc:spChg chg="mod">
          <ac:chgData name="Jizheng Wan (Computer Science)" userId="02e35b87-44bd-4455-aecc-56042df92991" providerId="ADAL" clId="{1EF787AE-A5F4-40B4-BF71-A47428D5953A}" dt="2023-10-25T20:44:43.983" v="2587" actId="14100"/>
          <ac:spMkLst>
            <pc:docMk/>
            <pc:sldMk cId="1780546794" sldId="352"/>
            <ac:spMk id="3" creationId="{9F777C32-F7E0-C426-665F-1D1C48BF6BC7}"/>
          </ac:spMkLst>
        </pc:spChg>
        <pc:spChg chg="add mod">
          <ac:chgData name="Jizheng Wan (Computer Science)" userId="02e35b87-44bd-4455-aecc-56042df92991" providerId="ADAL" clId="{1EF787AE-A5F4-40B4-BF71-A47428D5953A}" dt="2023-10-25T20:44:45.878" v="2588" actId="1076"/>
          <ac:spMkLst>
            <pc:docMk/>
            <pc:sldMk cId="1780546794" sldId="352"/>
            <ac:spMk id="4" creationId="{0651EDC7-7158-8376-E472-967ED9A0C477}"/>
          </ac:spMkLst>
        </pc:spChg>
        <pc:spChg chg="add mod">
          <ac:chgData name="Jizheng Wan (Computer Science)" userId="02e35b87-44bd-4455-aecc-56042df92991" providerId="ADAL" clId="{1EF787AE-A5F4-40B4-BF71-A47428D5953A}" dt="2023-10-25T20:45:25.908" v="2613" actId="14100"/>
          <ac:spMkLst>
            <pc:docMk/>
            <pc:sldMk cId="1780546794" sldId="352"/>
            <ac:spMk id="6" creationId="{D13C272E-346B-596A-55CE-7A1F0A068DDF}"/>
          </ac:spMkLst>
        </pc:spChg>
      </pc:sldChg>
      <pc:sldChg chg="new 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2727456392" sldId="353"/>
        </pc:sldMkLst>
      </pc:sldChg>
      <pc:sldChg chg="new del">
        <pc:chgData name="Jizheng Wan (Computer Science)" userId="02e35b87-44bd-4455-aecc-56042df92991" providerId="ADAL" clId="{1EF787AE-A5F4-40B4-BF71-A47428D5953A}" dt="2023-10-25T21:52:57.798" v="4057" actId="47"/>
        <pc:sldMkLst>
          <pc:docMk/>
          <pc:sldMk cId="4097839293" sldId="354"/>
        </pc:sldMkLst>
      </pc:sldChg>
      <pc:sldChg chg="addSp modSp add mod">
        <pc:chgData name="Jizheng Wan (Computer Science)" userId="02e35b87-44bd-4455-aecc-56042df92991" providerId="ADAL" clId="{1EF787AE-A5F4-40B4-BF71-A47428D5953A}" dt="2023-10-25T21:07:42.802" v="2951" actId="20577"/>
        <pc:sldMkLst>
          <pc:docMk/>
          <pc:sldMk cId="93838373" sldId="355"/>
        </pc:sldMkLst>
        <pc:spChg chg="mod">
          <ac:chgData name="Jizheng Wan (Computer Science)" userId="02e35b87-44bd-4455-aecc-56042df92991" providerId="ADAL" clId="{1EF787AE-A5F4-40B4-BF71-A47428D5953A}" dt="2023-10-25T20:47:43.631" v="2636" actId="20577"/>
          <ac:spMkLst>
            <pc:docMk/>
            <pc:sldMk cId="93838373" sldId="355"/>
            <ac:spMk id="2" creationId="{182E6FF4-4AD4-B0F5-0F87-5B02CB7CA179}"/>
          </ac:spMkLst>
        </pc:spChg>
        <pc:spChg chg="mod">
          <ac:chgData name="Jizheng Wan (Computer Science)" userId="02e35b87-44bd-4455-aecc-56042df92991" providerId="ADAL" clId="{1EF787AE-A5F4-40B4-BF71-A47428D5953A}" dt="2023-10-25T21:07:23.472" v="2947" actId="108"/>
          <ac:spMkLst>
            <pc:docMk/>
            <pc:sldMk cId="93838373" sldId="355"/>
            <ac:spMk id="3" creationId="{9F777C32-F7E0-C426-665F-1D1C48BF6BC7}"/>
          </ac:spMkLst>
        </pc:spChg>
        <pc:spChg chg="add mod">
          <ac:chgData name="Jizheng Wan (Computer Science)" userId="02e35b87-44bd-4455-aecc-56042df92991" providerId="ADAL" clId="{1EF787AE-A5F4-40B4-BF71-A47428D5953A}" dt="2023-10-25T21:07:42.802" v="2951" actId="20577"/>
          <ac:spMkLst>
            <pc:docMk/>
            <pc:sldMk cId="93838373" sldId="355"/>
            <ac:spMk id="4" creationId="{E29AC7B2-5403-D9DA-CCAE-FC918ED35537}"/>
          </ac:spMkLst>
        </pc:spChg>
      </pc:sldChg>
      <pc:sldChg chg="addSp delSp modSp new mod modAnim">
        <pc:chgData name="Jizheng Wan (Computer Science)" userId="02e35b87-44bd-4455-aecc-56042df92991" providerId="ADAL" clId="{1EF787AE-A5F4-40B4-BF71-A47428D5953A}" dt="2023-10-25T21:56:46.365" v="4400" actId="6549"/>
        <pc:sldMkLst>
          <pc:docMk/>
          <pc:sldMk cId="186604290" sldId="356"/>
        </pc:sldMkLst>
        <pc:spChg chg="mod">
          <ac:chgData name="Jizheng Wan (Computer Science)" userId="02e35b87-44bd-4455-aecc-56042df92991" providerId="ADAL" clId="{1EF787AE-A5F4-40B4-BF71-A47428D5953A}" dt="2023-10-25T21:56:46.365" v="4400" actId="6549"/>
          <ac:spMkLst>
            <pc:docMk/>
            <pc:sldMk cId="186604290" sldId="356"/>
            <ac:spMk id="2" creationId="{60C32B7E-AD7D-13F3-8A37-890A1FF7EB42}"/>
          </ac:spMkLst>
        </pc:spChg>
        <pc:spChg chg="mod">
          <ac:chgData name="Jizheng Wan (Computer Science)" userId="02e35b87-44bd-4455-aecc-56042df92991" providerId="ADAL" clId="{1EF787AE-A5F4-40B4-BF71-A47428D5953A}" dt="2023-10-25T21:15:22.769" v="3487" actId="20577"/>
          <ac:spMkLst>
            <pc:docMk/>
            <pc:sldMk cId="186604290" sldId="356"/>
            <ac:spMk id="3" creationId="{D768CC6C-9C99-E57C-DE5A-B32274FBCA0D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6" creationId="{110994AA-C012-CDB7-FFDD-35548EAA4D41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7" creationId="{9882DCEE-3BA6-5CA4-AB1C-9B0BE276A1F6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8" creationId="{6A81AA50-5D10-49C9-0F1E-86E2DA9564CB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9" creationId="{1E133D12-DD61-5B46-083A-CB4D6C480FCE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10" creationId="{33253FB3-20FF-7F88-9509-660603CC4437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11" creationId="{1E549124-AAF6-D69B-81DB-8D19871D9C51}"/>
          </ac:spMkLst>
        </pc:spChg>
        <pc:spChg chg="mod">
          <ac:chgData name="Jizheng Wan (Computer Science)" userId="02e35b87-44bd-4455-aecc-56042df92991" providerId="ADAL" clId="{1EF787AE-A5F4-40B4-BF71-A47428D5953A}" dt="2023-10-25T21:10:30.987" v="3076"/>
          <ac:spMkLst>
            <pc:docMk/>
            <pc:sldMk cId="186604290" sldId="356"/>
            <ac:spMk id="12" creationId="{87A2485D-DEA4-8CA4-DADE-C011D78F7397}"/>
          </ac:spMkLst>
        </pc:spChg>
        <pc:spChg chg="mod topLvl">
          <ac:chgData name="Jizheng Wan (Computer Science)" userId="02e35b87-44bd-4455-aecc-56042df92991" providerId="ADAL" clId="{1EF787AE-A5F4-40B4-BF71-A47428D5953A}" dt="2023-10-25T21:13:43.702" v="3386" actId="1076"/>
          <ac:spMkLst>
            <pc:docMk/>
            <pc:sldMk cId="186604290" sldId="356"/>
            <ac:spMk id="15" creationId="{20E5DF96-5EC6-D870-618B-35CE959E402C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16" creationId="{51C89229-E4AE-160D-42E9-745789B238E7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17" creationId="{E25E6E74-EBE9-FB16-2F9D-8340DA0AA36B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18" creationId="{032ABFFD-AE8F-EF84-1DC4-97549307C262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19" creationId="{90557E74-1935-E971-CA04-20A6B49644E7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20" creationId="{7A99A618-2690-68FA-BA34-FFF0E9FDA3EF}"/>
          </ac:spMkLst>
        </pc:spChg>
        <pc:spChg chg="mod">
          <ac:chgData name="Jizheng Wan (Computer Science)" userId="02e35b87-44bd-4455-aecc-56042df92991" providerId="ADAL" clId="{1EF787AE-A5F4-40B4-BF71-A47428D5953A}" dt="2023-10-25T21:13:25.402" v="3384" actId="165"/>
          <ac:spMkLst>
            <pc:docMk/>
            <pc:sldMk cId="186604290" sldId="356"/>
            <ac:spMk id="21" creationId="{E988398E-4831-12F8-15DB-849109B0D4F3}"/>
          </ac:spMkLst>
        </pc:spChg>
        <pc:spChg chg="mod">
          <ac:chgData name="Jizheng Wan (Computer Science)" userId="02e35b87-44bd-4455-aecc-56042df92991" providerId="ADAL" clId="{1EF787AE-A5F4-40B4-BF71-A47428D5953A}" dt="2023-10-25T21:14:10.147" v="3389" actId="20577"/>
          <ac:spMkLst>
            <pc:docMk/>
            <pc:sldMk cId="186604290" sldId="356"/>
            <ac:spMk id="23" creationId="{9DF5A008-32C1-61B9-D675-82328E40204D}"/>
          </ac:spMkLst>
        </pc:spChg>
        <pc:spChg chg="mod">
          <ac:chgData name="Jizheng Wan (Computer Science)" userId="02e35b87-44bd-4455-aecc-56042df92991" providerId="ADAL" clId="{1EF787AE-A5F4-40B4-BF71-A47428D5953A}" dt="2023-10-25T21:14:11.543" v="3390" actId="20577"/>
          <ac:spMkLst>
            <pc:docMk/>
            <pc:sldMk cId="186604290" sldId="356"/>
            <ac:spMk id="24" creationId="{10BCC428-7DB2-A5E8-2A1D-0D4860EDC556}"/>
          </ac:spMkLst>
        </pc:spChg>
        <pc:spChg chg="mod">
          <ac:chgData name="Jizheng Wan (Computer Science)" userId="02e35b87-44bd-4455-aecc-56042df92991" providerId="ADAL" clId="{1EF787AE-A5F4-40B4-BF71-A47428D5953A}" dt="2023-10-25T21:14:13.607" v="3391" actId="20577"/>
          <ac:spMkLst>
            <pc:docMk/>
            <pc:sldMk cId="186604290" sldId="356"/>
            <ac:spMk id="25" creationId="{788E947E-577B-4859-D187-435A17147074}"/>
          </ac:spMkLst>
        </pc:spChg>
        <pc:spChg chg="mod">
          <ac:chgData name="Jizheng Wan (Computer Science)" userId="02e35b87-44bd-4455-aecc-56042df92991" providerId="ADAL" clId="{1EF787AE-A5F4-40B4-BF71-A47428D5953A}" dt="2023-10-25T21:14:16.146" v="3392" actId="20577"/>
          <ac:spMkLst>
            <pc:docMk/>
            <pc:sldMk cId="186604290" sldId="356"/>
            <ac:spMk id="26" creationId="{EA5B8F35-4426-2185-F824-74877C4B4E33}"/>
          </ac:spMkLst>
        </pc:spChg>
        <pc:spChg chg="mod">
          <ac:chgData name="Jizheng Wan (Computer Science)" userId="02e35b87-44bd-4455-aecc-56042df92991" providerId="ADAL" clId="{1EF787AE-A5F4-40B4-BF71-A47428D5953A}" dt="2023-10-25T21:14:19.685" v="3394" actId="20577"/>
          <ac:spMkLst>
            <pc:docMk/>
            <pc:sldMk cId="186604290" sldId="356"/>
            <ac:spMk id="27" creationId="{E139635F-9DE2-53EA-D885-900112EC53DC}"/>
          </ac:spMkLst>
        </pc:spChg>
        <pc:spChg chg="mod">
          <ac:chgData name="Jizheng Wan (Computer Science)" userId="02e35b87-44bd-4455-aecc-56042df92991" providerId="ADAL" clId="{1EF787AE-A5F4-40B4-BF71-A47428D5953A}" dt="2023-10-25T21:14:20.866" v="3395" actId="20577"/>
          <ac:spMkLst>
            <pc:docMk/>
            <pc:sldMk cId="186604290" sldId="356"/>
            <ac:spMk id="28" creationId="{4B4C27E4-67CD-7265-E026-4DFED87EED6D}"/>
          </ac:spMkLst>
        </pc:spChg>
        <pc:spChg chg="mod">
          <ac:chgData name="Jizheng Wan (Computer Science)" userId="02e35b87-44bd-4455-aecc-56042df92991" providerId="ADAL" clId="{1EF787AE-A5F4-40B4-BF71-A47428D5953A}" dt="2023-10-25T21:14:23.687" v="3396" actId="20577"/>
          <ac:spMkLst>
            <pc:docMk/>
            <pc:sldMk cId="186604290" sldId="356"/>
            <ac:spMk id="30" creationId="{ABA19219-D018-C958-A859-06C4E95D9738}"/>
          </ac:spMkLst>
        </pc:spChg>
        <pc:spChg chg="mod">
          <ac:chgData name="Jizheng Wan (Computer Science)" userId="02e35b87-44bd-4455-aecc-56042df92991" providerId="ADAL" clId="{1EF787AE-A5F4-40B4-BF71-A47428D5953A}" dt="2023-10-25T21:14:25.618" v="3397" actId="20577"/>
          <ac:spMkLst>
            <pc:docMk/>
            <pc:sldMk cId="186604290" sldId="356"/>
            <ac:spMk id="31" creationId="{6947D3CF-BA14-AC21-D67C-A33DF565FB69}"/>
          </ac:spMkLst>
        </pc:spChg>
        <pc:spChg chg="mod">
          <ac:chgData name="Jizheng Wan (Computer Science)" userId="02e35b87-44bd-4455-aecc-56042df92991" providerId="ADAL" clId="{1EF787AE-A5F4-40B4-BF71-A47428D5953A}" dt="2023-10-25T21:14:32.426" v="3399" actId="20577"/>
          <ac:spMkLst>
            <pc:docMk/>
            <pc:sldMk cId="186604290" sldId="356"/>
            <ac:spMk id="32" creationId="{89F81104-80F2-47EA-9E8F-7D0C253DCCC2}"/>
          </ac:spMkLst>
        </pc:spChg>
        <pc:spChg chg="mod">
          <ac:chgData name="Jizheng Wan (Computer Science)" userId="02e35b87-44bd-4455-aecc-56042df92991" providerId="ADAL" clId="{1EF787AE-A5F4-40B4-BF71-A47428D5953A}" dt="2023-10-25T21:14:34.116" v="3400" actId="20577"/>
          <ac:spMkLst>
            <pc:docMk/>
            <pc:sldMk cId="186604290" sldId="356"/>
            <ac:spMk id="33" creationId="{22B0F599-D5F5-29B3-CF40-E480D184A020}"/>
          </ac:spMkLst>
        </pc:spChg>
        <pc:spChg chg="mod">
          <ac:chgData name="Jizheng Wan (Computer Science)" userId="02e35b87-44bd-4455-aecc-56042df92991" providerId="ADAL" clId="{1EF787AE-A5F4-40B4-BF71-A47428D5953A}" dt="2023-10-25T21:14:38.463" v="3403" actId="20577"/>
          <ac:spMkLst>
            <pc:docMk/>
            <pc:sldMk cId="186604290" sldId="356"/>
            <ac:spMk id="34" creationId="{ADF9081F-D4EA-E977-67EF-94C0B6EADED3}"/>
          </ac:spMkLst>
        </pc:spChg>
        <pc:spChg chg="mod">
          <ac:chgData name="Jizheng Wan (Computer Science)" userId="02e35b87-44bd-4455-aecc-56042df92991" providerId="ADAL" clId="{1EF787AE-A5F4-40B4-BF71-A47428D5953A}" dt="2023-10-25T21:14:40.543" v="3404" actId="20577"/>
          <ac:spMkLst>
            <pc:docMk/>
            <pc:sldMk cId="186604290" sldId="356"/>
            <ac:spMk id="35" creationId="{4494D886-2F26-DD59-609F-5FAE8E24C53C}"/>
          </ac:spMkLst>
        </pc:spChg>
        <pc:spChg chg="add mod">
          <ac:chgData name="Jizheng Wan (Computer Science)" userId="02e35b87-44bd-4455-aecc-56042df92991" providerId="ADAL" clId="{1EF787AE-A5F4-40B4-BF71-A47428D5953A}" dt="2023-10-25T21:16:36.963" v="3509" actId="1076"/>
          <ac:spMkLst>
            <pc:docMk/>
            <pc:sldMk cId="186604290" sldId="356"/>
            <ac:spMk id="36" creationId="{11C64BD7-3F30-CE28-45B1-913A6CFAD9F9}"/>
          </ac:spMkLst>
        </pc:spChg>
        <pc:spChg chg="add mod">
          <ac:chgData name="Jizheng Wan (Computer Science)" userId="02e35b87-44bd-4455-aecc-56042df92991" providerId="ADAL" clId="{1EF787AE-A5F4-40B4-BF71-A47428D5953A}" dt="2023-10-25T21:16:46.018" v="3512" actId="20577"/>
          <ac:spMkLst>
            <pc:docMk/>
            <pc:sldMk cId="186604290" sldId="356"/>
            <ac:spMk id="37" creationId="{5FFB35EC-93F9-D797-A31C-CC349B58C986}"/>
          </ac:spMkLst>
        </pc:spChg>
        <pc:spChg chg="add mod">
          <ac:chgData name="Jizheng Wan (Computer Science)" userId="02e35b87-44bd-4455-aecc-56042df92991" providerId="ADAL" clId="{1EF787AE-A5F4-40B4-BF71-A47428D5953A}" dt="2023-10-25T21:16:47.793" v="3513" actId="20577"/>
          <ac:spMkLst>
            <pc:docMk/>
            <pc:sldMk cId="186604290" sldId="356"/>
            <ac:spMk id="38" creationId="{F6CEF465-BB45-B159-D924-5C0801DB8E90}"/>
          </ac:spMkLst>
        </pc:spChg>
        <pc:grpChg chg="add mod">
          <ac:chgData name="Jizheng Wan (Computer Science)" userId="02e35b87-44bd-4455-aecc-56042df92991" providerId="ADAL" clId="{1EF787AE-A5F4-40B4-BF71-A47428D5953A}" dt="2023-10-25T21:11:11.925" v="3082" actId="1076"/>
          <ac:grpSpMkLst>
            <pc:docMk/>
            <pc:sldMk cId="186604290" sldId="356"/>
            <ac:grpSpMk id="4" creationId="{F9BFED0E-FDED-E294-4A4A-A7AF830BBFCF}"/>
          </ac:grpSpMkLst>
        </pc:grpChg>
        <pc:grpChg chg="mod">
          <ac:chgData name="Jizheng Wan (Computer Science)" userId="02e35b87-44bd-4455-aecc-56042df92991" providerId="ADAL" clId="{1EF787AE-A5F4-40B4-BF71-A47428D5953A}" dt="2023-10-25T21:10:30.987" v="3076"/>
          <ac:grpSpMkLst>
            <pc:docMk/>
            <pc:sldMk cId="186604290" sldId="356"/>
            <ac:grpSpMk id="5" creationId="{B887C521-4E24-AC07-213D-6D4665BE37B9}"/>
          </ac:grpSpMkLst>
        </pc:grpChg>
        <pc:grpChg chg="add del mod">
          <ac:chgData name="Jizheng Wan (Computer Science)" userId="02e35b87-44bd-4455-aecc-56042df92991" providerId="ADAL" clId="{1EF787AE-A5F4-40B4-BF71-A47428D5953A}" dt="2023-10-25T21:13:25.402" v="3384" actId="165"/>
          <ac:grpSpMkLst>
            <pc:docMk/>
            <pc:sldMk cId="186604290" sldId="356"/>
            <ac:grpSpMk id="13" creationId="{C8B0C53E-8430-D082-9819-181391C401BC}"/>
          </ac:grpSpMkLst>
        </pc:grpChg>
        <pc:grpChg chg="mod topLvl">
          <ac:chgData name="Jizheng Wan (Computer Science)" userId="02e35b87-44bd-4455-aecc-56042df92991" providerId="ADAL" clId="{1EF787AE-A5F4-40B4-BF71-A47428D5953A}" dt="2023-10-25T21:13:25.402" v="3384" actId="165"/>
          <ac:grpSpMkLst>
            <pc:docMk/>
            <pc:sldMk cId="186604290" sldId="356"/>
            <ac:grpSpMk id="14" creationId="{D56FC766-BD0E-8F85-AE82-E70081C7DE0D}"/>
          </ac:grpSpMkLst>
        </pc:grpChg>
        <pc:grpChg chg="add mod">
          <ac:chgData name="Jizheng Wan (Computer Science)" userId="02e35b87-44bd-4455-aecc-56042df92991" providerId="ADAL" clId="{1EF787AE-A5F4-40B4-BF71-A47428D5953A}" dt="2023-10-25T21:13:55.500" v="3387" actId="571"/>
          <ac:grpSpMkLst>
            <pc:docMk/>
            <pc:sldMk cId="186604290" sldId="356"/>
            <ac:grpSpMk id="22" creationId="{B24DABED-D749-87A9-1C27-648A2DADE92F}"/>
          </ac:grpSpMkLst>
        </pc:grpChg>
        <pc:grpChg chg="add mod">
          <ac:chgData name="Jizheng Wan (Computer Science)" userId="02e35b87-44bd-4455-aecc-56042df92991" providerId="ADAL" clId="{1EF787AE-A5F4-40B4-BF71-A47428D5953A}" dt="2023-10-25T21:14:00.624" v="3388" actId="571"/>
          <ac:grpSpMkLst>
            <pc:docMk/>
            <pc:sldMk cId="186604290" sldId="356"/>
            <ac:grpSpMk id="29" creationId="{C1C433FB-CC39-8BA1-FC80-1C6C8486E367}"/>
          </ac:grpSpMkLst>
        </pc:grpChg>
      </pc:sldChg>
      <pc:sldChg chg="addSp delSp modSp add mod setBg delAnim modAnim">
        <pc:chgData name="Jizheng Wan (Computer Science)" userId="02e35b87-44bd-4455-aecc-56042df92991" providerId="ADAL" clId="{1EF787AE-A5F4-40B4-BF71-A47428D5953A}" dt="2023-10-25T21:56:49.813" v="4401" actId="6549"/>
        <pc:sldMkLst>
          <pc:docMk/>
          <pc:sldMk cId="3491266149" sldId="357"/>
        </pc:sldMkLst>
        <pc:spChg chg="mod">
          <ac:chgData name="Jizheng Wan (Computer Science)" userId="02e35b87-44bd-4455-aecc-56042df92991" providerId="ADAL" clId="{1EF787AE-A5F4-40B4-BF71-A47428D5953A}" dt="2023-10-25T21:56:49.813" v="4401" actId="6549"/>
          <ac:spMkLst>
            <pc:docMk/>
            <pc:sldMk cId="3491266149" sldId="357"/>
            <ac:spMk id="2" creationId="{60C32B7E-AD7D-13F3-8A37-890A1FF7EB42}"/>
          </ac:spMkLst>
        </pc:spChg>
        <pc:spChg chg="del">
          <ac:chgData name="Jizheng Wan (Computer Science)" userId="02e35b87-44bd-4455-aecc-56042df92991" providerId="ADAL" clId="{1EF787AE-A5F4-40B4-BF71-A47428D5953A}" dt="2023-10-25T21:19:08.872" v="3521" actId="478"/>
          <ac:spMkLst>
            <pc:docMk/>
            <pc:sldMk cId="3491266149" sldId="357"/>
            <ac:spMk id="3" creationId="{D768CC6C-9C99-E57C-DE5A-B32274FBCA0D}"/>
          </ac:spMkLst>
        </pc:spChg>
        <pc:spChg chg="mod">
          <ac:chgData name="Jizheng Wan (Computer Science)" userId="02e35b87-44bd-4455-aecc-56042df92991" providerId="ADAL" clId="{1EF787AE-A5F4-40B4-BF71-A47428D5953A}" dt="2023-10-25T21:41:51.904" v="3945" actId="1076"/>
          <ac:spMkLst>
            <pc:docMk/>
            <pc:sldMk cId="3491266149" sldId="357"/>
            <ac:spMk id="15" creationId="{20E5DF96-5EC6-D870-618B-35CE959E402C}"/>
          </ac:spMkLst>
        </pc:spChg>
        <pc:spChg chg="mod">
          <ac:chgData name="Jizheng Wan (Computer Science)" userId="02e35b87-44bd-4455-aecc-56042df92991" providerId="ADAL" clId="{1EF787AE-A5F4-40B4-BF71-A47428D5953A}" dt="2023-10-25T21:41:51.904" v="3945" actId="1076"/>
          <ac:spMkLst>
            <pc:docMk/>
            <pc:sldMk cId="3491266149" sldId="357"/>
            <ac:spMk id="36" creationId="{11C64BD7-3F30-CE28-45B1-913A6CFAD9F9}"/>
          </ac:spMkLst>
        </pc:spChg>
        <pc:spChg chg="mod">
          <ac:chgData name="Jizheng Wan (Computer Science)" userId="02e35b87-44bd-4455-aecc-56042df92991" providerId="ADAL" clId="{1EF787AE-A5F4-40B4-BF71-A47428D5953A}" dt="2023-10-25T21:41:51.904" v="3945" actId="1076"/>
          <ac:spMkLst>
            <pc:docMk/>
            <pc:sldMk cId="3491266149" sldId="357"/>
            <ac:spMk id="37" creationId="{5FFB35EC-93F9-D797-A31C-CC349B58C986}"/>
          </ac:spMkLst>
        </pc:spChg>
        <pc:spChg chg="mod">
          <ac:chgData name="Jizheng Wan (Computer Science)" userId="02e35b87-44bd-4455-aecc-56042df92991" providerId="ADAL" clId="{1EF787AE-A5F4-40B4-BF71-A47428D5953A}" dt="2023-10-25T21:41:51.904" v="3945" actId="1076"/>
          <ac:spMkLst>
            <pc:docMk/>
            <pc:sldMk cId="3491266149" sldId="357"/>
            <ac:spMk id="38" creationId="{F6CEF465-BB45-B159-D924-5C0801DB8E90}"/>
          </ac:spMkLst>
        </pc:spChg>
        <pc:spChg chg="add del mod">
          <ac:chgData name="Jizheng Wan (Computer Science)" userId="02e35b87-44bd-4455-aecc-56042df92991" providerId="ADAL" clId="{1EF787AE-A5F4-40B4-BF71-A47428D5953A}" dt="2023-10-25T21:19:10.749" v="3522" actId="478"/>
          <ac:spMkLst>
            <pc:docMk/>
            <pc:sldMk cId="3491266149" sldId="357"/>
            <ac:spMk id="39" creationId="{732192C3-EC5B-7C5B-44A1-EFE1ECD1C179}"/>
          </ac:spMkLst>
        </pc:spChg>
        <pc:spChg chg="add mod">
          <ac:chgData name="Jizheng Wan (Computer Science)" userId="02e35b87-44bd-4455-aecc-56042df92991" providerId="ADAL" clId="{1EF787AE-A5F4-40B4-BF71-A47428D5953A}" dt="2023-10-25T21:51:39.615" v="4056" actId="20577"/>
          <ac:spMkLst>
            <pc:docMk/>
            <pc:sldMk cId="3491266149" sldId="357"/>
            <ac:spMk id="40" creationId="{5494D760-673A-0E21-2133-43FD901596F6}"/>
          </ac:spMkLst>
        </pc:spChg>
        <pc:spChg chg="add mod">
          <ac:chgData name="Jizheng Wan (Computer Science)" userId="02e35b87-44bd-4455-aecc-56042df92991" providerId="ADAL" clId="{1EF787AE-A5F4-40B4-BF71-A47428D5953A}" dt="2023-10-25T21:51:19.571" v="4033" actId="1076"/>
          <ac:spMkLst>
            <pc:docMk/>
            <pc:sldMk cId="3491266149" sldId="357"/>
            <ac:spMk id="41" creationId="{7D09B7B8-8512-E66A-3FAD-909A19C5FE4C}"/>
          </ac:spMkLst>
        </pc:spChg>
        <pc:grpChg chg="del">
          <ac:chgData name="Jizheng Wan (Computer Science)" userId="02e35b87-44bd-4455-aecc-56042df92991" providerId="ADAL" clId="{1EF787AE-A5F4-40B4-BF71-A47428D5953A}" dt="2023-10-25T21:19:11.636" v="3523" actId="478"/>
          <ac:grpSpMkLst>
            <pc:docMk/>
            <pc:sldMk cId="3491266149" sldId="357"/>
            <ac:grpSpMk id="4" creationId="{F9BFED0E-FDED-E294-4A4A-A7AF830BBFCF}"/>
          </ac:grpSpMkLst>
        </pc:grpChg>
        <pc:grpChg chg="mod">
          <ac:chgData name="Jizheng Wan (Computer Science)" userId="02e35b87-44bd-4455-aecc-56042df92991" providerId="ADAL" clId="{1EF787AE-A5F4-40B4-BF71-A47428D5953A}" dt="2023-10-25T21:41:51.904" v="3945" actId="1076"/>
          <ac:grpSpMkLst>
            <pc:docMk/>
            <pc:sldMk cId="3491266149" sldId="357"/>
            <ac:grpSpMk id="14" creationId="{D56FC766-BD0E-8F85-AE82-E70081C7DE0D}"/>
          </ac:grpSpMkLst>
        </pc:grpChg>
        <pc:grpChg chg="mod">
          <ac:chgData name="Jizheng Wan (Computer Science)" userId="02e35b87-44bd-4455-aecc-56042df92991" providerId="ADAL" clId="{1EF787AE-A5F4-40B4-BF71-A47428D5953A}" dt="2023-10-25T21:41:51.904" v="3945" actId="1076"/>
          <ac:grpSpMkLst>
            <pc:docMk/>
            <pc:sldMk cId="3491266149" sldId="357"/>
            <ac:grpSpMk id="22" creationId="{B24DABED-D749-87A9-1C27-648A2DADE92F}"/>
          </ac:grpSpMkLst>
        </pc:grpChg>
        <pc:grpChg chg="mod">
          <ac:chgData name="Jizheng Wan (Computer Science)" userId="02e35b87-44bd-4455-aecc-56042df92991" providerId="ADAL" clId="{1EF787AE-A5F4-40B4-BF71-A47428D5953A}" dt="2023-10-25T21:41:51.904" v="3945" actId="1076"/>
          <ac:grpSpMkLst>
            <pc:docMk/>
            <pc:sldMk cId="3491266149" sldId="357"/>
            <ac:grpSpMk id="29" creationId="{C1C433FB-CC39-8BA1-FC80-1C6C8486E367}"/>
          </ac:grpSpMkLst>
        </pc:grpChg>
      </pc:sldChg>
    </pc:docChg>
  </pc:docChgLst>
  <pc:docChgLst>
    <pc:chgData name="Jizheng Wan" userId="02e35b87-44bd-4455-aecc-56042df92991" providerId="ADAL" clId="{702691A6-40BF-4444-AEDF-3F58A60EA10D}"/>
    <pc:docChg chg="modSld">
      <pc:chgData name="Jizheng Wan" userId="02e35b87-44bd-4455-aecc-56042df92991" providerId="ADAL" clId="{702691A6-40BF-4444-AEDF-3F58A60EA10D}" dt="2022-11-01T18:56:57.899" v="0"/>
      <pc:docMkLst>
        <pc:docMk/>
      </pc:docMkLst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774230203" sldId="321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774230203" sldId="321"/>
            <ac:inkMk id="5" creationId="{5D9C3CFE-A64B-0451-616F-2F826039F123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585716244" sldId="322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585716244" sldId="322"/>
            <ac:inkMk id="6" creationId="{596C9936-815E-BFDB-A85E-619DE24130D2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543225394" sldId="324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543225394" sldId="324"/>
            <ac:inkMk id="5" creationId="{5A8E88AA-CB29-2C3C-6F3B-15D43E62176F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990925061" sldId="325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990925061" sldId="325"/>
            <ac:inkMk id="4" creationId="{AE90F526-E594-70F4-76E9-564C15DA721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843695421" sldId="328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843695421" sldId="328"/>
            <ac:inkMk id="9" creationId="{DA27154C-09E8-3501-3D3C-E57C7A37A617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4236375752" sldId="329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4236375752" sldId="329"/>
            <ac:inkMk id="9" creationId="{A2E74113-A377-8A1F-AABE-67769885F0F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1399123181" sldId="330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10/25/2023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25/10/2023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37B06-8C33-1F2E-DDD2-B4FE31DDAE19}"/>
              </a:ext>
            </a:extLst>
          </p:cNvPr>
          <p:cNvSpPr txBox="1"/>
          <p:nvPr/>
        </p:nvSpPr>
        <p:spPr>
          <a:xfrm>
            <a:off x="2459182" y="1536017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b="1" dirty="0"/>
              <a:t>Code: 76922884</a:t>
            </a:r>
          </a:p>
        </p:txBody>
      </p:sp>
    </p:spTree>
    <p:extLst>
      <p:ext uri="{BB962C8B-B14F-4D97-AF65-F5344CB8AC3E}">
        <p14:creationId xmlns:p14="http://schemas.microsoft.com/office/powerpoint/2010/main" val="259195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OOP/SW – Week 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Dr. Jizheng Wan</a:t>
            </a:r>
          </a:p>
          <a:p>
            <a:pPr algn="ctr"/>
            <a:r>
              <a:rPr lang="en-GB" dirty="0"/>
              <a:t>Oct 2023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how to declare &amp; initialise arrays.</a:t>
            </a:r>
          </a:p>
          <a:p>
            <a:r>
              <a:rPr lang="en-GB" dirty="0"/>
              <a:t>Understand how to access element(s) in an array.</a:t>
            </a:r>
          </a:p>
          <a:p>
            <a:pPr lvl="1"/>
            <a:r>
              <a:rPr lang="en-GB" dirty="0"/>
              <a:t>Use fix-value index/subscript</a:t>
            </a:r>
          </a:p>
          <a:p>
            <a:pPr lvl="1"/>
            <a:r>
              <a:rPr lang="en-GB" dirty="0"/>
              <a:t>Use variable index</a:t>
            </a:r>
          </a:p>
          <a:p>
            <a:r>
              <a:rPr lang="en-GB" dirty="0"/>
              <a:t>Passing Arrays to and Returning Arrays from Methods.</a:t>
            </a:r>
          </a:p>
          <a:p>
            <a:r>
              <a:rPr lang="en-GB" dirty="0"/>
              <a:t>Understand Parallel Arrays and the search operation.</a:t>
            </a:r>
          </a:p>
          <a:p>
            <a:r>
              <a:rPr lang="en-GB" dirty="0"/>
              <a:t>Sort an array.</a:t>
            </a:r>
          </a:p>
          <a:p>
            <a:r>
              <a:rPr lang="en-GB" dirty="0"/>
              <a:t>Two-dimensional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9784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225C-41E7-64F9-0856-301E2AC6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8FBA-5AAC-9D06-67DC-2A4059CB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7892253" cy="295232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6298"/>
                </a:solidFill>
              </a:rPr>
              <a:t>Array</a:t>
            </a:r>
          </a:p>
          <a:p>
            <a:pPr marL="0" indent="0">
              <a:buNone/>
            </a:pPr>
            <a:endParaRPr lang="en-US" b="1" dirty="0">
              <a:solidFill>
                <a:srgbClr val="006298"/>
              </a:solidFill>
            </a:endParaRPr>
          </a:p>
          <a:p>
            <a:r>
              <a:rPr lang="en-GB" dirty="0"/>
              <a:t>Named list of data items with the same data type.</a:t>
            </a:r>
          </a:p>
          <a:p>
            <a:r>
              <a:rPr lang="en-GB" dirty="0"/>
              <a:t>Each data item is an element of the array.</a:t>
            </a:r>
          </a:p>
          <a:p>
            <a:r>
              <a:rPr lang="en-GB" dirty="0"/>
              <a:t>Used when storing just one value at a time in memory does not meet your needs.</a:t>
            </a:r>
          </a:p>
          <a:p>
            <a:r>
              <a:rPr lang="en-GB" dirty="0"/>
              <a:t>Declared in the same way as any simple variable.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But you insert a pair of square brackets after the data type: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45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225C-41E7-64F9-0856-301E2AC6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8FBA-5AAC-9D06-67DC-2A4059CB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4"/>
            <a:ext cx="7892253" cy="212901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6298"/>
                </a:solidFill>
              </a:rPr>
              <a:t>Memory space</a:t>
            </a:r>
          </a:p>
          <a:p>
            <a:r>
              <a:rPr lang="en-US" dirty="0">
                <a:latin typeface="Arial" charset="0"/>
                <a:cs typeface="Arial" charset="0"/>
              </a:rPr>
              <a:t>After you create an array variable you still need to reserve memory space</a:t>
            </a:r>
            <a:r>
              <a:rPr lang="en-GB" dirty="0"/>
              <a:t>.</a:t>
            </a:r>
          </a:p>
          <a:p>
            <a:r>
              <a:rPr lang="en-US" dirty="0">
                <a:latin typeface="Arial" charset="0"/>
                <a:cs typeface="Arial" charset="0"/>
              </a:rPr>
              <a:t>Use the same procedure to create arrays as objects</a:t>
            </a:r>
            <a:r>
              <a:rPr lang="en-GB" dirty="0"/>
              <a:t>.</a:t>
            </a:r>
          </a:p>
          <a:p>
            <a:r>
              <a:rPr lang="en-US" dirty="0">
                <a:latin typeface="Arial" charset="0"/>
                <a:cs typeface="Arial" charset="0"/>
              </a:rPr>
              <a:t>The size of the array follows the data type</a:t>
            </a:r>
            <a:r>
              <a:rPr lang="en-GB" dirty="0">
                <a:cs typeface="Arial" charset="0"/>
              </a:rPr>
              <a:t>:</a:t>
            </a:r>
            <a:endParaRPr lang="en-GB" dirty="0"/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new double[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1"/>
            <a:r>
              <a:rPr lang="en-GB" dirty="0">
                <a:latin typeface="Arial" charset="0"/>
                <a:cs typeface="Arial" charset="0"/>
              </a:rPr>
              <a:t>6 indicates there are 6 elements in this array.</a:t>
            </a:r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EE5EBF-D8E4-F31A-82BA-E4C2CA23ACEE}"/>
              </a:ext>
            </a:extLst>
          </p:cNvPr>
          <p:cNvGrpSpPr/>
          <p:nvPr/>
        </p:nvGrpSpPr>
        <p:grpSpPr>
          <a:xfrm>
            <a:off x="2786244" y="4032105"/>
            <a:ext cx="3486150" cy="428625"/>
            <a:chOff x="2786244" y="4032105"/>
            <a:chExt cx="3486150" cy="4286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E1210F-D12E-6589-B404-EF21F4E57AA3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0.0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3C4E58-BD9E-FFA9-2FF0-F2E31DD2DE81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2000" b="0" dirty="0">
                  <a:latin typeface="Arial" charset="0"/>
                </a:rPr>
                <a:t>0.0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734B46-23CB-CBB2-2703-9A0589D64E08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2000" b="0" dirty="0">
                  <a:latin typeface="Arial" charset="0"/>
                </a:rPr>
                <a:t>0.0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AE0163-EE00-40A8-FC0E-056F65C36398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2000" b="0" dirty="0">
                  <a:latin typeface="Arial" charset="0"/>
                </a:rPr>
                <a:t>0.0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F758E9-C35E-048E-13A5-1FC1F6AE24E5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2000" b="0" dirty="0">
                  <a:latin typeface="Arial" charset="0"/>
                </a:rPr>
                <a:t>0.0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6FF8F4-0261-D8B6-89C5-F4664B273FF9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2000" b="0" dirty="0">
                  <a:latin typeface="Arial" charset="0"/>
                </a:rPr>
                <a:t>0.0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BE5594-1960-9224-6275-A49BDD6B5955}"/>
              </a:ext>
            </a:extLst>
          </p:cNvPr>
          <p:cNvGrpSpPr/>
          <p:nvPr/>
        </p:nvGrpSpPr>
        <p:grpSpPr>
          <a:xfrm>
            <a:off x="2474680" y="4460730"/>
            <a:ext cx="1218603" cy="579239"/>
            <a:chOff x="2474680" y="4460730"/>
            <a:chExt cx="1218603" cy="579239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58E5100-31A8-891F-C6C6-44D0E5B13CE4}"/>
                </a:ext>
              </a:extLst>
            </p:cNvPr>
            <p:cNvCxnSpPr>
              <a:cxnSpLocks/>
              <a:endCxn id="4" idx="2"/>
            </p:cNvCxnSpPr>
            <p:nvPr/>
          </p:nvCxnSpPr>
          <p:spPr bwMode="auto">
            <a:xfrm flipV="1">
              <a:off x="3076757" y="4460730"/>
              <a:ext cx="0" cy="2714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452C4F-D1BC-BE64-1C8D-EA296218C2A3}"/>
                </a:ext>
              </a:extLst>
            </p:cNvPr>
            <p:cNvSpPr txBox="1"/>
            <p:nvPr/>
          </p:nvSpPr>
          <p:spPr>
            <a:xfrm>
              <a:off x="2474680" y="4732192"/>
              <a:ext cx="1218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0" dirty="0"/>
                <a:t>First element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48C73F-0B35-4A1D-4C73-AE783B21D4D0}"/>
              </a:ext>
            </a:extLst>
          </p:cNvPr>
          <p:cNvGrpSpPr/>
          <p:nvPr/>
        </p:nvGrpSpPr>
        <p:grpSpPr>
          <a:xfrm>
            <a:off x="5460334" y="4460730"/>
            <a:ext cx="1208985" cy="602374"/>
            <a:chOff x="5460334" y="4460730"/>
            <a:chExt cx="1208985" cy="60237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B44D0B0-1393-1AED-7BC9-CC9DCA3C959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00066" y="4460730"/>
              <a:ext cx="0" cy="2714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3B3C15-9974-10F5-0F7E-5D746CE95560}"/>
                </a:ext>
              </a:extLst>
            </p:cNvPr>
            <p:cNvSpPr txBox="1"/>
            <p:nvPr/>
          </p:nvSpPr>
          <p:spPr>
            <a:xfrm>
              <a:off x="5460334" y="4755327"/>
              <a:ext cx="1208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0" dirty="0"/>
                <a:t>Last element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CA1B7BE-DD63-8422-2872-9212962D63CF}"/>
              </a:ext>
            </a:extLst>
          </p:cNvPr>
          <p:cNvSpPr txBox="1"/>
          <p:nvPr/>
        </p:nvSpPr>
        <p:spPr>
          <a:xfrm>
            <a:off x="1500315" y="3737508"/>
            <a:ext cx="4695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dirty="0">
                <a:solidFill>
                  <a:srgbClr val="0070C0"/>
                </a:solidFill>
              </a:rPr>
              <a:t>Index/Subscript:         0           1            2           3            4           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99B0C-A96E-DE13-CCF3-5DA3BB2456C0}"/>
              </a:ext>
            </a:extLst>
          </p:cNvPr>
          <p:cNvSpPr txBox="1"/>
          <p:nvPr/>
        </p:nvSpPr>
        <p:spPr>
          <a:xfrm>
            <a:off x="5981881" y="2765803"/>
            <a:ext cx="2912977" cy="6771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Out-of-bounds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0" dirty="0">
                <a:solidFill>
                  <a:schemeClr val="tx1"/>
                </a:solidFill>
              </a:rPr>
              <a:t>When an index is too small or large.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0" dirty="0">
                <a:solidFill>
                  <a:schemeClr val="tx1"/>
                </a:solidFill>
              </a:rPr>
              <a:t>An error message will be generated.</a:t>
            </a:r>
          </a:p>
        </p:txBody>
      </p:sp>
    </p:spTree>
    <p:extLst>
      <p:ext uri="{BB962C8B-B14F-4D97-AF65-F5344CB8AC3E}">
        <p14:creationId xmlns:p14="http://schemas.microsoft.com/office/powerpoint/2010/main" val="181280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225C-41E7-64F9-0856-301E2AC6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Initialising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8FBA-5AAC-9D06-67DC-2A4059CB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8145952" cy="2129011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Initialisation</a:t>
            </a:r>
            <a:r>
              <a:rPr lang="en-US" b="1" dirty="0">
                <a:solidFill>
                  <a:srgbClr val="006298"/>
                </a:solidFill>
              </a:rPr>
              <a:t> list</a:t>
            </a:r>
          </a:p>
          <a:p>
            <a:r>
              <a:rPr lang="en-US" dirty="0"/>
              <a:t>List of values separated by commas.</a:t>
            </a:r>
          </a:p>
          <a:p>
            <a:r>
              <a:rPr lang="en-US" dirty="0"/>
              <a:t>Enclosed with curly braces.</a:t>
            </a:r>
          </a:p>
          <a:p>
            <a:r>
              <a:rPr lang="en-US" dirty="0"/>
              <a:t>E.g.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{60.0, 55.0, 67.0, 43.0, 35.0, 61.0};</a:t>
            </a:r>
          </a:p>
          <a:p>
            <a:r>
              <a:rPr lang="en-GB" dirty="0"/>
              <a:t>The size of the array is determined by the number of values in the list.</a:t>
            </a:r>
          </a:p>
          <a:p>
            <a:r>
              <a:rPr lang="en-GB" dirty="0"/>
              <a:t>Do not need to use the keyword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GB" dirty="0"/>
              <a:t> when initialising.</a:t>
            </a:r>
          </a:p>
          <a:p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Cannot partly initialise an array. Every element or none.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A1B27A-9EB1-5559-D20F-4998440352B1}"/>
              </a:ext>
            </a:extLst>
          </p:cNvPr>
          <p:cNvGrpSpPr/>
          <p:nvPr/>
        </p:nvGrpSpPr>
        <p:grpSpPr>
          <a:xfrm>
            <a:off x="1989413" y="3751685"/>
            <a:ext cx="4772079" cy="723222"/>
            <a:chOff x="1500315" y="3737508"/>
            <a:chExt cx="4772079" cy="7232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EE5EBF-D8E4-F31A-82BA-E4C2CA23ACEE}"/>
                </a:ext>
              </a:extLst>
            </p:cNvPr>
            <p:cNvGrpSpPr/>
            <p:nvPr/>
          </p:nvGrpSpPr>
          <p:grpSpPr>
            <a:xfrm>
              <a:off x="2786244" y="4032105"/>
              <a:ext cx="3486150" cy="428625"/>
              <a:chOff x="2786244" y="4032105"/>
              <a:chExt cx="3486150" cy="42862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7E1210F-D12E-6589-B404-EF21F4E57AA3}"/>
                  </a:ext>
                </a:extLst>
              </p:cNvPr>
              <p:cNvSpPr/>
              <p:nvPr/>
            </p:nvSpPr>
            <p:spPr bwMode="auto">
              <a:xfrm>
                <a:off x="27862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60.0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13C4E58-BD9E-FFA9-2FF0-F2E31DD2DE81}"/>
                  </a:ext>
                </a:extLst>
              </p:cNvPr>
              <p:cNvSpPr/>
              <p:nvPr/>
            </p:nvSpPr>
            <p:spPr bwMode="auto">
              <a:xfrm>
                <a:off x="33672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55.0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8734B46-23CB-CBB2-2703-9A0589D64E08}"/>
                  </a:ext>
                </a:extLst>
              </p:cNvPr>
              <p:cNvSpPr/>
              <p:nvPr/>
            </p:nvSpPr>
            <p:spPr bwMode="auto">
              <a:xfrm>
                <a:off x="394829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67.0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AE0163-EE00-40A8-FC0E-056F65C36398}"/>
                  </a:ext>
                </a:extLst>
              </p:cNvPr>
              <p:cNvSpPr/>
              <p:nvPr/>
            </p:nvSpPr>
            <p:spPr bwMode="auto">
              <a:xfrm>
                <a:off x="452931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43.0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8F758E9-C35E-048E-13A5-1FC1F6AE24E5}"/>
                  </a:ext>
                </a:extLst>
              </p:cNvPr>
              <p:cNvSpPr/>
              <p:nvPr/>
            </p:nvSpPr>
            <p:spPr bwMode="auto">
              <a:xfrm>
                <a:off x="51103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35.0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6FF8F4-0261-D8B6-89C5-F4664B273FF9}"/>
                  </a:ext>
                </a:extLst>
              </p:cNvPr>
              <p:cNvSpPr/>
              <p:nvPr/>
            </p:nvSpPr>
            <p:spPr bwMode="auto">
              <a:xfrm>
                <a:off x="56913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61.0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A1B7BE-DD63-8422-2872-9212962D63CF}"/>
                </a:ext>
              </a:extLst>
            </p:cNvPr>
            <p:cNvSpPr txBox="1"/>
            <p:nvPr/>
          </p:nvSpPr>
          <p:spPr>
            <a:xfrm>
              <a:off x="1500315" y="3737508"/>
              <a:ext cx="46955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0" dirty="0">
                  <a:solidFill>
                    <a:srgbClr val="0070C0"/>
                  </a:solidFill>
                </a:rPr>
                <a:t>Index/Subscript:         0           1            2           3            4           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46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225C-41E7-64F9-0856-301E2AC6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Assessing an element in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8FBA-5AAC-9D06-67DC-2A4059CB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266519" cy="2801822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Use a fix-value index</a:t>
            </a:r>
            <a:endParaRPr lang="en-US" b="1" dirty="0">
              <a:solidFill>
                <a:srgbClr val="006298"/>
              </a:solidFill>
            </a:endParaRPr>
          </a:p>
          <a:p>
            <a:r>
              <a:rPr lang="en-GB" dirty="0"/>
              <a:t>E.g.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[0] </a:t>
            </a:r>
            <a:r>
              <a:rPr lang="en-GB" dirty="0"/>
              <a:t>returns 60.0.</a:t>
            </a:r>
          </a:p>
          <a:p>
            <a:r>
              <a:rPr lang="en-GB" dirty="0"/>
              <a:t>Out-of-bounds error if the index is bigger than the length.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Use a variable as index</a:t>
            </a:r>
          </a:p>
          <a:p>
            <a:r>
              <a:rPr lang="en-GB" dirty="0"/>
              <a:t>Especially useful in a loop function.</a:t>
            </a:r>
          </a:p>
          <a:p>
            <a:r>
              <a:rPr lang="en-GB" dirty="0"/>
              <a:t>E.g. the code on the right printout the value of all the elements in a single loop: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A1B27A-9EB1-5559-D20F-4998440352B1}"/>
              </a:ext>
            </a:extLst>
          </p:cNvPr>
          <p:cNvGrpSpPr/>
          <p:nvPr/>
        </p:nvGrpSpPr>
        <p:grpSpPr>
          <a:xfrm>
            <a:off x="3866704" y="1063903"/>
            <a:ext cx="4772079" cy="723222"/>
            <a:chOff x="1500315" y="3737508"/>
            <a:chExt cx="4772079" cy="7232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EE5EBF-D8E4-F31A-82BA-E4C2CA23ACEE}"/>
                </a:ext>
              </a:extLst>
            </p:cNvPr>
            <p:cNvGrpSpPr/>
            <p:nvPr/>
          </p:nvGrpSpPr>
          <p:grpSpPr>
            <a:xfrm>
              <a:off x="2786244" y="4032105"/>
              <a:ext cx="3486150" cy="428625"/>
              <a:chOff x="2786244" y="4032105"/>
              <a:chExt cx="3486150" cy="42862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7E1210F-D12E-6589-B404-EF21F4E57AA3}"/>
                  </a:ext>
                </a:extLst>
              </p:cNvPr>
              <p:cNvSpPr/>
              <p:nvPr/>
            </p:nvSpPr>
            <p:spPr bwMode="auto">
              <a:xfrm>
                <a:off x="27862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60.0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13C4E58-BD9E-FFA9-2FF0-F2E31DD2DE81}"/>
                  </a:ext>
                </a:extLst>
              </p:cNvPr>
              <p:cNvSpPr/>
              <p:nvPr/>
            </p:nvSpPr>
            <p:spPr bwMode="auto">
              <a:xfrm>
                <a:off x="33672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55.0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8734B46-23CB-CBB2-2703-9A0589D64E08}"/>
                  </a:ext>
                </a:extLst>
              </p:cNvPr>
              <p:cNvSpPr/>
              <p:nvPr/>
            </p:nvSpPr>
            <p:spPr bwMode="auto">
              <a:xfrm>
                <a:off x="394829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67.0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AE0163-EE00-40A8-FC0E-056F65C36398}"/>
                  </a:ext>
                </a:extLst>
              </p:cNvPr>
              <p:cNvSpPr/>
              <p:nvPr/>
            </p:nvSpPr>
            <p:spPr bwMode="auto">
              <a:xfrm>
                <a:off x="452931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43.0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8F758E9-C35E-048E-13A5-1FC1F6AE24E5}"/>
                  </a:ext>
                </a:extLst>
              </p:cNvPr>
              <p:cNvSpPr/>
              <p:nvPr/>
            </p:nvSpPr>
            <p:spPr bwMode="auto">
              <a:xfrm>
                <a:off x="51103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35.0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E6FF8F4-0261-D8B6-89C5-F4664B273FF9}"/>
                  </a:ext>
                </a:extLst>
              </p:cNvPr>
              <p:cNvSpPr/>
              <p:nvPr/>
            </p:nvSpPr>
            <p:spPr bwMode="auto">
              <a:xfrm>
                <a:off x="56913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61.0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A1B7BE-DD63-8422-2872-9212962D63CF}"/>
                </a:ext>
              </a:extLst>
            </p:cNvPr>
            <p:cNvSpPr txBox="1"/>
            <p:nvPr/>
          </p:nvSpPr>
          <p:spPr>
            <a:xfrm>
              <a:off x="1500315" y="3737508"/>
              <a:ext cx="46955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0" dirty="0">
                  <a:solidFill>
                    <a:srgbClr val="0070C0"/>
                  </a:solidFill>
                </a:rPr>
                <a:t>Index/Subscript:         0           1            2           3            4            5</a:t>
              </a:r>
            </a:p>
          </p:txBody>
        </p:sp>
      </p:grpSp>
      <p:sp>
        <p:nvSpPr>
          <p:cNvPr id="21" name="Callout: Bent Line 20">
            <a:extLst>
              <a:ext uri="{FF2B5EF4-FFF2-40B4-BE49-F238E27FC236}">
                <a16:creationId xmlns:a16="http://schemas.microsoft.com/office/drawing/2014/main" id="{8F21A24E-0E31-72D8-A26F-0032D7E9A1A0}"/>
              </a:ext>
            </a:extLst>
          </p:cNvPr>
          <p:cNvSpPr/>
          <p:nvPr/>
        </p:nvSpPr>
        <p:spPr bwMode="auto">
          <a:xfrm>
            <a:off x="6373091" y="3177129"/>
            <a:ext cx="1170709" cy="23801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1976"/>
              <a:gd name="adj6" fmla="val -24774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D0CC8E0D-7D4E-44ED-BA60-EA1320F4A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453" y="3187838"/>
            <a:ext cx="2763982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marksList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marksList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2E9E6-7EC1-19D0-6CA1-73F9C384C3F7}"/>
              </a:ext>
            </a:extLst>
          </p:cNvPr>
          <p:cNvSpPr txBox="1"/>
          <p:nvPr/>
        </p:nvSpPr>
        <p:spPr>
          <a:xfrm>
            <a:off x="395536" y="4059013"/>
            <a:ext cx="2388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Example: </a:t>
            </a:r>
            <a:r>
              <a:rPr lang="en-GB" sz="1600" b="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Example1()</a:t>
            </a:r>
            <a:endParaRPr lang="en-GB" sz="1600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884782-5FA7-82CB-8A2B-39310120FE31}"/>
              </a:ext>
            </a:extLst>
          </p:cNvPr>
          <p:cNvSpPr txBox="1"/>
          <p:nvPr/>
        </p:nvSpPr>
        <p:spPr>
          <a:xfrm>
            <a:off x="4969056" y="2610025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dirty="0"/>
              <a:t>Returns the size/length of the array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600C758E-7CAA-DFB0-D8FA-72D27CF9B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076" y="4287735"/>
            <a:ext cx="2155700" cy="64633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mark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marksList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2E77F381-CE04-A794-E305-4AABAA8587EF}"/>
              </a:ext>
            </a:extLst>
          </p:cNvPr>
          <p:cNvSpPr/>
          <p:nvPr/>
        </p:nvSpPr>
        <p:spPr bwMode="auto">
          <a:xfrm>
            <a:off x="6693196" y="3889736"/>
            <a:ext cx="106326" cy="33855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8D095B-486F-CFE7-83B0-9D5CE5BC0543}"/>
              </a:ext>
            </a:extLst>
          </p:cNvPr>
          <p:cNvSpPr txBox="1"/>
          <p:nvPr/>
        </p:nvSpPr>
        <p:spPr>
          <a:xfrm>
            <a:off x="4254758" y="4472402"/>
            <a:ext cx="1428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dirty="0"/>
              <a:t>Enhanced for loop</a:t>
            </a:r>
          </a:p>
        </p:txBody>
      </p:sp>
    </p:spTree>
    <p:extLst>
      <p:ext uri="{BB962C8B-B14F-4D97-AF65-F5344CB8AC3E}">
        <p14:creationId xmlns:p14="http://schemas.microsoft.com/office/powerpoint/2010/main" val="177668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  <p:bldP spid="15" grpId="0" animBg="1"/>
      <p:bldP spid="18" grpId="0"/>
      <p:bldP spid="22" grpId="0"/>
      <p:bldP spid="23" grpId="0" animBg="1"/>
      <p:bldP spid="25" grpId="0" animBg="1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6FF4-4AD4-B0F5-0F87-5B02CB7C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Arrays to and Returning Arrays from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C32-F7E0-C426-665F-1D1C48BF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3384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Passed by value</a:t>
            </a:r>
          </a:p>
          <a:p>
            <a:r>
              <a:rPr lang="en-GB" dirty="0"/>
              <a:t>When any primitive type is passed to a method, the value is passed.</a:t>
            </a:r>
          </a:p>
          <a:p>
            <a:pPr marL="0" indent="0">
              <a:buNone/>
            </a:pPr>
            <a:r>
              <a:rPr lang="en-GB" dirty="0"/>
              <a:t>Example: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PassArrayElement.java</a:t>
            </a:r>
            <a:endParaRPr lang="en-GB" dirty="0"/>
          </a:p>
          <a:p>
            <a:r>
              <a:rPr lang="en-GB" dirty="0"/>
              <a:t>A copy of a value is made and used within the receiving method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GB" dirty="0"/>
              <a:t>Arrays are reference types</a:t>
            </a:r>
          </a:p>
          <a:p>
            <a:pPr lvl="1"/>
            <a:r>
              <a:rPr lang="en-GB" dirty="0"/>
              <a:t>Object holds a memory address where values are stored.</a:t>
            </a:r>
          </a:p>
          <a:p>
            <a:pPr lvl="1"/>
            <a:r>
              <a:rPr lang="en-GB" dirty="0"/>
              <a:t>Cannot compare another array to a name using the == operator. </a:t>
            </a:r>
          </a:p>
          <a:p>
            <a:pPr lvl="2"/>
            <a:r>
              <a:rPr lang="en-GB" dirty="0"/>
              <a:t>Use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Arrays.equals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(array1, array2) </a:t>
            </a:r>
            <a:r>
              <a:rPr lang="en-GB" dirty="0"/>
              <a:t>instead.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When you pass an array to a method the receiving method gets a copy of the array’s memory address and can alter the original values.</a:t>
            </a:r>
          </a:p>
          <a:p>
            <a:pPr marL="57150" indent="0">
              <a:buNone/>
            </a:pPr>
            <a:r>
              <a:rPr lang="en-GB" dirty="0"/>
              <a:t>Example: </a:t>
            </a:r>
            <a:r>
              <a:rPr lang="en-GB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PassArray.java</a:t>
            </a:r>
          </a:p>
          <a:p>
            <a:pPr marL="457200" lvl="1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45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6FF4-4AD4-B0F5-0F87-5B02CB7C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Arrays to and Returning Arrays from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C32-F7E0-C426-665F-1D1C48BF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5"/>
            <a:ext cx="7772400" cy="85725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Returning an array from a method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When a method returns an array reference, include square brackets with the return type in the method header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4" name="Picture 3" descr="Program code. In the code, the words in the variable names are merged. Line 1. Public static i n t, left bracket, right bracket, get array, left parenthesis, right parenthesis. Line 2. Left brace. Line 3, indented once. I n t, left bracket, right bracket, space, scores, space = space, left brace, 90, comma, space, 80, comma, space, 70, comma, space, 60, right brace, semicolon. Line 4, indented once. Return, scores, semicolon. Line 5. Right brace.">
            <a:extLst>
              <a:ext uri="{FF2B5EF4-FFF2-40B4-BE49-F238E27FC236}">
                <a16:creationId xmlns:a16="http://schemas.microsoft.com/office/drawing/2014/main" id="{12B2DB2C-559C-41EB-B141-A897504A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6086" y="2409587"/>
            <a:ext cx="3411827" cy="105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2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EBC3-4188-3E7D-04BC-8497AED3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4934"/>
            <a:ext cx="7772400" cy="857250"/>
          </a:xfrm>
        </p:spPr>
        <p:txBody>
          <a:bodyPr/>
          <a:lstStyle/>
          <a:p>
            <a:r>
              <a:rPr lang="en-GB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81FB-D49A-5DBD-0BD0-EC93D4769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62482"/>
            <a:ext cx="7772400" cy="16185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What of the following statements return True?</a:t>
            </a:r>
          </a:p>
          <a:p>
            <a:pPr marL="0" indent="0">
              <a:buNone/>
            </a:pPr>
            <a:r>
              <a:rPr lang="en-GB" b="1" dirty="0"/>
              <a:t>a. </a:t>
            </a:r>
            <a:r>
              <a:rPr lang="en-GB" dirty="0" err="1"/>
              <a:t>arrayOne</a:t>
            </a:r>
            <a:r>
              <a:rPr lang="en-GB" dirty="0"/>
              <a:t> == </a:t>
            </a:r>
            <a:r>
              <a:rPr lang="en-GB" dirty="0" err="1"/>
              <a:t>arrayTwo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b. </a:t>
            </a:r>
            <a:r>
              <a:rPr lang="en-GB" dirty="0" err="1"/>
              <a:t>arrayOne.equal</a:t>
            </a:r>
            <a:r>
              <a:rPr lang="en-GB" dirty="0"/>
              <a:t>(</a:t>
            </a:r>
            <a:r>
              <a:rPr lang="en-GB" dirty="0" err="1"/>
              <a:t>arrayTwo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b="1" dirty="0"/>
              <a:t>c. </a:t>
            </a:r>
            <a:r>
              <a:rPr lang="en-GB" dirty="0" err="1"/>
              <a:t>arrayTwo.equal</a:t>
            </a:r>
            <a:r>
              <a:rPr lang="en-GB" dirty="0"/>
              <a:t>(</a:t>
            </a:r>
            <a:r>
              <a:rPr lang="en-GB" dirty="0" err="1"/>
              <a:t>arrayOne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b="1" dirty="0"/>
              <a:t>d. </a:t>
            </a:r>
            <a:r>
              <a:rPr lang="en-GB" dirty="0" err="1"/>
              <a:t>Arrays.equal</a:t>
            </a:r>
            <a:r>
              <a:rPr lang="en-GB" dirty="0"/>
              <a:t>(</a:t>
            </a:r>
            <a:r>
              <a:rPr lang="en-GB" dirty="0" err="1"/>
              <a:t>arrayOne</a:t>
            </a:r>
            <a:r>
              <a:rPr lang="en-GB" dirty="0"/>
              <a:t>, </a:t>
            </a:r>
            <a:r>
              <a:rPr lang="en-GB" dirty="0" err="1"/>
              <a:t>arrayTwo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Answer:</a:t>
            </a:r>
            <a:r>
              <a:rPr lang="en-GB" dirty="0"/>
              <a:t> </a:t>
            </a:r>
            <a:r>
              <a:rPr lang="en-GB" b="1" dirty="0"/>
              <a:t>d</a:t>
            </a:r>
            <a:r>
              <a:rPr lang="en-GB" dirty="0"/>
              <a:t>.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1AA674-96B3-4723-3D4A-233B497E8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963" y="1132579"/>
            <a:ext cx="1898073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arrayOne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arrayTwo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7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6FF4-4AD4-B0F5-0F87-5B02CB7C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Arrays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C32-F7E0-C426-665F-1D1C48BF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Not only for Primitive Data Types </a:t>
            </a:r>
          </a:p>
          <a:p>
            <a:r>
              <a:rPr lang="en-GB" dirty="0"/>
              <a:t>Objects in Java can also be stored in Arrays.</a:t>
            </a:r>
          </a:p>
          <a:p>
            <a:pPr lvl="1"/>
            <a:r>
              <a:rPr lang="en-GB" dirty="0"/>
              <a:t>Pre-defined classes: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String[]</a:t>
            </a:r>
          </a:p>
          <a:p>
            <a:pPr lvl="1"/>
            <a:r>
              <a:rPr lang="en-GB" dirty="0"/>
              <a:t>Customised classes: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Students</a:t>
            </a:r>
            <a:r>
              <a:rPr lang="en-GB" dirty="0"/>
              <a:t> in </a:t>
            </a:r>
            <a:r>
              <a:rPr lang="en-GB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Example2()</a:t>
            </a:r>
          </a:p>
          <a:p>
            <a:pPr lvl="2"/>
            <a:r>
              <a:rPr lang="en-GB" dirty="0"/>
              <a:t>E.g. 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Students[]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myStudents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Student[3];</a:t>
            </a:r>
          </a:p>
          <a:p>
            <a:pPr marL="914400" lvl="2" indent="0">
              <a:buNone/>
            </a:pP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767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6FF4-4AD4-B0F5-0F87-5B02CB7C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C32-F7E0-C426-665F-1D1C48BF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973179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Using parallel arrays</a:t>
            </a:r>
          </a:p>
          <a:p>
            <a:r>
              <a:rPr lang="en-GB" dirty="0"/>
              <a:t>One with the same number of elements as another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GB" dirty="0"/>
              <a:t>The values in the corresponding elements are related.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51EDC7-7158-8376-E472-967ED9A0C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662" y="2533493"/>
            <a:ext cx="3172010" cy="175432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idList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"123"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"234"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"345"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nameList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"Jay"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"Pieter"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"Carl"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idList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length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idList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.equals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"234"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1AA0D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nameList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4960A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break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C272E-346B-596A-55CE-7A1F0A068DDF}"/>
              </a:ext>
            </a:extLst>
          </p:cNvPr>
          <p:cNvSpPr txBox="1"/>
          <p:nvPr/>
        </p:nvSpPr>
        <p:spPr>
          <a:xfrm>
            <a:off x="3817608" y="4393436"/>
            <a:ext cx="243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GB" sz="1600" dirty="0"/>
              <a:t>Example: </a:t>
            </a:r>
            <a:r>
              <a:rPr lang="en-GB" sz="1600" b="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Example3()</a:t>
            </a:r>
          </a:p>
        </p:txBody>
      </p:sp>
    </p:spTree>
    <p:extLst>
      <p:ext uri="{BB962C8B-B14F-4D97-AF65-F5344CB8AC3E}">
        <p14:creationId xmlns:p14="http://schemas.microsoft.com/office/powerpoint/2010/main" val="178054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6FF4-4AD4-B0F5-0F87-5B02CB7C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Sorting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C32-F7E0-C426-665F-1D1C48BF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Sorting</a:t>
            </a:r>
          </a:p>
          <a:p>
            <a:r>
              <a:rPr lang="en-GB" dirty="0"/>
              <a:t>The process of arranging a series of objects in a logical order.</a:t>
            </a:r>
          </a:p>
          <a:p>
            <a:pPr lvl="1"/>
            <a:r>
              <a:rPr lang="en-GB" dirty="0"/>
              <a:t>Ascending: starting with the lowest value.</a:t>
            </a:r>
          </a:p>
          <a:p>
            <a:pPr lvl="1"/>
            <a:r>
              <a:rPr lang="en-GB" dirty="0"/>
              <a:t>Descending: start with the largest value.</a:t>
            </a:r>
          </a:p>
          <a:p>
            <a:pPr lvl="1"/>
            <a:endParaRPr lang="en-GB" dirty="0"/>
          </a:p>
          <a:p>
            <a:pPr marL="57150" indent="0">
              <a:buNone/>
            </a:pPr>
            <a:r>
              <a:rPr lang="en-GB" sz="1800" b="1" dirty="0">
                <a:solidFill>
                  <a:srgbClr val="006298"/>
                </a:solidFill>
              </a:rPr>
              <a:t>Using the Arrays class for ascending sorting</a:t>
            </a:r>
          </a:p>
          <a:p>
            <a:pPr indent="-285750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Arrays.sort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indent="-285750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150" indent="0">
              <a:buNone/>
            </a:pPr>
            <a:r>
              <a:rPr lang="en-GB" sz="1800" b="1" dirty="0">
                <a:solidFill>
                  <a:srgbClr val="006298"/>
                </a:solidFill>
              </a:rPr>
              <a:t>Algorithm</a:t>
            </a:r>
          </a:p>
          <a:p>
            <a:pPr indent="-285750"/>
            <a:r>
              <a:rPr lang="en-GB" dirty="0"/>
              <a:t>Bubble Sorting in descending order.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AC7B2-5403-D9DA-CCAE-FC918ED35537}"/>
              </a:ext>
            </a:extLst>
          </p:cNvPr>
          <p:cNvSpPr txBox="1"/>
          <p:nvPr/>
        </p:nvSpPr>
        <p:spPr>
          <a:xfrm>
            <a:off x="3782971" y="4455781"/>
            <a:ext cx="243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GB" sz="1600" dirty="0"/>
              <a:t>Example: </a:t>
            </a:r>
            <a:r>
              <a:rPr lang="en-GB" sz="1600" b="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Example4()</a:t>
            </a:r>
          </a:p>
        </p:txBody>
      </p:sp>
    </p:spTree>
    <p:extLst>
      <p:ext uri="{BB962C8B-B14F-4D97-AF65-F5344CB8AC3E}">
        <p14:creationId xmlns:p14="http://schemas.microsoft.com/office/powerpoint/2010/main" val="9383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2B7E-AD7D-13F3-8A37-890A1FF7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CC6C-9C99-E57C-DE5A-B32274FBC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349646" cy="2952328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One-dimensional array</a:t>
            </a:r>
            <a:endParaRPr lang="en-GB" dirty="0"/>
          </a:p>
          <a:p>
            <a:r>
              <a:rPr lang="en-GB" dirty="0"/>
              <a:t>Also called single-dimensional.</a:t>
            </a:r>
          </a:p>
          <a:p>
            <a:r>
              <a:rPr lang="en-GB" dirty="0"/>
              <a:t>Can be pictured as a column of values.</a:t>
            </a:r>
          </a:p>
          <a:p>
            <a:r>
              <a:rPr lang="en-GB" dirty="0"/>
              <a:t>Access an element by using a single index/subscript.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Two-dimensional array</a:t>
            </a:r>
          </a:p>
          <a:p>
            <a:r>
              <a:rPr lang="en-GB" dirty="0"/>
              <a:t>Two or more columns of values.</a:t>
            </a:r>
          </a:p>
          <a:p>
            <a:r>
              <a:rPr lang="en-GB" dirty="0"/>
              <a:t>Matrix or table.</a:t>
            </a:r>
          </a:p>
          <a:p>
            <a:r>
              <a:rPr lang="en-GB" dirty="0"/>
              <a:t>Use two sets of brackets after the array type.</a:t>
            </a: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BFED0E-FDED-E294-4A4A-A7AF830BBFCF}"/>
              </a:ext>
            </a:extLst>
          </p:cNvPr>
          <p:cNvGrpSpPr/>
          <p:nvPr/>
        </p:nvGrpSpPr>
        <p:grpSpPr>
          <a:xfrm>
            <a:off x="3976385" y="1562667"/>
            <a:ext cx="4772079" cy="723222"/>
            <a:chOff x="1500315" y="3737508"/>
            <a:chExt cx="4772079" cy="7232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87C521-4E24-AC07-213D-6D4665BE37B9}"/>
                </a:ext>
              </a:extLst>
            </p:cNvPr>
            <p:cNvGrpSpPr/>
            <p:nvPr/>
          </p:nvGrpSpPr>
          <p:grpSpPr>
            <a:xfrm>
              <a:off x="2786244" y="4032105"/>
              <a:ext cx="3486150" cy="428625"/>
              <a:chOff x="2786244" y="4032105"/>
              <a:chExt cx="3486150" cy="42862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82DCEE-3BA6-5CA4-AB1C-9B0BE276A1F6}"/>
                  </a:ext>
                </a:extLst>
              </p:cNvPr>
              <p:cNvSpPr/>
              <p:nvPr/>
            </p:nvSpPr>
            <p:spPr bwMode="auto">
              <a:xfrm>
                <a:off x="27862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60.0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81AA50-5D10-49C9-0F1E-86E2DA9564CB}"/>
                  </a:ext>
                </a:extLst>
              </p:cNvPr>
              <p:cNvSpPr/>
              <p:nvPr/>
            </p:nvSpPr>
            <p:spPr bwMode="auto">
              <a:xfrm>
                <a:off x="33672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55.0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133D12-DD61-5B46-083A-CB4D6C480FCE}"/>
                  </a:ext>
                </a:extLst>
              </p:cNvPr>
              <p:cNvSpPr/>
              <p:nvPr/>
            </p:nvSpPr>
            <p:spPr bwMode="auto">
              <a:xfrm>
                <a:off x="394829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67.0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3253FB3-20FF-7F88-9509-660603CC4437}"/>
                  </a:ext>
                </a:extLst>
              </p:cNvPr>
              <p:cNvSpPr/>
              <p:nvPr/>
            </p:nvSpPr>
            <p:spPr bwMode="auto">
              <a:xfrm>
                <a:off x="452931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43.0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E549124-AAF6-D69B-81DB-8D19871D9C51}"/>
                  </a:ext>
                </a:extLst>
              </p:cNvPr>
              <p:cNvSpPr/>
              <p:nvPr/>
            </p:nvSpPr>
            <p:spPr bwMode="auto">
              <a:xfrm>
                <a:off x="5110344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35.0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A2485D-DEA4-8CA4-DADE-C011D78F7397}"/>
                  </a:ext>
                </a:extLst>
              </p:cNvPr>
              <p:cNvSpPr/>
              <p:nvPr/>
            </p:nvSpPr>
            <p:spPr bwMode="auto">
              <a:xfrm>
                <a:off x="5691369" y="4032105"/>
                <a:ext cx="581025" cy="42862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600" b="0" dirty="0">
                    <a:latin typeface="Arial" charset="0"/>
                  </a:rPr>
                  <a:t>61.0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0994AA-C012-CDB7-FFDD-35548EAA4D41}"/>
                </a:ext>
              </a:extLst>
            </p:cNvPr>
            <p:cNvSpPr txBox="1"/>
            <p:nvPr/>
          </p:nvSpPr>
          <p:spPr>
            <a:xfrm>
              <a:off x="1500315" y="3737508"/>
              <a:ext cx="46955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0" dirty="0">
                  <a:solidFill>
                    <a:srgbClr val="0070C0"/>
                  </a:solidFill>
                </a:rPr>
                <a:t>Index/Subscript:         0           1            2           3            4            5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6FC766-BD0E-8F85-AE82-E70081C7DE0D}"/>
              </a:ext>
            </a:extLst>
          </p:cNvPr>
          <p:cNvGrpSpPr/>
          <p:nvPr/>
        </p:nvGrpSpPr>
        <p:grpSpPr>
          <a:xfrm>
            <a:off x="5262314" y="3069537"/>
            <a:ext cx="3486150" cy="428625"/>
            <a:chOff x="2786244" y="4032105"/>
            <a:chExt cx="3486150" cy="428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C89229-E4AE-160D-42E9-745789B238E7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60.0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5E6E74-EBE9-FB16-2F9D-8340DA0AA36B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55.0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2ABFFD-AE8F-EF84-1DC4-97549307C262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67.0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557E74-1935-E971-CA04-20A6B49644E7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43.0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99A618-2690-68FA-BA34-FFF0E9FDA3EF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35.0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88398E-4831-12F8-15DB-849109B0D4F3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61.0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0E5DF96-5EC6-D870-618B-35CE959E402C}"/>
              </a:ext>
            </a:extLst>
          </p:cNvPr>
          <p:cNvSpPr txBox="1"/>
          <p:nvPr/>
        </p:nvSpPr>
        <p:spPr>
          <a:xfrm>
            <a:off x="5467178" y="2792538"/>
            <a:ext cx="3204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dirty="0">
                <a:solidFill>
                  <a:srgbClr val="0070C0"/>
                </a:solidFill>
              </a:rPr>
              <a:t>0           1            2           3            4            5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4DABED-D749-87A9-1C27-648A2DADE92F}"/>
              </a:ext>
            </a:extLst>
          </p:cNvPr>
          <p:cNvGrpSpPr/>
          <p:nvPr/>
        </p:nvGrpSpPr>
        <p:grpSpPr>
          <a:xfrm>
            <a:off x="5262314" y="3499028"/>
            <a:ext cx="3486150" cy="428625"/>
            <a:chOff x="2786244" y="4032105"/>
            <a:chExt cx="3486150" cy="42862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F5A008-32C1-61B9-D675-82328E40204D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50.0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BCC428-7DB2-A5E8-2A1D-0D4860EDC556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45.0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8E947E-577B-4859-D187-435A17147074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65.0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5B8F35-4426-2185-F824-74877C4B4E33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41.0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39635F-9DE2-53EA-D885-900112EC53DC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47.0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4C27E4-67CD-7265-E026-4DFED87EED6D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68.0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C433FB-CC39-8BA1-FC80-1C6C8486E367}"/>
              </a:ext>
            </a:extLst>
          </p:cNvPr>
          <p:cNvGrpSpPr/>
          <p:nvPr/>
        </p:nvGrpSpPr>
        <p:grpSpPr>
          <a:xfrm>
            <a:off x="5262314" y="3928519"/>
            <a:ext cx="3486150" cy="428625"/>
            <a:chOff x="2786244" y="4032105"/>
            <a:chExt cx="3486150" cy="42862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BA19219-D018-C958-A859-06C4E95D9738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80.0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947D3CF-BA14-AC21-D67C-A33DF565FB69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75.0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9F81104-80F2-47EA-9E8F-7D0C253DCCC2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40.0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B0F599-D5F5-29B3-CF40-E480D184A020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42.0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DF9081F-D4EA-E977-67EF-94C0B6EADED3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50.0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494D886-2F26-DD59-609F-5FAE8E24C53C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69.0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1C64BD7-3F30-CE28-45B1-913A6CFAD9F9}"/>
              </a:ext>
            </a:extLst>
          </p:cNvPr>
          <p:cNvSpPr txBox="1"/>
          <p:nvPr/>
        </p:nvSpPr>
        <p:spPr>
          <a:xfrm>
            <a:off x="4986530" y="314534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B35EC-93F9-D797-A31C-CC349B58C986}"/>
              </a:ext>
            </a:extLst>
          </p:cNvPr>
          <p:cNvSpPr txBox="1"/>
          <p:nvPr/>
        </p:nvSpPr>
        <p:spPr>
          <a:xfrm>
            <a:off x="4986530" y="356462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EF465-BB45-B159-D924-5C0801DB8E90}"/>
              </a:ext>
            </a:extLst>
          </p:cNvPr>
          <p:cNvSpPr txBox="1"/>
          <p:nvPr/>
        </p:nvSpPr>
        <p:spPr>
          <a:xfrm>
            <a:off x="4986530" y="40084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60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6" grpId="0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2B7E-AD7D-13F3-8A37-890A1FF7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Two-Dimensional Arrays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494D760-673A-0E21-2133-43FD90159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733072" cy="3384376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Declare and Initialise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double[][]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              double[</a:t>
            </a:r>
            <a:r>
              <a:rPr lang="en-GB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rowNumber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GB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columnNumber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double[][]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 in the first row</a:t>
            </a:r>
            <a:r>
              <a:rPr lang="en-GB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 in the second row</a:t>
            </a:r>
            <a:r>
              <a:rPr lang="en-GB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 in the third row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Access an individual element</a:t>
            </a:r>
          </a:p>
          <a:p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rowIndex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GB" sz="1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columnIndex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1200" dirty="0"/>
              <a:t>E.g.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[1][3]=41.0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Access a whole row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double[]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firstRow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marksList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rowIndex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6298"/>
                </a:solidFill>
              </a:rPr>
              <a:t>Access a whole column</a:t>
            </a:r>
          </a:p>
          <a:p>
            <a:r>
              <a:rPr lang="en-GB" dirty="0"/>
              <a:t>No direct method, use a loop instead.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6FC766-BD0E-8F85-AE82-E70081C7DE0D}"/>
              </a:ext>
            </a:extLst>
          </p:cNvPr>
          <p:cNvGrpSpPr/>
          <p:nvPr/>
        </p:nvGrpSpPr>
        <p:grpSpPr>
          <a:xfrm>
            <a:off x="5404392" y="1995809"/>
            <a:ext cx="3486150" cy="428625"/>
            <a:chOff x="2786244" y="4032105"/>
            <a:chExt cx="3486150" cy="428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C89229-E4AE-160D-42E9-745789B238E7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60.0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5E6E74-EBE9-FB16-2F9D-8340DA0AA36B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55.0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2ABFFD-AE8F-EF84-1DC4-97549307C262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67.0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557E74-1935-E971-CA04-20A6B49644E7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43.0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99A618-2690-68FA-BA34-FFF0E9FDA3EF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35.0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88398E-4831-12F8-15DB-849109B0D4F3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61.0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0E5DF96-5EC6-D870-618B-35CE959E402C}"/>
              </a:ext>
            </a:extLst>
          </p:cNvPr>
          <p:cNvSpPr txBox="1"/>
          <p:nvPr/>
        </p:nvSpPr>
        <p:spPr>
          <a:xfrm>
            <a:off x="5609256" y="1718810"/>
            <a:ext cx="3204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 dirty="0">
                <a:solidFill>
                  <a:srgbClr val="0070C0"/>
                </a:solidFill>
              </a:rPr>
              <a:t>0           1            2           3            4            5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4DABED-D749-87A9-1C27-648A2DADE92F}"/>
              </a:ext>
            </a:extLst>
          </p:cNvPr>
          <p:cNvGrpSpPr/>
          <p:nvPr/>
        </p:nvGrpSpPr>
        <p:grpSpPr>
          <a:xfrm>
            <a:off x="5404392" y="2425300"/>
            <a:ext cx="3486150" cy="428625"/>
            <a:chOff x="2786244" y="4032105"/>
            <a:chExt cx="3486150" cy="42862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F5A008-32C1-61B9-D675-82328E40204D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50.0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BCC428-7DB2-A5E8-2A1D-0D4860EDC556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45.0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8E947E-577B-4859-D187-435A17147074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65.0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5B8F35-4426-2185-F824-74877C4B4E33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41.0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39635F-9DE2-53EA-D885-900112EC53DC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47.0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4C27E4-67CD-7265-E026-4DFED87EED6D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68.0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C433FB-CC39-8BA1-FC80-1C6C8486E367}"/>
              </a:ext>
            </a:extLst>
          </p:cNvPr>
          <p:cNvGrpSpPr/>
          <p:nvPr/>
        </p:nvGrpSpPr>
        <p:grpSpPr>
          <a:xfrm>
            <a:off x="5404392" y="2854791"/>
            <a:ext cx="3486150" cy="428625"/>
            <a:chOff x="2786244" y="4032105"/>
            <a:chExt cx="3486150" cy="42862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BA19219-D018-C958-A859-06C4E95D9738}"/>
                </a:ext>
              </a:extLst>
            </p:cNvPr>
            <p:cNvSpPr/>
            <p:nvPr/>
          </p:nvSpPr>
          <p:spPr bwMode="auto">
            <a:xfrm>
              <a:off x="27862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80.0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947D3CF-BA14-AC21-D67C-A33DF565FB69}"/>
                </a:ext>
              </a:extLst>
            </p:cNvPr>
            <p:cNvSpPr/>
            <p:nvPr/>
          </p:nvSpPr>
          <p:spPr bwMode="auto">
            <a:xfrm>
              <a:off x="33672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75.0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9F81104-80F2-47EA-9E8F-7D0C253DCCC2}"/>
                </a:ext>
              </a:extLst>
            </p:cNvPr>
            <p:cNvSpPr/>
            <p:nvPr/>
          </p:nvSpPr>
          <p:spPr bwMode="auto">
            <a:xfrm>
              <a:off x="394829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40.0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B0F599-D5F5-29B3-CF40-E480D184A020}"/>
                </a:ext>
              </a:extLst>
            </p:cNvPr>
            <p:cNvSpPr/>
            <p:nvPr/>
          </p:nvSpPr>
          <p:spPr bwMode="auto">
            <a:xfrm>
              <a:off x="452931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42.0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DF9081F-D4EA-E977-67EF-94C0B6EADED3}"/>
                </a:ext>
              </a:extLst>
            </p:cNvPr>
            <p:cNvSpPr/>
            <p:nvPr/>
          </p:nvSpPr>
          <p:spPr bwMode="auto">
            <a:xfrm>
              <a:off x="5110344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50.0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494D886-2F26-DD59-609F-5FAE8E24C53C}"/>
                </a:ext>
              </a:extLst>
            </p:cNvPr>
            <p:cNvSpPr/>
            <p:nvPr/>
          </p:nvSpPr>
          <p:spPr bwMode="auto">
            <a:xfrm>
              <a:off x="5691369" y="4032105"/>
              <a:ext cx="581025" cy="42862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600" b="0" dirty="0">
                  <a:latin typeface="Arial" charset="0"/>
                </a:rPr>
                <a:t>69.0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1C64BD7-3F30-CE28-45B1-913A6CFAD9F9}"/>
              </a:ext>
            </a:extLst>
          </p:cNvPr>
          <p:cNvSpPr txBox="1"/>
          <p:nvPr/>
        </p:nvSpPr>
        <p:spPr>
          <a:xfrm>
            <a:off x="5128608" y="207162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B35EC-93F9-D797-A31C-CC349B58C986}"/>
              </a:ext>
            </a:extLst>
          </p:cNvPr>
          <p:cNvSpPr txBox="1"/>
          <p:nvPr/>
        </p:nvSpPr>
        <p:spPr>
          <a:xfrm>
            <a:off x="5128608" y="24908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EF465-BB45-B159-D924-5C0801DB8E90}"/>
              </a:ext>
            </a:extLst>
          </p:cNvPr>
          <p:cNvSpPr txBox="1"/>
          <p:nvPr/>
        </p:nvSpPr>
        <p:spPr>
          <a:xfrm>
            <a:off x="5128608" y="293476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>
              <a:defRPr sz="1200" b="0"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09B7B8-8512-E66A-3FAD-909A19C5FE4C}"/>
              </a:ext>
            </a:extLst>
          </p:cNvPr>
          <p:cNvSpPr txBox="1"/>
          <p:nvPr/>
        </p:nvSpPr>
        <p:spPr>
          <a:xfrm>
            <a:off x="3990830" y="4605234"/>
            <a:ext cx="243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GB" sz="1600" dirty="0"/>
              <a:t>Example: </a:t>
            </a:r>
            <a:r>
              <a:rPr lang="en-GB" sz="1600" b="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Example5()</a:t>
            </a:r>
          </a:p>
        </p:txBody>
      </p:sp>
    </p:spTree>
    <p:extLst>
      <p:ext uri="{BB962C8B-B14F-4D97-AF65-F5344CB8AC3E}">
        <p14:creationId xmlns:p14="http://schemas.microsoft.com/office/powerpoint/2010/main" val="3491266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efault Design 3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1676</TotalTime>
  <Words>1094</Words>
  <Application>Microsoft Office PowerPoint</Application>
  <PresentationFormat>On-screen Show (16:9)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Wingdings</vt:lpstr>
      <vt:lpstr>Courier New</vt:lpstr>
      <vt:lpstr>Georgia</vt:lpstr>
      <vt:lpstr>Arial Unicode MS</vt:lpstr>
      <vt:lpstr>Times New Roman</vt:lpstr>
      <vt:lpstr>Default Design</vt:lpstr>
      <vt:lpstr>PowerPoint Presentation</vt:lpstr>
      <vt:lpstr>OOP/SW – Week 5</vt:lpstr>
      <vt:lpstr>Learning Objectives</vt:lpstr>
      <vt:lpstr>Array Introduction</vt:lpstr>
      <vt:lpstr>Array Introduction</vt:lpstr>
      <vt:lpstr>Initialising an Array</vt:lpstr>
      <vt:lpstr>Assessing an element in an Array</vt:lpstr>
      <vt:lpstr>Passing Arrays to and Returning Arrays from Methods</vt:lpstr>
      <vt:lpstr>Passing Arrays to and Returning Arrays from Methods</vt:lpstr>
      <vt:lpstr>Knowledge Check</vt:lpstr>
      <vt:lpstr>Arrays of Objects</vt:lpstr>
      <vt:lpstr>Parallel Arrays</vt:lpstr>
      <vt:lpstr>Sorting Array Elements</vt:lpstr>
      <vt:lpstr>Two-Dimensional Arrays</vt:lpstr>
      <vt:lpstr>Two-Dimensional Arrays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Jizheng Wan</cp:lastModifiedBy>
  <cp:revision>2</cp:revision>
  <cp:lastPrinted>2019-07-31T08:58:40Z</cp:lastPrinted>
  <dcterms:created xsi:type="dcterms:W3CDTF">2005-06-08T11:15:47Z</dcterms:created>
  <dcterms:modified xsi:type="dcterms:W3CDTF">2023-10-25T21:58:56Z</dcterms:modified>
</cp:coreProperties>
</file>