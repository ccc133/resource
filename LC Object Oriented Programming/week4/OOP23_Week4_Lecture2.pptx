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handoutMasterIdLst>
    <p:handoutMasterId r:id="rId18"/>
  </p:handoutMasterIdLst>
  <p:sldIdLst>
    <p:sldId id="361" r:id="rId2"/>
    <p:sldId id="262" r:id="rId3"/>
    <p:sldId id="333" r:id="rId4"/>
    <p:sldId id="346" r:id="rId5"/>
    <p:sldId id="347" r:id="rId6"/>
    <p:sldId id="350" r:id="rId7"/>
    <p:sldId id="362" r:id="rId8"/>
    <p:sldId id="354" r:id="rId9"/>
    <p:sldId id="355" r:id="rId10"/>
    <p:sldId id="357" r:id="rId11"/>
    <p:sldId id="358" r:id="rId12"/>
    <p:sldId id="359" r:id="rId13"/>
    <p:sldId id="360" r:id="rId14"/>
    <p:sldId id="353" r:id="rId15"/>
    <p:sldId id="316" r:id="rId16"/>
  </p:sldIdLst>
  <p:sldSz cx="9144000" cy="5143500" type="screen16x9"/>
  <p:notesSz cx="9144000" cy="6858000"/>
  <p:embeddedFontLst>
    <p:embeddedFont>
      <p:font typeface="Calibri" panose="020F0502020204030204" pitchFamily="34" charset="0"/>
      <p:regular r:id="rId19"/>
      <p:bold r:id="rId20"/>
      <p:italic r:id="rId21"/>
      <p:boldItalic r:id="rId22"/>
    </p:embeddedFont>
    <p:embeddedFont>
      <p:font typeface="Georgia" panose="02040502050405020303" pitchFamily="18" charset="0"/>
      <p:regular r:id="rId23"/>
      <p:bold r:id="rId24"/>
      <p:italic r:id="rId25"/>
      <p:boldItalic r:id="rId26"/>
    </p:embeddedFont>
  </p:embeddedFontLst>
  <p:defaultTextStyle>
    <a:defPPr>
      <a:defRPr lang="en-GB"/>
    </a:defPPr>
    <a:lvl1pPr algn="l" rtl="0" eaLnBrk="0" fontAlgn="base" hangingPunct="0">
      <a:spcBef>
        <a:spcPct val="0"/>
      </a:spcBef>
      <a:spcAft>
        <a:spcPct val="0"/>
      </a:spcAft>
      <a:defRPr sz="2800" b="1"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800" b="1"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800" b="1"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800" b="1"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800" b="1"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800" b="1"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800" b="1"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800" b="1"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800" b="1"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158">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6680A"/>
    <a:srgbClr val="9F6D09"/>
    <a:srgbClr val="9966FF"/>
    <a:srgbClr val="489EBD"/>
    <a:srgbClr val="99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801235-25B1-4621-98E0-0EB3774A2A60}" v="45" dt="2023-10-19T09:09:49.896"/>
    <p1510:client id="{43CA5F22-8CFF-42D3-B982-A7635208D7FA}" v="808" dt="2023-10-18T20:53:20.748"/>
  </p1510:revLst>
</p1510:revInfo>
</file>

<file path=ppt/tableStyles.xml><?xml version="1.0" encoding="utf-8"?>
<a:tblStyleLst xmlns:a="http://schemas.openxmlformats.org/drawingml/2006/main" def="{5C22544A-7EE6-4342-B048-85BDC9FD1C3A}">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834" y="120"/>
      </p:cViewPr>
      <p:guideLst>
        <p:guide orient="horz" pos="158"/>
        <p:guide pos="2880"/>
      </p:guideLst>
    </p:cSldViewPr>
  </p:slideViewPr>
  <p:notesTextViewPr>
    <p:cViewPr>
      <p:scale>
        <a:sx n="3" d="2"/>
        <a:sy n="3" d="2"/>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izheng Wan (Computer Science)" userId="02e35b87-44bd-4455-aecc-56042df92991" providerId="ADAL" clId="{8D731162-E575-4FD6-89DA-2E990B88FFAC}"/>
    <pc:docChg chg="undo redo custSel addSld delSld modSld sldOrd">
      <pc:chgData name="Jizheng Wan (Computer Science)" userId="02e35b87-44bd-4455-aecc-56042df92991" providerId="ADAL" clId="{8D731162-E575-4FD6-89DA-2E990B88FFAC}" dt="2023-10-13T17:02:34.818" v="2349" actId="20577"/>
      <pc:docMkLst>
        <pc:docMk/>
      </pc:docMkLst>
      <pc:sldChg chg="addSp delSp modSp mod">
        <pc:chgData name="Jizheng Wan (Computer Science)" userId="02e35b87-44bd-4455-aecc-56042df92991" providerId="ADAL" clId="{8D731162-E575-4FD6-89DA-2E990B88FFAC}" dt="2023-10-13T09:36:39.958" v="33" actId="21"/>
        <pc:sldMkLst>
          <pc:docMk/>
          <pc:sldMk cId="3855887011" sldId="262"/>
        </pc:sldMkLst>
        <pc:spChg chg="mod">
          <ac:chgData name="Jizheng Wan (Computer Science)" userId="02e35b87-44bd-4455-aecc-56042df92991" providerId="ADAL" clId="{8D731162-E575-4FD6-89DA-2E990B88FFAC}" dt="2023-10-13T09:31:44.418" v="19" actId="20577"/>
          <ac:spMkLst>
            <pc:docMk/>
            <pc:sldMk cId="3855887011" sldId="262"/>
            <ac:spMk id="5" creationId="{00000000-0000-0000-0000-000000000000}"/>
          </ac:spMkLst>
        </pc:spChg>
        <pc:spChg chg="mod">
          <ac:chgData name="Jizheng Wan (Computer Science)" userId="02e35b87-44bd-4455-aecc-56042df92991" providerId="ADAL" clId="{8D731162-E575-4FD6-89DA-2E990B88FFAC}" dt="2023-10-13T09:31:24.025" v="11" actId="20577"/>
          <ac:spMkLst>
            <pc:docMk/>
            <pc:sldMk cId="3855887011" sldId="262"/>
            <ac:spMk id="6" creationId="{00000000-0000-0000-0000-000000000000}"/>
          </ac:spMkLst>
        </pc:spChg>
        <pc:picChg chg="add del mod">
          <ac:chgData name="Jizheng Wan (Computer Science)" userId="02e35b87-44bd-4455-aecc-56042df92991" providerId="ADAL" clId="{8D731162-E575-4FD6-89DA-2E990B88FFAC}" dt="2023-10-13T09:33:13.529" v="22" actId="21"/>
          <ac:picMkLst>
            <pc:docMk/>
            <pc:sldMk cId="3855887011" sldId="262"/>
            <ac:picMk id="3" creationId="{45320A86-6F16-4585-9774-310F16CD2C58}"/>
          </ac:picMkLst>
        </pc:picChg>
        <pc:picChg chg="add del mod">
          <ac:chgData name="Jizheng Wan (Computer Science)" userId="02e35b87-44bd-4455-aecc-56042df92991" providerId="ADAL" clId="{8D731162-E575-4FD6-89DA-2E990B88FFAC}" dt="2023-10-13T09:36:39.958" v="33" actId="21"/>
          <ac:picMkLst>
            <pc:docMk/>
            <pc:sldMk cId="3855887011" sldId="262"/>
            <ac:picMk id="7" creationId="{8075D01F-4778-EB84-F9D7-9909BE5618C1}"/>
          </ac:picMkLst>
        </pc:picChg>
      </pc:sldChg>
      <pc:sldChg chg="addSp delSp modSp mod">
        <pc:chgData name="Jizheng Wan (Computer Science)" userId="02e35b87-44bd-4455-aecc-56042df92991" providerId="ADAL" clId="{8D731162-E575-4FD6-89DA-2E990B88FFAC}" dt="2023-10-13T10:14:08.731" v="791" actId="20577"/>
        <pc:sldMkLst>
          <pc:docMk/>
          <pc:sldMk cId="978461468" sldId="267"/>
        </pc:sldMkLst>
        <pc:spChg chg="mod">
          <ac:chgData name="Jizheng Wan (Computer Science)" userId="02e35b87-44bd-4455-aecc-56042df92991" providerId="ADAL" clId="{8D731162-E575-4FD6-89DA-2E990B88FFAC}" dt="2023-10-13T10:14:08.731" v="791" actId="20577"/>
          <ac:spMkLst>
            <pc:docMk/>
            <pc:sldMk cId="978461468" sldId="267"/>
            <ac:spMk id="3" creationId="{1905B739-ADE8-406B-B5BB-21B7DCB250D3}"/>
          </ac:spMkLst>
        </pc:spChg>
        <pc:picChg chg="add del mod">
          <ac:chgData name="Jizheng Wan (Computer Science)" userId="02e35b87-44bd-4455-aecc-56042df92991" providerId="ADAL" clId="{8D731162-E575-4FD6-89DA-2E990B88FFAC}" dt="2023-10-13T09:36:19.382" v="27" actId="478"/>
          <ac:picMkLst>
            <pc:docMk/>
            <pc:sldMk cId="978461468" sldId="267"/>
            <ac:picMk id="4" creationId="{96153969-F91D-6D28-7346-775567DF3824}"/>
          </ac:picMkLst>
        </pc:picChg>
        <pc:picChg chg="add mod">
          <ac:chgData name="Jizheng Wan (Computer Science)" userId="02e35b87-44bd-4455-aecc-56042df92991" providerId="ADAL" clId="{8D731162-E575-4FD6-89DA-2E990B88FFAC}" dt="2023-10-13T10:06:05.309" v="412" actId="1076"/>
          <ac:picMkLst>
            <pc:docMk/>
            <pc:sldMk cId="978461468" sldId="267"/>
            <ac:picMk id="6" creationId="{09A8CD62-6EE0-011E-8E67-2E3BC96A16C5}"/>
          </ac:picMkLst>
        </pc:picChg>
      </pc:sldChg>
      <pc:sldChg chg="ord">
        <pc:chgData name="Jizheng Wan (Computer Science)" userId="02e35b87-44bd-4455-aecc-56042df92991" providerId="ADAL" clId="{8D731162-E575-4FD6-89DA-2E990B88FFAC}" dt="2023-10-13T10:07:20.579" v="416"/>
        <pc:sldMkLst>
          <pc:docMk/>
          <pc:sldMk cId="3826308776" sldId="316"/>
        </pc:sldMkLst>
      </pc:sldChg>
      <pc:sldChg chg="del">
        <pc:chgData name="Jizheng Wan (Computer Science)" userId="02e35b87-44bd-4455-aecc-56042df92991" providerId="ADAL" clId="{8D731162-E575-4FD6-89DA-2E990B88FFAC}" dt="2023-10-13T09:31:09.875" v="0" actId="47"/>
        <pc:sldMkLst>
          <pc:docMk/>
          <pc:sldMk cId="364580180" sldId="319"/>
        </pc:sldMkLst>
      </pc:sldChg>
      <pc:sldChg chg="new">
        <pc:chgData name="Jizheng Wan (Computer Science)" userId="02e35b87-44bd-4455-aecc-56042df92991" providerId="ADAL" clId="{8D731162-E575-4FD6-89DA-2E990B88FFAC}" dt="2023-10-13T10:07:09.785" v="413" actId="680"/>
        <pc:sldMkLst>
          <pc:docMk/>
          <pc:sldMk cId="835391776" sldId="331"/>
        </pc:sldMkLst>
      </pc:sldChg>
      <pc:sldChg chg="addSp delSp modSp new mod">
        <pc:chgData name="Jizheng Wan (Computer Science)" userId="02e35b87-44bd-4455-aecc-56042df92991" providerId="ADAL" clId="{8D731162-E575-4FD6-89DA-2E990B88FFAC}" dt="2023-10-13T15:11:16.900" v="1424" actId="207"/>
        <pc:sldMkLst>
          <pc:docMk/>
          <pc:sldMk cId="2727082368" sldId="332"/>
        </pc:sldMkLst>
        <pc:spChg chg="mod">
          <ac:chgData name="Jizheng Wan (Computer Science)" userId="02e35b87-44bd-4455-aecc-56042df92991" providerId="ADAL" clId="{8D731162-E575-4FD6-89DA-2E990B88FFAC}" dt="2023-10-13T10:14:18.220" v="811" actId="6549"/>
          <ac:spMkLst>
            <pc:docMk/>
            <pc:sldMk cId="2727082368" sldId="332"/>
            <ac:spMk id="2" creationId="{33A38F5A-5813-E254-DD8C-51A94F1BD663}"/>
          </ac:spMkLst>
        </pc:spChg>
        <pc:spChg chg="mod">
          <ac:chgData name="Jizheng Wan (Computer Science)" userId="02e35b87-44bd-4455-aecc-56042df92991" providerId="ADAL" clId="{8D731162-E575-4FD6-89DA-2E990B88FFAC}" dt="2023-10-13T15:11:16.900" v="1424" actId="207"/>
          <ac:spMkLst>
            <pc:docMk/>
            <pc:sldMk cId="2727082368" sldId="332"/>
            <ac:spMk id="3" creationId="{449309EE-AA1A-368F-66F2-A405CECEECAB}"/>
          </ac:spMkLst>
        </pc:spChg>
        <pc:graphicFrameChg chg="add del modGraphic">
          <ac:chgData name="Jizheng Wan (Computer Science)" userId="02e35b87-44bd-4455-aecc-56042df92991" providerId="ADAL" clId="{8D731162-E575-4FD6-89DA-2E990B88FFAC}" dt="2023-10-13T10:19:07.138" v="913" actId="21"/>
          <ac:graphicFrameMkLst>
            <pc:docMk/>
            <pc:sldMk cId="2727082368" sldId="332"/>
            <ac:graphicFrameMk id="4" creationId="{9E776C76-0EF8-455E-ECB8-CC8991C1997B}"/>
          </ac:graphicFrameMkLst>
        </pc:graphicFrameChg>
        <pc:graphicFrameChg chg="add del mod">
          <ac:chgData name="Jizheng Wan (Computer Science)" userId="02e35b87-44bd-4455-aecc-56042df92991" providerId="ADAL" clId="{8D731162-E575-4FD6-89DA-2E990B88FFAC}" dt="2023-10-13T10:25:44.992" v="915"/>
          <ac:graphicFrameMkLst>
            <pc:docMk/>
            <pc:sldMk cId="2727082368" sldId="332"/>
            <ac:graphicFrameMk id="5" creationId="{AA8B658F-9A11-DF91-33E7-E6B700BC1FC7}"/>
          </ac:graphicFrameMkLst>
        </pc:graphicFrameChg>
        <pc:graphicFrameChg chg="add mod modGraphic">
          <ac:chgData name="Jizheng Wan (Computer Science)" userId="02e35b87-44bd-4455-aecc-56042df92991" providerId="ADAL" clId="{8D731162-E575-4FD6-89DA-2E990B88FFAC}" dt="2023-10-13T11:56:10.147" v="1082" actId="1076"/>
          <ac:graphicFrameMkLst>
            <pc:docMk/>
            <pc:sldMk cId="2727082368" sldId="332"/>
            <ac:graphicFrameMk id="6" creationId="{E61D871A-30E5-6967-4087-17766395DE7D}"/>
          </ac:graphicFrameMkLst>
        </pc:graphicFrameChg>
      </pc:sldChg>
      <pc:sldChg chg="modSp new mod">
        <pc:chgData name="Jizheng Wan (Computer Science)" userId="02e35b87-44bd-4455-aecc-56042df92991" providerId="ADAL" clId="{8D731162-E575-4FD6-89DA-2E990B88FFAC}" dt="2023-10-13T10:10:53.217" v="681" actId="108"/>
        <pc:sldMkLst>
          <pc:docMk/>
          <pc:sldMk cId="3292710201" sldId="333"/>
        </pc:sldMkLst>
        <pc:spChg chg="mod">
          <ac:chgData name="Jizheng Wan (Computer Science)" userId="02e35b87-44bd-4455-aecc-56042df92991" providerId="ADAL" clId="{8D731162-E575-4FD6-89DA-2E990B88FFAC}" dt="2023-10-13T10:08:14.407" v="455" actId="20577"/>
          <ac:spMkLst>
            <pc:docMk/>
            <pc:sldMk cId="3292710201" sldId="333"/>
            <ac:spMk id="2" creationId="{A4B4A37C-CADD-233F-1E1C-7403BB126D1A}"/>
          </ac:spMkLst>
        </pc:spChg>
        <pc:spChg chg="mod">
          <ac:chgData name="Jizheng Wan (Computer Science)" userId="02e35b87-44bd-4455-aecc-56042df92991" providerId="ADAL" clId="{8D731162-E575-4FD6-89DA-2E990B88FFAC}" dt="2023-10-13T10:10:53.217" v="681" actId="108"/>
          <ac:spMkLst>
            <pc:docMk/>
            <pc:sldMk cId="3292710201" sldId="333"/>
            <ac:spMk id="3" creationId="{E99E2B0F-B6A8-9482-B8B5-E0A922C317C6}"/>
          </ac:spMkLst>
        </pc:spChg>
      </pc:sldChg>
      <pc:sldChg chg="addSp delSp modSp new mod">
        <pc:chgData name="Jizheng Wan (Computer Science)" userId="02e35b87-44bd-4455-aecc-56042df92991" providerId="ADAL" clId="{8D731162-E575-4FD6-89DA-2E990B88FFAC}" dt="2023-10-13T16:58:34.726" v="2299" actId="1076"/>
        <pc:sldMkLst>
          <pc:docMk/>
          <pc:sldMk cId="1038994971" sldId="334"/>
        </pc:sldMkLst>
        <pc:spChg chg="mod">
          <ac:chgData name="Jizheng Wan (Computer Science)" userId="02e35b87-44bd-4455-aecc-56042df92991" providerId="ADAL" clId="{8D731162-E575-4FD6-89DA-2E990B88FFAC}" dt="2023-10-13T15:30:36.784" v="1451" actId="20577"/>
          <ac:spMkLst>
            <pc:docMk/>
            <pc:sldMk cId="1038994971" sldId="334"/>
            <ac:spMk id="2" creationId="{7FB70FF6-B525-4AF9-C9AE-0FF35FBDACF3}"/>
          </ac:spMkLst>
        </pc:spChg>
        <pc:spChg chg="mod">
          <ac:chgData name="Jizheng Wan (Computer Science)" userId="02e35b87-44bd-4455-aecc-56042df92991" providerId="ADAL" clId="{8D731162-E575-4FD6-89DA-2E990B88FFAC}" dt="2023-10-13T16:57:42.244" v="2290" actId="13926"/>
          <ac:spMkLst>
            <pc:docMk/>
            <pc:sldMk cId="1038994971" sldId="334"/>
            <ac:spMk id="3" creationId="{94A82FD5-DF64-E2EB-144C-899AA045E3CF}"/>
          </ac:spMkLst>
        </pc:spChg>
        <pc:spChg chg="add del mod">
          <ac:chgData name="Jizheng Wan (Computer Science)" userId="02e35b87-44bd-4455-aecc-56042df92991" providerId="ADAL" clId="{8D731162-E575-4FD6-89DA-2E990B88FFAC}" dt="2023-10-13T12:17:33.598" v="1182" actId="478"/>
          <ac:spMkLst>
            <pc:docMk/>
            <pc:sldMk cId="1038994971" sldId="334"/>
            <ac:spMk id="4" creationId="{1DCEDFBB-F93B-BC13-DE7C-F6A17A6278EE}"/>
          </ac:spMkLst>
        </pc:spChg>
        <pc:spChg chg="add mod">
          <ac:chgData name="Jizheng Wan (Computer Science)" userId="02e35b87-44bd-4455-aecc-56042df92991" providerId="ADAL" clId="{8D731162-E575-4FD6-89DA-2E990B88FFAC}" dt="2023-10-13T16:58:01.797" v="2292" actId="1076"/>
          <ac:spMkLst>
            <pc:docMk/>
            <pc:sldMk cId="1038994971" sldId="334"/>
            <ac:spMk id="5" creationId="{68B60B6D-E1A3-6546-6D93-51EC9EB8BD0A}"/>
          </ac:spMkLst>
        </pc:spChg>
        <pc:spChg chg="add del mod">
          <ac:chgData name="Jizheng Wan (Computer Science)" userId="02e35b87-44bd-4455-aecc-56042df92991" providerId="ADAL" clId="{8D731162-E575-4FD6-89DA-2E990B88FFAC}" dt="2023-10-13T12:24:03.676" v="1298" actId="478"/>
          <ac:spMkLst>
            <pc:docMk/>
            <pc:sldMk cId="1038994971" sldId="334"/>
            <ac:spMk id="6" creationId="{7EB31DDA-EB0B-7D94-6D5D-ACB58BF611D5}"/>
          </ac:spMkLst>
        </pc:spChg>
        <pc:spChg chg="add del">
          <ac:chgData name="Jizheng Wan (Computer Science)" userId="02e35b87-44bd-4455-aecc-56042df92991" providerId="ADAL" clId="{8D731162-E575-4FD6-89DA-2E990B88FFAC}" dt="2023-10-13T12:24:11.382" v="1300" actId="11529"/>
          <ac:spMkLst>
            <pc:docMk/>
            <pc:sldMk cId="1038994971" sldId="334"/>
            <ac:spMk id="7" creationId="{BC1C1F0F-84D2-656C-A216-94F1F0716C4F}"/>
          </ac:spMkLst>
        </pc:spChg>
        <pc:spChg chg="add mod">
          <ac:chgData name="Jizheng Wan (Computer Science)" userId="02e35b87-44bd-4455-aecc-56042df92991" providerId="ADAL" clId="{8D731162-E575-4FD6-89DA-2E990B88FFAC}" dt="2023-10-13T16:58:28.309" v="2298" actId="1076"/>
          <ac:spMkLst>
            <pc:docMk/>
            <pc:sldMk cId="1038994971" sldId="334"/>
            <ac:spMk id="9" creationId="{01A86E7F-B31A-5A81-5B28-B18596A207C8}"/>
          </ac:spMkLst>
        </pc:spChg>
        <pc:picChg chg="add mod">
          <ac:chgData name="Jizheng Wan (Computer Science)" userId="02e35b87-44bd-4455-aecc-56042df92991" providerId="ADAL" clId="{8D731162-E575-4FD6-89DA-2E990B88FFAC}" dt="2023-10-13T16:58:34.726" v="2299" actId="1076"/>
          <ac:picMkLst>
            <pc:docMk/>
            <pc:sldMk cId="1038994971" sldId="334"/>
            <ac:picMk id="8" creationId="{CA01E0A4-1217-AC44-10C3-85F2773B5789}"/>
          </ac:picMkLst>
        </pc:picChg>
      </pc:sldChg>
      <pc:sldChg chg="addSp delSp modSp new mod ord">
        <pc:chgData name="Jizheng Wan (Computer Science)" userId="02e35b87-44bd-4455-aecc-56042df92991" providerId="ADAL" clId="{8D731162-E575-4FD6-89DA-2E990B88FFAC}" dt="2023-10-13T16:59:39.978" v="2327" actId="20577"/>
        <pc:sldMkLst>
          <pc:docMk/>
          <pc:sldMk cId="1579410143" sldId="335"/>
        </pc:sldMkLst>
        <pc:spChg chg="mod">
          <ac:chgData name="Jizheng Wan (Computer Science)" userId="02e35b87-44bd-4455-aecc-56042df92991" providerId="ADAL" clId="{8D731162-E575-4FD6-89DA-2E990B88FFAC}" dt="2023-10-13T16:08:15.126" v="2075" actId="20577"/>
          <ac:spMkLst>
            <pc:docMk/>
            <pc:sldMk cId="1579410143" sldId="335"/>
            <ac:spMk id="2" creationId="{6F632C8A-26FF-59FD-A26A-46EFBE17ECA9}"/>
          </ac:spMkLst>
        </pc:spChg>
        <pc:spChg chg="mod">
          <ac:chgData name="Jizheng Wan (Computer Science)" userId="02e35b87-44bd-4455-aecc-56042df92991" providerId="ADAL" clId="{8D731162-E575-4FD6-89DA-2E990B88FFAC}" dt="2023-10-13T16:59:39.978" v="2327" actId="20577"/>
          <ac:spMkLst>
            <pc:docMk/>
            <pc:sldMk cId="1579410143" sldId="335"/>
            <ac:spMk id="3" creationId="{0F44EC6E-A748-81ED-EB09-355234D42034}"/>
          </ac:spMkLst>
        </pc:spChg>
        <pc:spChg chg="add del">
          <ac:chgData name="Jizheng Wan (Computer Science)" userId="02e35b87-44bd-4455-aecc-56042df92991" providerId="ADAL" clId="{8D731162-E575-4FD6-89DA-2E990B88FFAC}" dt="2023-10-13T15:52:35.481" v="1683"/>
          <ac:spMkLst>
            <pc:docMk/>
            <pc:sldMk cId="1579410143" sldId="335"/>
            <ac:spMk id="4" creationId="{C73CCF5E-82B0-FDDC-EC4A-033F3EE1390E}"/>
          </ac:spMkLst>
        </pc:spChg>
        <pc:spChg chg="add del mod">
          <ac:chgData name="Jizheng Wan (Computer Science)" userId="02e35b87-44bd-4455-aecc-56042df92991" providerId="ADAL" clId="{8D731162-E575-4FD6-89DA-2E990B88FFAC}" dt="2023-10-13T16:13:17.787" v="2171" actId="478"/>
          <ac:spMkLst>
            <pc:docMk/>
            <pc:sldMk cId="1579410143" sldId="335"/>
            <ac:spMk id="5" creationId="{BE92A9CD-0D86-6B52-AFDB-2C5290D426A1}"/>
          </ac:spMkLst>
        </pc:spChg>
        <pc:spChg chg="add del mod">
          <ac:chgData name="Jizheng Wan (Computer Science)" userId="02e35b87-44bd-4455-aecc-56042df92991" providerId="ADAL" clId="{8D731162-E575-4FD6-89DA-2E990B88FFAC}" dt="2023-10-13T15:57:57.383" v="1789" actId="478"/>
          <ac:spMkLst>
            <pc:docMk/>
            <pc:sldMk cId="1579410143" sldId="335"/>
            <ac:spMk id="6" creationId="{049AD7EA-DB62-A055-220E-274AA1A79954}"/>
          </ac:spMkLst>
        </pc:spChg>
        <pc:spChg chg="add del mod ord">
          <ac:chgData name="Jizheng Wan (Computer Science)" userId="02e35b87-44bd-4455-aecc-56042df92991" providerId="ADAL" clId="{8D731162-E575-4FD6-89DA-2E990B88FFAC}" dt="2023-10-13T16:20:31.935" v="2191" actId="478"/>
          <ac:spMkLst>
            <pc:docMk/>
            <pc:sldMk cId="1579410143" sldId="335"/>
            <ac:spMk id="7" creationId="{4DB19B78-ACDA-868B-9F00-BFE862BBA1DB}"/>
          </ac:spMkLst>
        </pc:spChg>
        <pc:spChg chg="add del mod">
          <ac:chgData name="Jizheng Wan (Computer Science)" userId="02e35b87-44bd-4455-aecc-56042df92991" providerId="ADAL" clId="{8D731162-E575-4FD6-89DA-2E990B88FFAC}" dt="2023-10-13T16:13:47.235" v="2173" actId="478"/>
          <ac:spMkLst>
            <pc:docMk/>
            <pc:sldMk cId="1579410143" sldId="335"/>
            <ac:spMk id="8" creationId="{FB5C68B9-0942-59FC-1C2C-E1F9E6FF554A}"/>
          </ac:spMkLst>
        </pc:spChg>
        <pc:spChg chg="add del mod">
          <ac:chgData name="Jizheng Wan (Computer Science)" userId="02e35b87-44bd-4455-aecc-56042df92991" providerId="ADAL" clId="{8D731162-E575-4FD6-89DA-2E990B88FFAC}" dt="2023-10-13T16:19:55.992" v="2187" actId="478"/>
          <ac:spMkLst>
            <pc:docMk/>
            <pc:sldMk cId="1579410143" sldId="335"/>
            <ac:spMk id="9" creationId="{9E40EAEE-56A3-53AF-3EF4-3D910DDB1326}"/>
          </ac:spMkLst>
        </pc:spChg>
        <pc:spChg chg="add mod">
          <ac:chgData name="Jizheng Wan (Computer Science)" userId="02e35b87-44bd-4455-aecc-56042df92991" providerId="ADAL" clId="{8D731162-E575-4FD6-89DA-2E990B88FFAC}" dt="2023-10-13T16:20:34.631" v="2192" actId="1076"/>
          <ac:spMkLst>
            <pc:docMk/>
            <pc:sldMk cId="1579410143" sldId="335"/>
            <ac:spMk id="10" creationId="{ED86E551-9247-FBA0-D2FC-FC8F08A134E7}"/>
          </ac:spMkLst>
        </pc:spChg>
      </pc:sldChg>
      <pc:sldChg chg="new">
        <pc:chgData name="Jizheng Wan (Computer Science)" userId="02e35b87-44bd-4455-aecc-56042df92991" providerId="ADAL" clId="{8D731162-E575-4FD6-89DA-2E990B88FFAC}" dt="2023-10-13T15:35:33.734" v="1595" actId="680"/>
        <pc:sldMkLst>
          <pc:docMk/>
          <pc:sldMk cId="4230761882" sldId="336"/>
        </pc:sldMkLst>
      </pc:sldChg>
      <pc:sldChg chg="addSp delSp modSp add mod ord">
        <pc:chgData name="Jizheng Wan (Computer Science)" userId="02e35b87-44bd-4455-aecc-56042df92991" providerId="ADAL" clId="{8D731162-E575-4FD6-89DA-2E990B88FFAC}" dt="2023-10-13T16:59:55.304" v="2336" actId="20577"/>
        <pc:sldMkLst>
          <pc:docMk/>
          <pc:sldMk cId="2153679663" sldId="337"/>
        </pc:sldMkLst>
        <pc:spChg chg="mod">
          <ac:chgData name="Jizheng Wan (Computer Science)" userId="02e35b87-44bd-4455-aecc-56042df92991" providerId="ADAL" clId="{8D731162-E575-4FD6-89DA-2E990B88FFAC}" dt="2023-10-13T16:59:55.304" v="2336" actId="20577"/>
          <ac:spMkLst>
            <pc:docMk/>
            <pc:sldMk cId="2153679663" sldId="337"/>
            <ac:spMk id="3" creationId="{0F44EC6E-A748-81ED-EB09-355234D42034}"/>
          </ac:spMkLst>
        </pc:spChg>
        <pc:spChg chg="add mod ord">
          <ac:chgData name="Jizheng Wan (Computer Science)" userId="02e35b87-44bd-4455-aecc-56042df92991" providerId="ADAL" clId="{8D731162-E575-4FD6-89DA-2E990B88FFAC}" dt="2023-10-13T16:05:45.203" v="2046" actId="14100"/>
          <ac:spMkLst>
            <pc:docMk/>
            <pc:sldMk cId="2153679663" sldId="337"/>
            <ac:spMk id="4" creationId="{D24E521E-5E15-47E5-0BCB-7B1B0D74EDC4}"/>
          </ac:spMkLst>
        </pc:spChg>
        <pc:spChg chg="mod">
          <ac:chgData name="Jizheng Wan (Computer Science)" userId="02e35b87-44bd-4455-aecc-56042df92991" providerId="ADAL" clId="{8D731162-E575-4FD6-89DA-2E990B88FFAC}" dt="2023-10-13T16:10:54.116" v="2157" actId="6549"/>
          <ac:spMkLst>
            <pc:docMk/>
            <pc:sldMk cId="2153679663" sldId="337"/>
            <ac:spMk id="5" creationId="{BE92A9CD-0D86-6B52-AFDB-2C5290D426A1}"/>
          </ac:spMkLst>
        </pc:spChg>
        <pc:spChg chg="add mod ord">
          <ac:chgData name="Jizheng Wan (Computer Science)" userId="02e35b87-44bd-4455-aecc-56042df92991" providerId="ADAL" clId="{8D731162-E575-4FD6-89DA-2E990B88FFAC}" dt="2023-10-13T16:06:47.760" v="2058" actId="208"/>
          <ac:spMkLst>
            <pc:docMk/>
            <pc:sldMk cId="2153679663" sldId="337"/>
            <ac:spMk id="6" creationId="{6387DFF6-5961-AE0E-20CE-FDFFC7D80DAB}"/>
          </ac:spMkLst>
        </pc:spChg>
        <pc:spChg chg="mod">
          <ac:chgData name="Jizheng Wan (Computer Science)" userId="02e35b87-44bd-4455-aecc-56042df92991" providerId="ADAL" clId="{8D731162-E575-4FD6-89DA-2E990B88FFAC}" dt="2023-10-13T16:05:52.163" v="2048" actId="14100"/>
          <ac:spMkLst>
            <pc:docMk/>
            <pc:sldMk cId="2153679663" sldId="337"/>
            <ac:spMk id="7" creationId="{4DB19B78-ACDA-868B-9F00-BFE862BBA1DB}"/>
          </ac:spMkLst>
        </pc:spChg>
        <pc:spChg chg="del">
          <ac:chgData name="Jizheng Wan (Computer Science)" userId="02e35b87-44bd-4455-aecc-56042df92991" providerId="ADAL" clId="{8D731162-E575-4FD6-89DA-2E990B88FFAC}" dt="2023-10-13T16:05:47.053" v="2047" actId="478"/>
          <ac:spMkLst>
            <pc:docMk/>
            <pc:sldMk cId="2153679663" sldId="337"/>
            <ac:spMk id="8" creationId="{FB5C68B9-0942-59FC-1C2C-E1F9E6FF554A}"/>
          </ac:spMkLst>
        </pc:spChg>
      </pc:sldChg>
      <pc:sldChg chg="modSp add modAnim">
        <pc:chgData name="Jizheng Wan (Computer Science)" userId="02e35b87-44bd-4455-aecc-56042df92991" providerId="ADAL" clId="{8D731162-E575-4FD6-89DA-2E990B88FFAC}" dt="2023-10-13T17:02:34.818" v="2349" actId="20577"/>
        <pc:sldMkLst>
          <pc:docMk/>
          <pc:sldMk cId="2355184716" sldId="338"/>
        </pc:sldMkLst>
        <pc:spChg chg="mod">
          <ac:chgData name="Jizheng Wan (Computer Science)" userId="02e35b87-44bd-4455-aecc-56042df92991" providerId="ADAL" clId="{8D731162-E575-4FD6-89DA-2E990B88FFAC}" dt="2023-10-13T17:02:34.818" v="2349" actId="20577"/>
          <ac:spMkLst>
            <pc:docMk/>
            <pc:sldMk cId="2355184716" sldId="338"/>
            <ac:spMk id="3" creationId="{3F20E2D4-5ECD-A796-5EFA-0D16F3D3F556}"/>
          </ac:spMkLst>
        </pc:spChg>
      </pc:sldChg>
    </pc:docChg>
  </pc:docChgLst>
  <pc:docChgLst>
    <pc:chgData name="Jizheng Wan" userId="02e35b87-44bd-4455-aecc-56042df92991" providerId="ADAL" clId="{F3959B82-9950-43F8-975E-1FE564E7CA72}"/>
    <pc:docChg chg="custSel modSld">
      <pc:chgData name="Jizheng Wan" userId="02e35b87-44bd-4455-aecc-56042df92991" providerId="ADAL" clId="{F3959B82-9950-43F8-975E-1FE564E7CA72}" dt="2022-11-01T23:40:30.402" v="8" actId="478"/>
      <pc:docMkLst>
        <pc:docMk/>
      </pc:docMkLst>
      <pc:sldChg chg="modSp mod">
        <pc:chgData name="Jizheng Wan" userId="02e35b87-44bd-4455-aecc-56042df92991" providerId="ADAL" clId="{F3959B82-9950-43F8-975E-1FE564E7CA72}" dt="2022-11-01T23:39:56.116" v="2" actId="20577"/>
        <pc:sldMkLst>
          <pc:docMk/>
          <pc:sldMk cId="978461468" sldId="267"/>
        </pc:sldMkLst>
        <pc:spChg chg="mod">
          <ac:chgData name="Jizheng Wan" userId="02e35b87-44bd-4455-aecc-56042df92991" providerId="ADAL" clId="{F3959B82-9950-43F8-975E-1FE564E7CA72}" dt="2022-11-01T23:39:56.116" v="2" actId="20577"/>
          <ac:spMkLst>
            <pc:docMk/>
            <pc:sldMk cId="978461468" sldId="267"/>
            <ac:spMk id="3" creationId="{1905B739-ADE8-406B-B5BB-21B7DCB250D3}"/>
          </ac:spMkLst>
        </pc:spChg>
      </pc:sldChg>
      <pc:sldChg chg="modSp mod">
        <pc:chgData name="Jizheng Wan" userId="02e35b87-44bd-4455-aecc-56042df92991" providerId="ADAL" clId="{F3959B82-9950-43F8-975E-1FE564E7CA72}" dt="2022-11-01T23:39:50.704" v="0" actId="6549"/>
        <pc:sldMkLst>
          <pc:docMk/>
          <pc:sldMk cId="364580180" sldId="319"/>
        </pc:sldMkLst>
        <pc:spChg chg="mod">
          <ac:chgData name="Jizheng Wan" userId="02e35b87-44bd-4455-aecc-56042df92991" providerId="ADAL" clId="{F3959B82-9950-43F8-975E-1FE564E7CA72}" dt="2022-11-01T23:39:50.704" v="0" actId="6549"/>
          <ac:spMkLst>
            <pc:docMk/>
            <pc:sldMk cId="364580180" sldId="319"/>
            <ac:spMk id="4" creationId="{969C17DE-685A-6C89-0FE4-92759F840CD1}"/>
          </ac:spMkLst>
        </pc:spChg>
      </pc:sldChg>
      <pc:sldChg chg="delSp mod">
        <pc:chgData name="Jizheng Wan" userId="02e35b87-44bd-4455-aecc-56042df92991" providerId="ADAL" clId="{F3959B82-9950-43F8-975E-1FE564E7CA72}" dt="2022-11-01T23:40:18.809" v="4" actId="478"/>
        <pc:sldMkLst>
          <pc:docMk/>
          <pc:sldMk cId="2774230203" sldId="321"/>
        </pc:sldMkLst>
        <pc:inkChg chg="del">
          <ac:chgData name="Jizheng Wan" userId="02e35b87-44bd-4455-aecc-56042df92991" providerId="ADAL" clId="{F3959B82-9950-43F8-975E-1FE564E7CA72}" dt="2022-11-01T23:40:18.809" v="4" actId="478"/>
          <ac:inkMkLst>
            <pc:docMk/>
            <pc:sldMk cId="2774230203" sldId="321"/>
            <ac:inkMk id="5" creationId="{5D9C3CFE-A64B-0451-616F-2F826039F123}"/>
          </ac:inkMkLst>
        </pc:inkChg>
      </pc:sldChg>
      <pc:sldChg chg="delSp mod">
        <pc:chgData name="Jizheng Wan" userId="02e35b87-44bd-4455-aecc-56042df92991" providerId="ADAL" clId="{F3959B82-9950-43F8-975E-1FE564E7CA72}" dt="2022-11-01T23:40:15.260" v="3" actId="478"/>
        <pc:sldMkLst>
          <pc:docMk/>
          <pc:sldMk cId="585716244" sldId="322"/>
        </pc:sldMkLst>
        <pc:inkChg chg="del">
          <ac:chgData name="Jizheng Wan" userId="02e35b87-44bd-4455-aecc-56042df92991" providerId="ADAL" clId="{F3959B82-9950-43F8-975E-1FE564E7CA72}" dt="2022-11-01T23:40:15.260" v="3" actId="478"/>
          <ac:inkMkLst>
            <pc:docMk/>
            <pc:sldMk cId="585716244" sldId="322"/>
            <ac:inkMk id="6" creationId="{596C9936-815E-BFDB-A85E-619DE24130D2}"/>
          </ac:inkMkLst>
        </pc:inkChg>
      </pc:sldChg>
      <pc:sldChg chg="delSp mod">
        <pc:chgData name="Jizheng Wan" userId="02e35b87-44bd-4455-aecc-56042df92991" providerId="ADAL" clId="{F3959B82-9950-43F8-975E-1FE564E7CA72}" dt="2022-11-01T23:40:22.362" v="5" actId="478"/>
        <pc:sldMkLst>
          <pc:docMk/>
          <pc:sldMk cId="3543225394" sldId="324"/>
        </pc:sldMkLst>
        <pc:inkChg chg="del">
          <ac:chgData name="Jizheng Wan" userId="02e35b87-44bd-4455-aecc-56042df92991" providerId="ADAL" clId="{F3959B82-9950-43F8-975E-1FE564E7CA72}" dt="2022-11-01T23:40:22.362" v="5" actId="478"/>
          <ac:inkMkLst>
            <pc:docMk/>
            <pc:sldMk cId="3543225394" sldId="324"/>
            <ac:inkMk id="5" creationId="{5A8E88AA-CB29-2C3C-6F3B-15D43E62176F}"/>
          </ac:inkMkLst>
        </pc:inkChg>
      </pc:sldChg>
      <pc:sldChg chg="delSp mod">
        <pc:chgData name="Jizheng Wan" userId="02e35b87-44bd-4455-aecc-56042df92991" providerId="ADAL" clId="{F3959B82-9950-43F8-975E-1FE564E7CA72}" dt="2022-11-01T23:40:25.613" v="6" actId="478"/>
        <pc:sldMkLst>
          <pc:docMk/>
          <pc:sldMk cId="2843695421" sldId="328"/>
        </pc:sldMkLst>
        <pc:inkChg chg="del">
          <ac:chgData name="Jizheng Wan" userId="02e35b87-44bd-4455-aecc-56042df92991" providerId="ADAL" clId="{F3959B82-9950-43F8-975E-1FE564E7CA72}" dt="2022-11-01T23:40:25.613" v="6" actId="478"/>
          <ac:inkMkLst>
            <pc:docMk/>
            <pc:sldMk cId="2843695421" sldId="328"/>
            <ac:inkMk id="9" creationId="{DA27154C-09E8-3501-3D3C-E57C7A37A617}"/>
          </ac:inkMkLst>
        </pc:inkChg>
      </pc:sldChg>
      <pc:sldChg chg="delSp mod">
        <pc:chgData name="Jizheng Wan" userId="02e35b87-44bd-4455-aecc-56042df92991" providerId="ADAL" clId="{F3959B82-9950-43F8-975E-1FE564E7CA72}" dt="2022-11-01T23:40:27.787" v="7" actId="478"/>
        <pc:sldMkLst>
          <pc:docMk/>
          <pc:sldMk cId="4236375752" sldId="329"/>
        </pc:sldMkLst>
        <pc:inkChg chg="del">
          <ac:chgData name="Jizheng Wan" userId="02e35b87-44bd-4455-aecc-56042df92991" providerId="ADAL" clId="{F3959B82-9950-43F8-975E-1FE564E7CA72}" dt="2022-11-01T23:40:27.787" v="7" actId="478"/>
          <ac:inkMkLst>
            <pc:docMk/>
            <pc:sldMk cId="4236375752" sldId="329"/>
            <ac:inkMk id="9" creationId="{A2E74113-A377-8A1F-AABE-67769885F0F4}"/>
          </ac:inkMkLst>
        </pc:inkChg>
      </pc:sldChg>
      <pc:sldChg chg="delSp mod">
        <pc:chgData name="Jizheng Wan" userId="02e35b87-44bd-4455-aecc-56042df92991" providerId="ADAL" clId="{F3959B82-9950-43F8-975E-1FE564E7CA72}" dt="2022-11-01T23:40:30.402" v="8" actId="478"/>
        <pc:sldMkLst>
          <pc:docMk/>
          <pc:sldMk cId="1399123181" sldId="330"/>
        </pc:sldMkLst>
        <pc:inkChg chg="del">
          <ac:chgData name="Jizheng Wan" userId="02e35b87-44bd-4455-aecc-56042df92991" providerId="ADAL" clId="{F3959B82-9950-43F8-975E-1FE564E7CA72}" dt="2022-11-01T23:40:30.402" v="8" actId="478"/>
          <ac:inkMkLst>
            <pc:docMk/>
            <pc:sldMk cId="1399123181" sldId="330"/>
            <ac:inkMk id="17" creationId="{64C36D47-F817-7492-096F-C314A436F9C6}"/>
          </ac:inkMkLst>
        </pc:inkChg>
      </pc:sldChg>
    </pc:docChg>
  </pc:docChgLst>
  <pc:docChgLst>
    <pc:chgData name="Jizheng Wan (Computer Science)" userId="02e35b87-44bd-4455-aecc-56042df92991" providerId="ADAL" clId="{12ACC200-E1C0-4364-A674-D4E4B3B66CCC}"/>
    <pc:docChg chg="undo custSel addSld delSld modSld sldOrd">
      <pc:chgData name="Jizheng Wan (Computer Science)" userId="02e35b87-44bd-4455-aecc-56042df92991" providerId="ADAL" clId="{12ACC200-E1C0-4364-A674-D4E4B3B66CCC}" dt="2023-10-15T01:51:04.721" v="2238"/>
      <pc:docMkLst>
        <pc:docMk/>
      </pc:docMkLst>
      <pc:sldChg chg="modSp mod">
        <pc:chgData name="Jizheng Wan (Computer Science)" userId="02e35b87-44bd-4455-aecc-56042df92991" providerId="ADAL" clId="{12ACC200-E1C0-4364-A674-D4E4B3B66CCC}" dt="2023-10-15T00:38:10.634" v="2027" actId="6549"/>
        <pc:sldMkLst>
          <pc:docMk/>
          <pc:sldMk cId="978461468" sldId="267"/>
        </pc:sldMkLst>
        <pc:spChg chg="mod">
          <ac:chgData name="Jizheng Wan (Computer Science)" userId="02e35b87-44bd-4455-aecc-56042df92991" providerId="ADAL" clId="{12ACC200-E1C0-4364-A674-D4E4B3B66CCC}" dt="2023-10-15T00:38:10.634" v="2027" actId="6549"/>
          <ac:spMkLst>
            <pc:docMk/>
            <pc:sldMk cId="978461468" sldId="267"/>
            <ac:spMk id="3" creationId="{1905B739-ADE8-406B-B5BB-21B7DCB250D3}"/>
          </ac:spMkLst>
        </pc:spChg>
      </pc:sldChg>
      <pc:sldChg chg="del">
        <pc:chgData name="Jizheng Wan (Computer Science)" userId="02e35b87-44bd-4455-aecc-56042df92991" providerId="ADAL" clId="{12ACC200-E1C0-4364-A674-D4E4B3B66CCC}" dt="2023-10-15T00:36:38.998" v="2026" actId="47"/>
        <pc:sldMkLst>
          <pc:docMk/>
          <pc:sldMk cId="4127697669" sldId="283"/>
        </pc:sldMkLst>
      </pc:sldChg>
      <pc:sldChg chg="del">
        <pc:chgData name="Jizheng Wan (Computer Science)" userId="02e35b87-44bd-4455-aecc-56042df92991" providerId="ADAL" clId="{12ACC200-E1C0-4364-A674-D4E4B3B66CCC}" dt="2023-10-15T00:36:38.998" v="2026" actId="47"/>
        <pc:sldMkLst>
          <pc:docMk/>
          <pc:sldMk cId="1995752480" sldId="320"/>
        </pc:sldMkLst>
      </pc:sldChg>
      <pc:sldChg chg="del">
        <pc:chgData name="Jizheng Wan (Computer Science)" userId="02e35b87-44bd-4455-aecc-56042df92991" providerId="ADAL" clId="{12ACC200-E1C0-4364-A674-D4E4B3B66CCC}" dt="2023-10-15T00:36:38.998" v="2026" actId="47"/>
        <pc:sldMkLst>
          <pc:docMk/>
          <pc:sldMk cId="2774230203" sldId="321"/>
        </pc:sldMkLst>
      </pc:sldChg>
      <pc:sldChg chg="del">
        <pc:chgData name="Jizheng Wan (Computer Science)" userId="02e35b87-44bd-4455-aecc-56042df92991" providerId="ADAL" clId="{12ACC200-E1C0-4364-A674-D4E4B3B66CCC}" dt="2023-10-15T00:36:38.998" v="2026" actId="47"/>
        <pc:sldMkLst>
          <pc:docMk/>
          <pc:sldMk cId="585716244" sldId="322"/>
        </pc:sldMkLst>
      </pc:sldChg>
      <pc:sldChg chg="del">
        <pc:chgData name="Jizheng Wan (Computer Science)" userId="02e35b87-44bd-4455-aecc-56042df92991" providerId="ADAL" clId="{12ACC200-E1C0-4364-A674-D4E4B3B66CCC}" dt="2023-10-15T00:36:38.998" v="2026" actId="47"/>
        <pc:sldMkLst>
          <pc:docMk/>
          <pc:sldMk cId="3724970255" sldId="323"/>
        </pc:sldMkLst>
      </pc:sldChg>
      <pc:sldChg chg="del">
        <pc:chgData name="Jizheng Wan (Computer Science)" userId="02e35b87-44bd-4455-aecc-56042df92991" providerId="ADAL" clId="{12ACC200-E1C0-4364-A674-D4E4B3B66CCC}" dt="2023-10-15T00:36:38.998" v="2026" actId="47"/>
        <pc:sldMkLst>
          <pc:docMk/>
          <pc:sldMk cId="3543225394" sldId="324"/>
        </pc:sldMkLst>
      </pc:sldChg>
      <pc:sldChg chg="del">
        <pc:chgData name="Jizheng Wan (Computer Science)" userId="02e35b87-44bd-4455-aecc-56042df92991" providerId="ADAL" clId="{12ACC200-E1C0-4364-A674-D4E4B3B66CCC}" dt="2023-10-15T00:36:38.998" v="2026" actId="47"/>
        <pc:sldMkLst>
          <pc:docMk/>
          <pc:sldMk cId="3990925061" sldId="325"/>
        </pc:sldMkLst>
      </pc:sldChg>
      <pc:sldChg chg="del">
        <pc:chgData name="Jizheng Wan (Computer Science)" userId="02e35b87-44bd-4455-aecc-56042df92991" providerId="ADAL" clId="{12ACC200-E1C0-4364-A674-D4E4B3B66CCC}" dt="2023-10-15T00:36:38.998" v="2026" actId="47"/>
        <pc:sldMkLst>
          <pc:docMk/>
          <pc:sldMk cId="2525370200" sldId="326"/>
        </pc:sldMkLst>
      </pc:sldChg>
      <pc:sldChg chg="del">
        <pc:chgData name="Jizheng Wan (Computer Science)" userId="02e35b87-44bd-4455-aecc-56042df92991" providerId="ADAL" clId="{12ACC200-E1C0-4364-A674-D4E4B3B66CCC}" dt="2023-10-15T00:36:38.998" v="2026" actId="47"/>
        <pc:sldMkLst>
          <pc:docMk/>
          <pc:sldMk cId="3722161878" sldId="327"/>
        </pc:sldMkLst>
      </pc:sldChg>
      <pc:sldChg chg="del">
        <pc:chgData name="Jizheng Wan (Computer Science)" userId="02e35b87-44bd-4455-aecc-56042df92991" providerId="ADAL" clId="{12ACC200-E1C0-4364-A674-D4E4B3B66CCC}" dt="2023-10-15T00:36:38.998" v="2026" actId="47"/>
        <pc:sldMkLst>
          <pc:docMk/>
          <pc:sldMk cId="2843695421" sldId="328"/>
        </pc:sldMkLst>
      </pc:sldChg>
      <pc:sldChg chg="del">
        <pc:chgData name="Jizheng Wan (Computer Science)" userId="02e35b87-44bd-4455-aecc-56042df92991" providerId="ADAL" clId="{12ACC200-E1C0-4364-A674-D4E4B3B66CCC}" dt="2023-10-15T00:36:38.998" v="2026" actId="47"/>
        <pc:sldMkLst>
          <pc:docMk/>
          <pc:sldMk cId="4236375752" sldId="329"/>
        </pc:sldMkLst>
      </pc:sldChg>
      <pc:sldChg chg="del">
        <pc:chgData name="Jizheng Wan (Computer Science)" userId="02e35b87-44bd-4455-aecc-56042df92991" providerId="ADAL" clId="{12ACC200-E1C0-4364-A674-D4E4B3B66CCC}" dt="2023-10-15T00:36:38.998" v="2026" actId="47"/>
        <pc:sldMkLst>
          <pc:docMk/>
          <pc:sldMk cId="1399123181" sldId="330"/>
        </pc:sldMkLst>
      </pc:sldChg>
      <pc:sldChg chg="del">
        <pc:chgData name="Jizheng Wan (Computer Science)" userId="02e35b87-44bd-4455-aecc-56042df92991" providerId="ADAL" clId="{12ACC200-E1C0-4364-A674-D4E4B3B66CCC}" dt="2023-10-15T00:36:38.998" v="2026" actId="47"/>
        <pc:sldMkLst>
          <pc:docMk/>
          <pc:sldMk cId="835391776" sldId="331"/>
        </pc:sldMkLst>
      </pc:sldChg>
      <pc:sldChg chg="modSp modAnim">
        <pc:chgData name="Jizheng Wan (Computer Science)" userId="02e35b87-44bd-4455-aecc-56042df92991" providerId="ADAL" clId="{12ACC200-E1C0-4364-A674-D4E4B3B66CCC}" dt="2023-10-15T01:17:43.363" v="2209" actId="108"/>
        <pc:sldMkLst>
          <pc:docMk/>
          <pc:sldMk cId="2727082368" sldId="332"/>
        </pc:sldMkLst>
        <pc:spChg chg="mod">
          <ac:chgData name="Jizheng Wan (Computer Science)" userId="02e35b87-44bd-4455-aecc-56042df92991" providerId="ADAL" clId="{12ACC200-E1C0-4364-A674-D4E4B3B66CCC}" dt="2023-10-15T01:17:43.363" v="2209" actId="108"/>
          <ac:spMkLst>
            <pc:docMk/>
            <pc:sldMk cId="2727082368" sldId="332"/>
            <ac:spMk id="3" creationId="{449309EE-AA1A-368F-66F2-A405CECEECAB}"/>
          </ac:spMkLst>
        </pc:spChg>
      </pc:sldChg>
      <pc:sldChg chg="modAnim">
        <pc:chgData name="Jizheng Wan (Computer Science)" userId="02e35b87-44bd-4455-aecc-56042df92991" providerId="ADAL" clId="{12ACC200-E1C0-4364-A674-D4E4B3B66CCC}" dt="2023-10-15T00:39:22.599" v="2028"/>
        <pc:sldMkLst>
          <pc:docMk/>
          <pc:sldMk cId="3292710201" sldId="333"/>
        </pc:sldMkLst>
      </pc:sldChg>
      <pc:sldChg chg="modSp mod modAnim">
        <pc:chgData name="Jizheng Wan (Computer Science)" userId="02e35b87-44bd-4455-aecc-56042df92991" providerId="ADAL" clId="{12ACC200-E1C0-4364-A674-D4E4B3B66CCC}" dt="2023-10-15T00:47:54.863" v="2057"/>
        <pc:sldMkLst>
          <pc:docMk/>
          <pc:sldMk cId="1038994971" sldId="334"/>
        </pc:sldMkLst>
        <pc:spChg chg="mod">
          <ac:chgData name="Jizheng Wan (Computer Science)" userId="02e35b87-44bd-4455-aecc-56042df92991" providerId="ADAL" clId="{12ACC200-E1C0-4364-A674-D4E4B3B66CCC}" dt="2023-10-15T00:33:46.359" v="1996" actId="14100"/>
          <ac:spMkLst>
            <pc:docMk/>
            <pc:sldMk cId="1038994971" sldId="334"/>
            <ac:spMk id="3" creationId="{94A82FD5-DF64-E2EB-144C-899AA045E3CF}"/>
          </ac:spMkLst>
        </pc:spChg>
        <pc:spChg chg="mod">
          <ac:chgData name="Jizheng Wan (Computer Science)" userId="02e35b87-44bd-4455-aecc-56042df92991" providerId="ADAL" clId="{12ACC200-E1C0-4364-A674-D4E4B3B66CCC}" dt="2023-10-15T00:28:12.029" v="1905" actId="13822"/>
          <ac:spMkLst>
            <pc:docMk/>
            <pc:sldMk cId="1038994971" sldId="334"/>
            <ac:spMk id="5" creationId="{68B60B6D-E1A3-6546-6D93-51EC9EB8BD0A}"/>
          </ac:spMkLst>
        </pc:spChg>
      </pc:sldChg>
      <pc:sldChg chg="addSp delSp modSp mod modAnim">
        <pc:chgData name="Jizheng Wan (Computer Science)" userId="02e35b87-44bd-4455-aecc-56042df92991" providerId="ADAL" clId="{12ACC200-E1C0-4364-A674-D4E4B3B66CCC}" dt="2023-10-15T01:03:42.361" v="2083"/>
        <pc:sldMkLst>
          <pc:docMk/>
          <pc:sldMk cId="4230761882" sldId="336"/>
        </pc:sldMkLst>
        <pc:spChg chg="mod">
          <ac:chgData name="Jizheng Wan (Computer Science)" userId="02e35b87-44bd-4455-aecc-56042df92991" providerId="ADAL" clId="{12ACC200-E1C0-4364-A674-D4E4B3B66CCC}" dt="2023-10-13T22:27:33.443" v="34" actId="20577"/>
          <ac:spMkLst>
            <pc:docMk/>
            <pc:sldMk cId="4230761882" sldId="336"/>
            <ac:spMk id="2" creationId="{4372772C-1F60-81DA-2DBC-FEBB6EF8F3F6}"/>
          </ac:spMkLst>
        </pc:spChg>
        <pc:spChg chg="mod">
          <ac:chgData name="Jizheng Wan (Computer Science)" userId="02e35b87-44bd-4455-aecc-56042df92991" providerId="ADAL" clId="{12ACC200-E1C0-4364-A674-D4E4B3B66CCC}" dt="2023-10-13T23:04:36.521" v="186" actId="108"/>
          <ac:spMkLst>
            <pc:docMk/>
            <pc:sldMk cId="4230761882" sldId="336"/>
            <ac:spMk id="3" creationId="{1F9E9A34-2CD6-C22F-F408-56C48332B877}"/>
          </ac:spMkLst>
        </pc:spChg>
        <pc:spChg chg="add del mod">
          <ac:chgData name="Jizheng Wan (Computer Science)" userId="02e35b87-44bd-4455-aecc-56042df92991" providerId="ADAL" clId="{12ACC200-E1C0-4364-A674-D4E4B3B66CCC}" dt="2023-10-13T23:02:38.548" v="114" actId="478"/>
          <ac:spMkLst>
            <pc:docMk/>
            <pc:sldMk cId="4230761882" sldId="336"/>
            <ac:spMk id="5" creationId="{75A3A872-2D30-8771-9F83-FC2D55DDB691}"/>
          </ac:spMkLst>
        </pc:spChg>
        <pc:spChg chg="add del mod">
          <ac:chgData name="Jizheng Wan (Computer Science)" userId="02e35b87-44bd-4455-aecc-56042df92991" providerId="ADAL" clId="{12ACC200-E1C0-4364-A674-D4E4B3B66CCC}" dt="2023-10-13T23:04:19.513" v="180" actId="478"/>
          <ac:spMkLst>
            <pc:docMk/>
            <pc:sldMk cId="4230761882" sldId="336"/>
            <ac:spMk id="7" creationId="{4320B8BE-3F68-BAAE-1535-3DD7F48BA500}"/>
          </ac:spMkLst>
        </pc:spChg>
        <pc:spChg chg="add mod">
          <ac:chgData name="Jizheng Wan (Computer Science)" userId="02e35b87-44bd-4455-aecc-56042df92991" providerId="ADAL" clId="{12ACC200-E1C0-4364-A674-D4E4B3B66CCC}" dt="2023-10-13T23:04:47.432" v="187" actId="1076"/>
          <ac:spMkLst>
            <pc:docMk/>
            <pc:sldMk cId="4230761882" sldId="336"/>
            <ac:spMk id="8" creationId="{E49A69E7-CE08-6F63-B977-D1FF5CFF6E3B}"/>
          </ac:spMkLst>
        </pc:spChg>
        <pc:spChg chg="add mod ord">
          <ac:chgData name="Jizheng Wan (Computer Science)" userId="02e35b87-44bd-4455-aecc-56042df92991" providerId="ADAL" clId="{12ACC200-E1C0-4364-A674-D4E4B3B66CCC}" dt="2023-10-13T23:06:39.632" v="210" actId="207"/>
          <ac:spMkLst>
            <pc:docMk/>
            <pc:sldMk cId="4230761882" sldId="336"/>
            <ac:spMk id="9" creationId="{BB9D0E62-1936-EA04-B480-EFD8B5F7B7D1}"/>
          </ac:spMkLst>
        </pc:spChg>
        <pc:spChg chg="add mod">
          <ac:chgData name="Jizheng Wan (Computer Science)" userId="02e35b87-44bd-4455-aecc-56042df92991" providerId="ADAL" clId="{12ACC200-E1C0-4364-A674-D4E4B3B66CCC}" dt="2023-10-13T23:07:13.614" v="223" actId="1076"/>
          <ac:spMkLst>
            <pc:docMk/>
            <pc:sldMk cId="4230761882" sldId="336"/>
            <ac:spMk id="11" creationId="{E1C52524-2453-9458-43A3-3C6340292CB7}"/>
          </ac:spMkLst>
        </pc:spChg>
      </pc:sldChg>
      <pc:sldChg chg="addSp modSp mod modAnim">
        <pc:chgData name="Jizheng Wan (Computer Science)" userId="02e35b87-44bd-4455-aecc-56042df92991" providerId="ADAL" clId="{12ACC200-E1C0-4364-A674-D4E4B3B66CCC}" dt="2023-10-15T01:01:33.726" v="2076"/>
        <pc:sldMkLst>
          <pc:docMk/>
          <pc:sldMk cId="2153679663" sldId="337"/>
        </pc:sldMkLst>
        <pc:spChg chg="mod">
          <ac:chgData name="Jizheng Wan (Computer Science)" userId="02e35b87-44bd-4455-aecc-56042df92991" providerId="ADAL" clId="{12ACC200-E1C0-4364-A674-D4E4B3B66CCC}" dt="2023-10-15T00:47:34.136" v="2056" actId="20577"/>
          <ac:spMkLst>
            <pc:docMk/>
            <pc:sldMk cId="2153679663" sldId="337"/>
            <ac:spMk id="2" creationId="{6F632C8A-26FF-59FD-A26A-46EFBE17ECA9}"/>
          </ac:spMkLst>
        </pc:spChg>
        <pc:spChg chg="mod">
          <ac:chgData name="Jizheng Wan (Computer Science)" userId="02e35b87-44bd-4455-aecc-56042df92991" providerId="ADAL" clId="{12ACC200-E1C0-4364-A674-D4E4B3B66CCC}" dt="2023-10-13T22:28:39.943" v="45" actId="20577"/>
          <ac:spMkLst>
            <pc:docMk/>
            <pc:sldMk cId="2153679663" sldId="337"/>
            <ac:spMk id="3" creationId="{0F44EC6E-A748-81ED-EB09-355234D42034}"/>
          </ac:spMkLst>
        </pc:spChg>
        <pc:spChg chg="add mod">
          <ac:chgData name="Jizheng Wan (Computer Science)" userId="02e35b87-44bd-4455-aecc-56042df92991" providerId="ADAL" clId="{12ACC200-E1C0-4364-A674-D4E4B3B66CCC}" dt="2023-10-15T01:00:23.212" v="2065" actId="571"/>
          <ac:spMkLst>
            <pc:docMk/>
            <pc:sldMk cId="2153679663" sldId="337"/>
            <ac:spMk id="8" creationId="{A5C0D7A1-DA67-C196-F8E7-C0B1476B33FB}"/>
          </ac:spMkLst>
        </pc:spChg>
        <pc:spChg chg="add mod">
          <ac:chgData name="Jizheng Wan (Computer Science)" userId="02e35b87-44bd-4455-aecc-56042df92991" providerId="ADAL" clId="{12ACC200-E1C0-4364-A674-D4E4B3B66CCC}" dt="2023-10-15T01:00:23.212" v="2065" actId="571"/>
          <ac:spMkLst>
            <pc:docMk/>
            <pc:sldMk cId="2153679663" sldId="337"/>
            <ac:spMk id="9" creationId="{DD2ADE28-4F51-26F5-9936-77C6A9E3BD0D}"/>
          </ac:spMkLst>
        </pc:spChg>
      </pc:sldChg>
      <pc:sldChg chg="modAnim">
        <pc:chgData name="Jizheng Wan (Computer Science)" userId="02e35b87-44bd-4455-aecc-56042df92991" providerId="ADAL" clId="{12ACC200-E1C0-4364-A674-D4E4B3B66CCC}" dt="2023-10-15T01:02:13.561" v="2078"/>
        <pc:sldMkLst>
          <pc:docMk/>
          <pc:sldMk cId="2355184716" sldId="338"/>
        </pc:sldMkLst>
      </pc:sldChg>
      <pc:sldChg chg="addSp delSp modSp add mod modAnim">
        <pc:chgData name="Jizheng Wan (Computer Science)" userId="02e35b87-44bd-4455-aecc-56042df92991" providerId="ADAL" clId="{12ACC200-E1C0-4364-A674-D4E4B3B66CCC}" dt="2023-10-15T01:51:04.721" v="2238"/>
        <pc:sldMkLst>
          <pc:docMk/>
          <pc:sldMk cId="2661740522" sldId="339"/>
        </pc:sldMkLst>
        <pc:spChg chg="mod">
          <ac:chgData name="Jizheng Wan (Computer Science)" userId="02e35b87-44bd-4455-aecc-56042df92991" providerId="ADAL" clId="{12ACC200-E1C0-4364-A674-D4E4B3B66CCC}" dt="2023-10-15T01:50:27.888" v="2236" actId="20577"/>
          <ac:spMkLst>
            <pc:docMk/>
            <pc:sldMk cId="2661740522" sldId="339"/>
            <ac:spMk id="3" creationId="{1F9E9A34-2CD6-C22F-F408-56C48332B877}"/>
          </ac:spMkLst>
        </pc:spChg>
        <pc:spChg chg="add mod">
          <ac:chgData name="Jizheng Wan (Computer Science)" userId="02e35b87-44bd-4455-aecc-56042df92991" providerId="ADAL" clId="{12ACC200-E1C0-4364-A674-D4E4B3B66CCC}" dt="2023-10-13T23:35:43.006" v="405" actId="20577"/>
          <ac:spMkLst>
            <pc:docMk/>
            <pc:sldMk cId="2661740522" sldId="339"/>
            <ac:spMk id="4" creationId="{968A6A1C-F39B-7B4E-2A94-F13678D64800}"/>
          </ac:spMkLst>
        </pc:spChg>
        <pc:spChg chg="add mod">
          <ac:chgData name="Jizheng Wan (Computer Science)" userId="02e35b87-44bd-4455-aecc-56042df92991" providerId="ADAL" clId="{12ACC200-E1C0-4364-A674-D4E4B3B66CCC}" dt="2023-10-13T23:35:54.265" v="412" actId="122"/>
          <ac:spMkLst>
            <pc:docMk/>
            <pc:sldMk cId="2661740522" sldId="339"/>
            <ac:spMk id="5" creationId="{9A46DE85-9B03-51CE-28D9-3C5E98B28A60}"/>
          </ac:spMkLst>
        </pc:spChg>
        <pc:spChg chg="add del mod">
          <ac:chgData name="Jizheng Wan (Computer Science)" userId="02e35b87-44bd-4455-aecc-56042df92991" providerId="ADAL" clId="{12ACC200-E1C0-4364-A674-D4E4B3B66CCC}" dt="2023-10-13T23:34:46.319" v="393" actId="478"/>
          <ac:spMkLst>
            <pc:docMk/>
            <pc:sldMk cId="2661740522" sldId="339"/>
            <ac:spMk id="6" creationId="{C06CC935-A567-7D7E-3685-1110B4A85905}"/>
          </ac:spMkLst>
        </pc:spChg>
        <pc:spChg chg="add del mod">
          <ac:chgData name="Jizheng Wan (Computer Science)" userId="02e35b87-44bd-4455-aecc-56042df92991" providerId="ADAL" clId="{12ACC200-E1C0-4364-A674-D4E4B3B66CCC}" dt="2023-10-13T23:34:47.713" v="394" actId="478"/>
          <ac:spMkLst>
            <pc:docMk/>
            <pc:sldMk cId="2661740522" sldId="339"/>
            <ac:spMk id="7" creationId="{65C1DDC3-FD66-3537-B2B9-98F757647F2C}"/>
          </ac:spMkLst>
        </pc:spChg>
        <pc:spChg chg="add mod">
          <ac:chgData name="Jizheng Wan (Computer Science)" userId="02e35b87-44bd-4455-aecc-56042df92991" providerId="ADAL" clId="{12ACC200-E1C0-4364-A674-D4E4B3B66CCC}" dt="2023-10-13T23:35:03.396" v="396" actId="1076"/>
          <ac:spMkLst>
            <pc:docMk/>
            <pc:sldMk cId="2661740522" sldId="339"/>
            <ac:spMk id="10" creationId="{835BEFA7-F1C2-F6E0-5142-64A4FFB4C5E2}"/>
          </ac:spMkLst>
        </pc:spChg>
        <pc:spChg chg="mod">
          <ac:chgData name="Jizheng Wan (Computer Science)" userId="02e35b87-44bd-4455-aecc-56042df92991" providerId="ADAL" clId="{12ACC200-E1C0-4364-A674-D4E4B3B66CCC}" dt="2023-10-13T23:33:34.123" v="382" actId="20577"/>
          <ac:spMkLst>
            <pc:docMk/>
            <pc:sldMk cId="2661740522" sldId="339"/>
            <ac:spMk id="11" creationId="{E1C52524-2453-9458-43A3-3C6340292CB7}"/>
          </ac:spMkLst>
        </pc:spChg>
        <pc:spChg chg="add mod">
          <ac:chgData name="Jizheng Wan (Computer Science)" userId="02e35b87-44bd-4455-aecc-56042df92991" providerId="ADAL" clId="{12ACC200-E1C0-4364-A674-D4E4B3B66CCC}" dt="2023-10-13T23:35:08.656" v="397" actId="571"/>
          <ac:spMkLst>
            <pc:docMk/>
            <pc:sldMk cId="2661740522" sldId="339"/>
            <ac:spMk id="12" creationId="{A687A72F-E168-70C4-905A-C18516E03970}"/>
          </ac:spMkLst>
        </pc:spChg>
      </pc:sldChg>
      <pc:sldChg chg="addSp delSp modSp add del mod">
        <pc:chgData name="Jizheng Wan (Computer Science)" userId="02e35b87-44bd-4455-aecc-56042df92991" providerId="ADAL" clId="{12ACC200-E1C0-4364-A674-D4E4B3B66CCC}" dt="2023-10-14T23:46:55.238" v="1258" actId="47"/>
        <pc:sldMkLst>
          <pc:docMk/>
          <pc:sldMk cId="3717185509" sldId="340"/>
        </pc:sldMkLst>
        <pc:spChg chg="mod">
          <ac:chgData name="Jizheng Wan (Computer Science)" userId="02e35b87-44bd-4455-aecc-56042df92991" providerId="ADAL" clId="{12ACC200-E1C0-4364-A674-D4E4B3B66CCC}" dt="2023-10-14T22:53:53.837" v="510" actId="20577"/>
          <ac:spMkLst>
            <pc:docMk/>
            <pc:sldMk cId="3717185509" sldId="340"/>
            <ac:spMk id="2" creationId="{4372772C-1F60-81DA-2DBC-FEBB6EF8F3F6}"/>
          </ac:spMkLst>
        </pc:spChg>
        <pc:spChg chg="mod">
          <ac:chgData name="Jizheng Wan (Computer Science)" userId="02e35b87-44bd-4455-aecc-56042df92991" providerId="ADAL" clId="{12ACC200-E1C0-4364-A674-D4E4B3B66CCC}" dt="2023-10-14T23:25:44.064" v="782" actId="20577"/>
          <ac:spMkLst>
            <pc:docMk/>
            <pc:sldMk cId="3717185509" sldId="340"/>
            <ac:spMk id="3" creationId="{1F9E9A34-2CD6-C22F-F408-56C48332B877}"/>
          </ac:spMkLst>
        </pc:spChg>
        <pc:spChg chg="del">
          <ac:chgData name="Jizheng Wan (Computer Science)" userId="02e35b87-44bd-4455-aecc-56042df92991" providerId="ADAL" clId="{12ACC200-E1C0-4364-A674-D4E4B3B66CCC}" dt="2023-10-14T00:06:26.900" v="467" actId="478"/>
          <ac:spMkLst>
            <pc:docMk/>
            <pc:sldMk cId="3717185509" sldId="340"/>
            <ac:spMk id="4" creationId="{968A6A1C-F39B-7B4E-2A94-F13678D64800}"/>
          </ac:spMkLst>
        </pc:spChg>
        <pc:spChg chg="add mod">
          <ac:chgData name="Jizheng Wan (Computer Science)" userId="02e35b87-44bd-4455-aecc-56042df92991" providerId="ADAL" clId="{12ACC200-E1C0-4364-A674-D4E4B3B66CCC}" dt="2023-10-14T23:18:56.942" v="762" actId="20577"/>
          <ac:spMkLst>
            <pc:docMk/>
            <pc:sldMk cId="3717185509" sldId="340"/>
            <ac:spMk id="4" creationId="{EFBF0E6D-7B40-0546-D9D7-F2EA81E84F59}"/>
          </ac:spMkLst>
        </pc:spChg>
        <pc:spChg chg="add mod">
          <ac:chgData name="Jizheng Wan (Computer Science)" userId="02e35b87-44bd-4455-aecc-56042df92991" providerId="ADAL" clId="{12ACC200-E1C0-4364-A674-D4E4B3B66CCC}" dt="2023-10-14T23:19:05.496" v="763" actId="1076"/>
          <ac:spMkLst>
            <pc:docMk/>
            <pc:sldMk cId="3717185509" sldId="340"/>
            <ac:spMk id="5" creationId="{4A89D84E-9755-414D-F76D-9ED0992D9CA7}"/>
          </ac:spMkLst>
        </pc:spChg>
        <pc:spChg chg="del">
          <ac:chgData name="Jizheng Wan (Computer Science)" userId="02e35b87-44bd-4455-aecc-56042df92991" providerId="ADAL" clId="{12ACC200-E1C0-4364-A674-D4E4B3B66CCC}" dt="2023-10-14T00:06:26.900" v="467" actId="478"/>
          <ac:spMkLst>
            <pc:docMk/>
            <pc:sldMk cId="3717185509" sldId="340"/>
            <ac:spMk id="5" creationId="{9A46DE85-9B03-51CE-28D9-3C5E98B28A60}"/>
          </ac:spMkLst>
        </pc:spChg>
        <pc:spChg chg="del">
          <ac:chgData name="Jizheng Wan (Computer Science)" userId="02e35b87-44bd-4455-aecc-56042df92991" providerId="ADAL" clId="{12ACC200-E1C0-4364-A674-D4E4B3B66CCC}" dt="2023-10-14T00:06:23.331" v="464" actId="478"/>
          <ac:spMkLst>
            <pc:docMk/>
            <pc:sldMk cId="3717185509" sldId="340"/>
            <ac:spMk id="8" creationId="{E49A69E7-CE08-6F63-B977-D1FF5CFF6E3B}"/>
          </ac:spMkLst>
        </pc:spChg>
        <pc:spChg chg="del">
          <ac:chgData name="Jizheng Wan (Computer Science)" userId="02e35b87-44bd-4455-aecc-56042df92991" providerId="ADAL" clId="{12ACC200-E1C0-4364-A674-D4E4B3B66CCC}" dt="2023-10-14T00:06:24.486" v="465" actId="478"/>
          <ac:spMkLst>
            <pc:docMk/>
            <pc:sldMk cId="3717185509" sldId="340"/>
            <ac:spMk id="9" creationId="{BB9D0E62-1936-EA04-B480-EFD8B5F7B7D1}"/>
          </ac:spMkLst>
        </pc:spChg>
        <pc:spChg chg="del">
          <ac:chgData name="Jizheng Wan (Computer Science)" userId="02e35b87-44bd-4455-aecc-56042df92991" providerId="ADAL" clId="{12ACC200-E1C0-4364-A674-D4E4B3B66CCC}" dt="2023-10-14T00:06:26.900" v="467" actId="478"/>
          <ac:spMkLst>
            <pc:docMk/>
            <pc:sldMk cId="3717185509" sldId="340"/>
            <ac:spMk id="10" creationId="{835BEFA7-F1C2-F6E0-5142-64A4FFB4C5E2}"/>
          </ac:spMkLst>
        </pc:spChg>
        <pc:spChg chg="del">
          <ac:chgData name="Jizheng Wan (Computer Science)" userId="02e35b87-44bd-4455-aecc-56042df92991" providerId="ADAL" clId="{12ACC200-E1C0-4364-A674-D4E4B3B66CCC}" dt="2023-10-14T00:06:25.814" v="466" actId="478"/>
          <ac:spMkLst>
            <pc:docMk/>
            <pc:sldMk cId="3717185509" sldId="340"/>
            <ac:spMk id="11" creationId="{E1C52524-2453-9458-43A3-3C6340292CB7}"/>
          </ac:spMkLst>
        </pc:spChg>
        <pc:spChg chg="del">
          <ac:chgData name="Jizheng Wan (Computer Science)" userId="02e35b87-44bd-4455-aecc-56042df92991" providerId="ADAL" clId="{12ACC200-E1C0-4364-A674-D4E4B3B66CCC}" dt="2023-10-14T00:06:26.900" v="467" actId="478"/>
          <ac:spMkLst>
            <pc:docMk/>
            <pc:sldMk cId="3717185509" sldId="340"/>
            <ac:spMk id="12" creationId="{A687A72F-E168-70C4-905A-C18516E03970}"/>
          </ac:spMkLst>
        </pc:spChg>
      </pc:sldChg>
      <pc:sldChg chg="addSp modSp add mod ord modAnim">
        <pc:chgData name="Jizheng Wan (Computer Science)" userId="02e35b87-44bd-4455-aecc-56042df92991" providerId="ADAL" clId="{12ACC200-E1C0-4364-A674-D4E4B3B66CCC}" dt="2023-10-15T01:10:35.284" v="2103"/>
        <pc:sldMkLst>
          <pc:docMk/>
          <pc:sldMk cId="3188129572" sldId="341"/>
        </pc:sldMkLst>
        <pc:spChg chg="mod">
          <ac:chgData name="Jizheng Wan (Computer Science)" userId="02e35b87-44bd-4455-aecc-56042df92991" providerId="ADAL" clId="{12ACC200-E1C0-4364-A674-D4E4B3B66CCC}" dt="2023-10-14T23:31:19.190" v="879" actId="6549"/>
          <ac:spMkLst>
            <pc:docMk/>
            <pc:sldMk cId="3188129572" sldId="341"/>
            <ac:spMk id="3" creationId="{1F9E9A34-2CD6-C22F-F408-56C48332B877}"/>
          </ac:spMkLst>
        </pc:spChg>
        <pc:spChg chg="add mod">
          <ac:chgData name="Jizheng Wan (Computer Science)" userId="02e35b87-44bd-4455-aecc-56042df92991" providerId="ADAL" clId="{12ACC200-E1C0-4364-A674-D4E4B3B66CCC}" dt="2023-10-14T23:33:03.532" v="954" actId="20577"/>
          <ac:spMkLst>
            <pc:docMk/>
            <pc:sldMk cId="3188129572" sldId="341"/>
            <ac:spMk id="6" creationId="{183C2676-0110-68E6-17C3-244D3444BD63}"/>
          </ac:spMkLst>
        </pc:spChg>
        <pc:spChg chg="add mod">
          <ac:chgData name="Jizheng Wan (Computer Science)" userId="02e35b87-44bd-4455-aecc-56042df92991" providerId="ADAL" clId="{12ACC200-E1C0-4364-A674-D4E4B3B66CCC}" dt="2023-10-14T23:33:29.944" v="970" actId="20577"/>
          <ac:spMkLst>
            <pc:docMk/>
            <pc:sldMk cId="3188129572" sldId="341"/>
            <ac:spMk id="7" creationId="{FAC5418C-8407-FAEC-8EB8-0C77CB5C7AD0}"/>
          </ac:spMkLst>
        </pc:spChg>
      </pc:sldChg>
      <pc:sldChg chg="modSp add modAnim">
        <pc:chgData name="Jizheng Wan (Computer Science)" userId="02e35b87-44bd-4455-aecc-56042df92991" providerId="ADAL" clId="{12ACC200-E1C0-4364-A674-D4E4B3B66CCC}" dt="2023-10-15T01:11:46.979" v="2104"/>
        <pc:sldMkLst>
          <pc:docMk/>
          <pc:sldMk cId="2227325397" sldId="342"/>
        </pc:sldMkLst>
        <pc:spChg chg="mod">
          <ac:chgData name="Jizheng Wan (Computer Science)" userId="02e35b87-44bd-4455-aecc-56042df92991" providerId="ADAL" clId="{12ACC200-E1C0-4364-A674-D4E4B3B66CCC}" dt="2023-10-14T23:38:54.075" v="1257" actId="20577"/>
          <ac:spMkLst>
            <pc:docMk/>
            <pc:sldMk cId="2227325397" sldId="342"/>
            <ac:spMk id="3" creationId="{3F20E2D4-5ECD-A796-5EFA-0D16F3D3F556}"/>
          </ac:spMkLst>
        </pc:spChg>
      </pc:sldChg>
      <pc:sldChg chg="addSp delSp modSp add mod modAnim">
        <pc:chgData name="Jizheng Wan (Computer Science)" userId="02e35b87-44bd-4455-aecc-56042df92991" providerId="ADAL" clId="{12ACC200-E1C0-4364-A674-D4E4B3B66CCC}" dt="2023-10-15T01:15:39.955" v="2203"/>
        <pc:sldMkLst>
          <pc:docMk/>
          <pc:sldMk cId="1218909475" sldId="343"/>
        </pc:sldMkLst>
        <pc:spChg chg="mod">
          <ac:chgData name="Jizheng Wan (Computer Science)" userId="02e35b87-44bd-4455-aecc-56042df92991" providerId="ADAL" clId="{12ACC200-E1C0-4364-A674-D4E4B3B66CCC}" dt="2023-10-15T00:01:39.991" v="1706" actId="20577"/>
          <ac:spMkLst>
            <pc:docMk/>
            <pc:sldMk cId="1218909475" sldId="343"/>
            <ac:spMk id="3" creationId="{3F20E2D4-5ECD-A796-5EFA-0D16F3D3F556}"/>
          </ac:spMkLst>
        </pc:spChg>
        <pc:spChg chg="add del mod">
          <ac:chgData name="Jizheng Wan (Computer Science)" userId="02e35b87-44bd-4455-aecc-56042df92991" providerId="ADAL" clId="{12ACC200-E1C0-4364-A674-D4E4B3B66CCC}" dt="2023-10-15T00:01:08.144" v="1702" actId="1076"/>
          <ac:spMkLst>
            <pc:docMk/>
            <pc:sldMk cId="1218909475" sldId="343"/>
            <ac:spMk id="4" creationId="{FE0B7627-CEB0-C3E0-BADA-09B320B0906D}"/>
          </ac:spMkLst>
        </pc:spChg>
      </pc:sldChg>
      <pc:sldChg chg="addSp delSp modSp new mod modAnim">
        <pc:chgData name="Jizheng Wan (Computer Science)" userId="02e35b87-44bd-4455-aecc-56042df92991" providerId="ADAL" clId="{12ACC200-E1C0-4364-A674-D4E4B3B66CCC}" dt="2023-10-15T01:16:51.436" v="2208" actId="20577"/>
        <pc:sldMkLst>
          <pc:docMk/>
          <pc:sldMk cId="1703844242" sldId="344"/>
        </pc:sldMkLst>
        <pc:spChg chg="mod">
          <ac:chgData name="Jizheng Wan (Computer Science)" userId="02e35b87-44bd-4455-aecc-56042df92991" providerId="ADAL" clId="{12ACC200-E1C0-4364-A674-D4E4B3B66CCC}" dt="2023-10-15T00:16:08.473" v="1732" actId="20577"/>
          <ac:spMkLst>
            <pc:docMk/>
            <pc:sldMk cId="1703844242" sldId="344"/>
            <ac:spMk id="2" creationId="{48D92448-6B32-28F3-A49D-7699B8D6358F}"/>
          </ac:spMkLst>
        </pc:spChg>
        <pc:spChg chg="mod">
          <ac:chgData name="Jizheng Wan (Computer Science)" userId="02e35b87-44bd-4455-aecc-56042df92991" providerId="ADAL" clId="{12ACC200-E1C0-4364-A674-D4E4B3B66CCC}" dt="2023-10-15T01:16:51.436" v="2208" actId="20577"/>
          <ac:spMkLst>
            <pc:docMk/>
            <pc:sldMk cId="1703844242" sldId="344"/>
            <ac:spMk id="3" creationId="{6BC428FF-44B8-5906-5318-58AE491CBF88}"/>
          </ac:spMkLst>
        </pc:spChg>
        <pc:picChg chg="add del mod">
          <ac:chgData name="Jizheng Wan (Computer Science)" userId="02e35b87-44bd-4455-aecc-56042df92991" providerId="ADAL" clId="{12ACC200-E1C0-4364-A674-D4E4B3B66CCC}" dt="2023-10-15T00:27:23.016" v="1889" actId="478"/>
          <ac:picMkLst>
            <pc:docMk/>
            <pc:sldMk cId="1703844242" sldId="344"/>
            <ac:picMk id="4" creationId="{D338F5EE-CDB7-5F1D-3554-BF2C9134D102}"/>
          </ac:picMkLst>
        </pc:picChg>
      </pc:sldChg>
      <pc:sldChg chg="addSp delSp modSp add mod">
        <pc:chgData name="Jizheng Wan (Computer Science)" userId="02e35b87-44bd-4455-aecc-56042df92991" providerId="ADAL" clId="{12ACC200-E1C0-4364-A674-D4E4B3B66CCC}" dt="2023-10-15T01:18:36.866" v="2233" actId="20577"/>
        <pc:sldMkLst>
          <pc:docMk/>
          <pc:sldMk cId="3303899973" sldId="345"/>
        </pc:sldMkLst>
        <pc:spChg chg="mod">
          <ac:chgData name="Jizheng Wan (Computer Science)" userId="02e35b87-44bd-4455-aecc-56042df92991" providerId="ADAL" clId="{12ACC200-E1C0-4364-A674-D4E4B3B66CCC}" dt="2023-10-15T00:27:35.750" v="1898" actId="20577"/>
          <ac:spMkLst>
            <pc:docMk/>
            <pc:sldMk cId="3303899973" sldId="345"/>
            <ac:spMk id="2" creationId="{7FB70FF6-B525-4AF9-C9AE-0FF35FBDACF3}"/>
          </ac:spMkLst>
        </pc:spChg>
        <pc:spChg chg="mod">
          <ac:chgData name="Jizheng Wan (Computer Science)" userId="02e35b87-44bd-4455-aecc-56042df92991" providerId="ADAL" clId="{12ACC200-E1C0-4364-A674-D4E4B3B66CCC}" dt="2023-10-15T01:18:36.866" v="2233" actId="20577"/>
          <ac:spMkLst>
            <pc:docMk/>
            <pc:sldMk cId="3303899973" sldId="345"/>
            <ac:spMk id="3" creationId="{94A82FD5-DF64-E2EB-144C-899AA045E3CF}"/>
          </ac:spMkLst>
        </pc:spChg>
        <pc:spChg chg="del">
          <ac:chgData name="Jizheng Wan (Computer Science)" userId="02e35b87-44bd-4455-aecc-56042df92991" providerId="ADAL" clId="{12ACC200-E1C0-4364-A674-D4E4B3B66CCC}" dt="2023-10-15T00:28:04.832" v="1904" actId="478"/>
          <ac:spMkLst>
            <pc:docMk/>
            <pc:sldMk cId="3303899973" sldId="345"/>
            <ac:spMk id="5" creationId="{68B60B6D-E1A3-6546-6D93-51EC9EB8BD0A}"/>
          </ac:spMkLst>
        </pc:spChg>
        <pc:spChg chg="del">
          <ac:chgData name="Jizheng Wan (Computer Science)" userId="02e35b87-44bd-4455-aecc-56042df92991" providerId="ADAL" clId="{12ACC200-E1C0-4364-A674-D4E4B3B66CCC}" dt="2023-10-15T00:28:56.795" v="1914" actId="478"/>
          <ac:spMkLst>
            <pc:docMk/>
            <pc:sldMk cId="3303899973" sldId="345"/>
            <ac:spMk id="9" creationId="{01A86E7F-B31A-5A81-5B28-B18596A207C8}"/>
          </ac:spMkLst>
        </pc:spChg>
        <pc:picChg chg="add mod">
          <ac:chgData name="Jizheng Wan (Computer Science)" userId="02e35b87-44bd-4455-aecc-56042df92991" providerId="ADAL" clId="{12ACC200-E1C0-4364-A674-D4E4B3B66CCC}" dt="2023-10-15T00:35:14.305" v="2025" actId="1076"/>
          <ac:picMkLst>
            <pc:docMk/>
            <pc:sldMk cId="3303899973" sldId="345"/>
            <ac:picMk id="4" creationId="{EBC12469-FCBE-0FC7-904A-324F66B0C09A}"/>
          </ac:picMkLst>
        </pc:picChg>
        <pc:picChg chg="del">
          <ac:chgData name="Jizheng Wan (Computer Science)" userId="02e35b87-44bd-4455-aecc-56042df92991" providerId="ADAL" clId="{12ACC200-E1C0-4364-A674-D4E4B3B66CCC}" dt="2023-10-15T00:27:53.527" v="1899" actId="478"/>
          <ac:picMkLst>
            <pc:docMk/>
            <pc:sldMk cId="3303899973" sldId="345"/>
            <ac:picMk id="8" creationId="{CA01E0A4-1217-AC44-10C3-85F2773B5789}"/>
          </ac:picMkLst>
        </pc:picChg>
      </pc:sldChg>
    </pc:docChg>
  </pc:docChgLst>
  <pc:docChgLst>
    <pc:chgData name="Jizheng Wan (Computer Science)" userId="02e35b87-44bd-4455-aecc-56042df92991" providerId="ADAL" clId="{43CA5F22-8CFF-42D3-B982-A7635208D7FA}"/>
    <pc:docChg chg="undo redo custSel addSld delSld modSld sldOrd">
      <pc:chgData name="Jizheng Wan (Computer Science)" userId="02e35b87-44bd-4455-aecc-56042df92991" providerId="ADAL" clId="{43CA5F22-8CFF-42D3-B982-A7635208D7FA}" dt="2023-10-18T20:57:54.114" v="3540"/>
      <pc:docMkLst>
        <pc:docMk/>
      </pc:docMkLst>
      <pc:sldChg chg="del">
        <pc:chgData name="Jizheng Wan (Computer Science)" userId="02e35b87-44bd-4455-aecc-56042df92991" providerId="ADAL" clId="{43CA5F22-8CFF-42D3-B982-A7635208D7FA}" dt="2023-10-15T22:40:51.610" v="3402" actId="47"/>
        <pc:sldMkLst>
          <pc:docMk/>
          <pc:sldMk cId="978461468" sldId="267"/>
        </pc:sldMkLst>
      </pc:sldChg>
      <pc:sldChg chg="ord">
        <pc:chgData name="Jizheng Wan (Computer Science)" userId="02e35b87-44bd-4455-aecc-56042df92991" providerId="ADAL" clId="{43CA5F22-8CFF-42D3-B982-A7635208D7FA}" dt="2023-10-15T22:32:17.870" v="3211"/>
        <pc:sldMkLst>
          <pc:docMk/>
          <pc:sldMk cId="3826308776" sldId="316"/>
        </pc:sldMkLst>
      </pc:sldChg>
      <pc:sldChg chg="del">
        <pc:chgData name="Jizheng Wan (Computer Science)" userId="02e35b87-44bd-4455-aecc-56042df92991" providerId="ADAL" clId="{43CA5F22-8CFF-42D3-B982-A7635208D7FA}" dt="2023-10-15T22:35:16.766" v="3215" actId="47"/>
        <pc:sldMkLst>
          <pc:docMk/>
          <pc:sldMk cId="2727082368" sldId="332"/>
        </pc:sldMkLst>
      </pc:sldChg>
      <pc:sldChg chg="modSp modAnim">
        <pc:chgData name="Jizheng Wan (Computer Science)" userId="02e35b87-44bd-4455-aecc-56042df92991" providerId="ADAL" clId="{43CA5F22-8CFF-42D3-B982-A7635208D7FA}" dt="2023-10-15T22:40:39.752" v="3401"/>
        <pc:sldMkLst>
          <pc:docMk/>
          <pc:sldMk cId="3292710201" sldId="333"/>
        </pc:sldMkLst>
        <pc:spChg chg="mod">
          <ac:chgData name="Jizheng Wan (Computer Science)" userId="02e35b87-44bd-4455-aecc-56042df92991" providerId="ADAL" clId="{43CA5F22-8CFF-42D3-B982-A7635208D7FA}" dt="2023-10-15T13:31:47.602" v="126" actId="20577"/>
          <ac:spMkLst>
            <pc:docMk/>
            <pc:sldMk cId="3292710201" sldId="333"/>
            <ac:spMk id="3" creationId="{E99E2B0F-B6A8-9482-B8B5-E0A922C317C6}"/>
          </ac:spMkLst>
        </pc:spChg>
      </pc:sldChg>
      <pc:sldChg chg="del">
        <pc:chgData name="Jizheng Wan (Computer Science)" userId="02e35b87-44bd-4455-aecc-56042df92991" providerId="ADAL" clId="{43CA5F22-8CFF-42D3-B982-A7635208D7FA}" dt="2023-10-15T22:35:16.766" v="3215" actId="47"/>
        <pc:sldMkLst>
          <pc:docMk/>
          <pc:sldMk cId="1038994971" sldId="334"/>
        </pc:sldMkLst>
      </pc:sldChg>
      <pc:sldChg chg="del">
        <pc:chgData name="Jizheng Wan (Computer Science)" userId="02e35b87-44bd-4455-aecc-56042df92991" providerId="ADAL" clId="{43CA5F22-8CFF-42D3-B982-A7635208D7FA}" dt="2023-10-15T22:35:16.766" v="3215" actId="47"/>
        <pc:sldMkLst>
          <pc:docMk/>
          <pc:sldMk cId="1579410143" sldId="335"/>
        </pc:sldMkLst>
      </pc:sldChg>
      <pc:sldChg chg="del">
        <pc:chgData name="Jizheng Wan (Computer Science)" userId="02e35b87-44bd-4455-aecc-56042df92991" providerId="ADAL" clId="{43CA5F22-8CFF-42D3-B982-A7635208D7FA}" dt="2023-10-15T22:35:16.766" v="3215" actId="47"/>
        <pc:sldMkLst>
          <pc:docMk/>
          <pc:sldMk cId="4230761882" sldId="336"/>
        </pc:sldMkLst>
      </pc:sldChg>
      <pc:sldChg chg="del">
        <pc:chgData name="Jizheng Wan (Computer Science)" userId="02e35b87-44bd-4455-aecc-56042df92991" providerId="ADAL" clId="{43CA5F22-8CFF-42D3-B982-A7635208D7FA}" dt="2023-10-15T22:35:16.766" v="3215" actId="47"/>
        <pc:sldMkLst>
          <pc:docMk/>
          <pc:sldMk cId="2153679663" sldId="337"/>
        </pc:sldMkLst>
      </pc:sldChg>
      <pc:sldChg chg="del">
        <pc:chgData name="Jizheng Wan (Computer Science)" userId="02e35b87-44bd-4455-aecc-56042df92991" providerId="ADAL" clId="{43CA5F22-8CFF-42D3-B982-A7635208D7FA}" dt="2023-10-15T22:35:16.766" v="3215" actId="47"/>
        <pc:sldMkLst>
          <pc:docMk/>
          <pc:sldMk cId="2355184716" sldId="338"/>
        </pc:sldMkLst>
      </pc:sldChg>
      <pc:sldChg chg="del">
        <pc:chgData name="Jizheng Wan (Computer Science)" userId="02e35b87-44bd-4455-aecc-56042df92991" providerId="ADAL" clId="{43CA5F22-8CFF-42D3-B982-A7635208D7FA}" dt="2023-10-15T22:35:16.766" v="3215" actId="47"/>
        <pc:sldMkLst>
          <pc:docMk/>
          <pc:sldMk cId="2661740522" sldId="339"/>
        </pc:sldMkLst>
      </pc:sldChg>
      <pc:sldChg chg="del">
        <pc:chgData name="Jizheng Wan (Computer Science)" userId="02e35b87-44bd-4455-aecc-56042df92991" providerId="ADAL" clId="{43CA5F22-8CFF-42D3-B982-A7635208D7FA}" dt="2023-10-15T22:35:16.766" v="3215" actId="47"/>
        <pc:sldMkLst>
          <pc:docMk/>
          <pc:sldMk cId="3188129572" sldId="341"/>
        </pc:sldMkLst>
      </pc:sldChg>
      <pc:sldChg chg="del">
        <pc:chgData name="Jizheng Wan (Computer Science)" userId="02e35b87-44bd-4455-aecc-56042df92991" providerId="ADAL" clId="{43CA5F22-8CFF-42D3-B982-A7635208D7FA}" dt="2023-10-15T22:35:16.766" v="3215" actId="47"/>
        <pc:sldMkLst>
          <pc:docMk/>
          <pc:sldMk cId="2227325397" sldId="342"/>
        </pc:sldMkLst>
      </pc:sldChg>
      <pc:sldChg chg="del">
        <pc:chgData name="Jizheng Wan (Computer Science)" userId="02e35b87-44bd-4455-aecc-56042df92991" providerId="ADAL" clId="{43CA5F22-8CFF-42D3-B982-A7635208D7FA}" dt="2023-10-15T22:35:16.766" v="3215" actId="47"/>
        <pc:sldMkLst>
          <pc:docMk/>
          <pc:sldMk cId="1218909475" sldId="343"/>
        </pc:sldMkLst>
      </pc:sldChg>
      <pc:sldChg chg="del">
        <pc:chgData name="Jizheng Wan (Computer Science)" userId="02e35b87-44bd-4455-aecc-56042df92991" providerId="ADAL" clId="{43CA5F22-8CFF-42D3-B982-A7635208D7FA}" dt="2023-10-15T22:35:16.766" v="3215" actId="47"/>
        <pc:sldMkLst>
          <pc:docMk/>
          <pc:sldMk cId="1703844242" sldId="344"/>
        </pc:sldMkLst>
      </pc:sldChg>
      <pc:sldChg chg="del">
        <pc:chgData name="Jizheng Wan (Computer Science)" userId="02e35b87-44bd-4455-aecc-56042df92991" providerId="ADAL" clId="{43CA5F22-8CFF-42D3-B982-A7635208D7FA}" dt="2023-10-15T22:35:16.766" v="3215" actId="47"/>
        <pc:sldMkLst>
          <pc:docMk/>
          <pc:sldMk cId="3303899973" sldId="345"/>
        </pc:sldMkLst>
      </pc:sldChg>
      <pc:sldChg chg="addSp delSp modSp new mod modAnim">
        <pc:chgData name="Jizheng Wan (Computer Science)" userId="02e35b87-44bd-4455-aecc-56042df92991" providerId="ADAL" clId="{43CA5F22-8CFF-42D3-B982-A7635208D7FA}" dt="2023-10-15T22:42:47.571" v="3456" actId="1076"/>
        <pc:sldMkLst>
          <pc:docMk/>
          <pc:sldMk cId="630885140" sldId="346"/>
        </pc:sldMkLst>
        <pc:spChg chg="mod">
          <ac:chgData name="Jizheng Wan (Computer Science)" userId="02e35b87-44bd-4455-aecc-56042df92991" providerId="ADAL" clId="{43CA5F22-8CFF-42D3-B982-A7635208D7FA}" dt="2023-10-15T15:12:39.166" v="694" actId="20577"/>
          <ac:spMkLst>
            <pc:docMk/>
            <pc:sldMk cId="630885140" sldId="346"/>
            <ac:spMk id="2" creationId="{C67C1EA7-4F24-C51E-2B2C-437CE68ED52F}"/>
          </ac:spMkLst>
        </pc:spChg>
        <pc:spChg chg="add del mod">
          <ac:chgData name="Jizheng Wan (Computer Science)" userId="02e35b87-44bd-4455-aecc-56042df92991" providerId="ADAL" clId="{43CA5F22-8CFF-42D3-B982-A7635208D7FA}" dt="2023-10-15T22:42:39.157" v="3455" actId="20577"/>
          <ac:spMkLst>
            <pc:docMk/>
            <pc:sldMk cId="630885140" sldId="346"/>
            <ac:spMk id="3" creationId="{318121FD-F88B-E7B5-F541-F813C31A4931}"/>
          </ac:spMkLst>
        </pc:spChg>
        <pc:spChg chg="add del mod">
          <ac:chgData name="Jizheng Wan (Computer Science)" userId="02e35b87-44bd-4455-aecc-56042df92991" providerId="ADAL" clId="{43CA5F22-8CFF-42D3-B982-A7635208D7FA}" dt="2023-10-15T14:53:12.676" v="486" actId="478"/>
          <ac:spMkLst>
            <pc:docMk/>
            <pc:sldMk cId="630885140" sldId="346"/>
            <ac:spMk id="4" creationId="{866C4AD6-0B5E-5405-59DF-712B2DAB488A}"/>
          </ac:spMkLst>
        </pc:spChg>
        <pc:spChg chg="add del mod">
          <ac:chgData name="Jizheng Wan (Computer Science)" userId="02e35b87-44bd-4455-aecc-56042df92991" providerId="ADAL" clId="{43CA5F22-8CFF-42D3-B982-A7635208D7FA}" dt="2023-10-15T14:52:10.107" v="480" actId="478"/>
          <ac:spMkLst>
            <pc:docMk/>
            <pc:sldMk cId="630885140" sldId="346"/>
            <ac:spMk id="6" creationId="{0E24C50A-ABE8-0AF4-8A57-9C9618BA32D2}"/>
          </ac:spMkLst>
        </pc:spChg>
        <pc:spChg chg="add mod">
          <ac:chgData name="Jizheng Wan (Computer Science)" userId="02e35b87-44bd-4455-aecc-56042df92991" providerId="ADAL" clId="{43CA5F22-8CFF-42D3-B982-A7635208D7FA}" dt="2023-10-15T22:42:47.571" v="3456" actId="1076"/>
          <ac:spMkLst>
            <pc:docMk/>
            <pc:sldMk cId="630885140" sldId="346"/>
            <ac:spMk id="7" creationId="{9F793605-6234-9758-586C-75F104A1B6C2}"/>
          </ac:spMkLst>
        </pc:spChg>
        <pc:spChg chg="add mod">
          <ac:chgData name="Jizheng Wan (Computer Science)" userId="02e35b87-44bd-4455-aecc-56042df92991" providerId="ADAL" clId="{43CA5F22-8CFF-42D3-B982-A7635208D7FA}" dt="2023-10-15T22:42:47.571" v="3456" actId="1076"/>
          <ac:spMkLst>
            <pc:docMk/>
            <pc:sldMk cId="630885140" sldId="346"/>
            <ac:spMk id="8" creationId="{ED7867EA-F144-9F01-8489-40573C9E16C9}"/>
          </ac:spMkLst>
        </pc:spChg>
        <pc:spChg chg="add mod ord">
          <ac:chgData name="Jizheng Wan (Computer Science)" userId="02e35b87-44bd-4455-aecc-56042df92991" providerId="ADAL" clId="{43CA5F22-8CFF-42D3-B982-A7635208D7FA}" dt="2023-10-15T22:42:47.571" v="3456" actId="1076"/>
          <ac:spMkLst>
            <pc:docMk/>
            <pc:sldMk cId="630885140" sldId="346"/>
            <ac:spMk id="9" creationId="{74FADF6B-3416-84CF-ED76-B18063542F59}"/>
          </ac:spMkLst>
        </pc:spChg>
        <pc:spChg chg="add mod">
          <ac:chgData name="Jizheng Wan (Computer Science)" userId="02e35b87-44bd-4455-aecc-56042df92991" providerId="ADAL" clId="{43CA5F22-8CFF-42D3-B982-A7635208D7FA}" dt="2023-10-15T22:42:47.571" v="3456" actId="1076"/>
          <ac:spMkLst>
            <pc:docMk/>
            <pc:sldMk cId="630885140" sldId="346"/>
            <ac:spMk id="10" creationId="{B40486A5-41CA-277C-D529-E257ED762C5B}"/>
          </ac:spMkLst>
        </pc:spChg>
        <pc:spChg chg="add mod ord">
          <ac:chgData name="Jizheng Wan (Computer Science)" userId="02e35b87-44bd-4455-aecc-56042df92991" providerId="ADAL" clId="{43CA5F22-8CFF-42D3-B982-A7635208D7FA}" dt="2023-10-15T22:42:47.571" v="3456" actId="1076"/>
          <ac:spMkLst>
            <pc:docMk/>
            <pc:sldMk cId="630885140" sldId="346"/>
            <ac:spMk id="11" creationId="{873F8CAD-AFD1-5AD3-4BEB-8F9EDDFF624B}"/>
          </ac:spMkLst>
        </pc:spChg>
        <pc:spChg chg="add mod">
          <ac:chgData name="Jizheng Wan (Computer Science)" userId="02e35b87-44bd-4455-aecc-56042df92991" providerId="ADAL" clId="{43CA5F22-8CFF-42D3-B982-A7635208D7FA}" dt="2023-10-15T22:42:47.571" v="3456" actId="1076"/>
          <ac:spMkLst>
            <pc:docMk/>
            <pc:sldMk cId="630885140" sldId="346"/>
            <ac:spMk id="12" creationId="{55F969E2-5B6C-4958-8DEA-1F83815A05FE}"/>
          </ac:spMkLst>
        </pc:spChg>
        <pc:spChg chg="add mod ord">
          <ac:chgData name="Jizheng Wan (Computer Science)" userId="02e35b87-44bd-4455-aecc-56042df92991" providerId="ADAL" clId="{43CA5F22-8CFF-42D3-B982-A7635208D7FA}" dt="2023-10-15T22:42:47.571" v="3456" actId="1076"/>
          <ac:spMkLst>
            <pc:docMk/>
            <pc:sldMk cId="630885140" sldId="346"/>
            <ac:spMk id="13" creationId="{1FBE6806-C84A-55DD-E0A8-DEC5F511816F}"/>
          </ac:spMkLst>
        </pc:spChg>
        <pc:spChg chg="add mod">
          <ac:chgData name="Jizheng Wan (Computer Science)" userId="02e35b87-44bd-4455-aecc-56042df92991" providerId="ADAL" clId="{43CA5F22-8CFF-42D3-B982-A7635208D7FA}" dt="2023-10-15T22:42:47.571" v="3456" actId="1076"/>
          <ac:spMkLst>
            <pc:docMk/>
            <pc:sldMk cId="630885140" sldId="346"/>
            <ac:spMk id="14" creationId="{E4F90BC8-586F-37B2-78DA-D118EDF7AD29}"/>
          </ac:spMkLst>
        </pc:spChg>
        <pc:spChg chg="add mod">
          <ac:chgData name="Jizheng Wan (Computer Science)" userId="02e35b87-44bd-4455-aecc-56042df92991" providerId="ADAL" clId="{43CA5F22-8CFF-42D3-B982-A7635208D7FA}" dt="2023-10-15T22:42:47.571" v="3456" actId="1076"/>
          <ac:spMkLst>
            <pc:docMk/>
            <pc:sldMk cId="630885140" sldId="346"/>
            <ac:spMk id="15" creationId="{B131292E-38F9-9647-0932-4CB6735EA7F0}"/>
          </ac:spMkLst>
        </pc:spChg>
        <pc:spChg chg="add mod">
          <ac:chgData name="Jizheng Wan (Computer Science)" userId="02e35b87-44bd-4455-aecc-56042df92991" providerId="ADAL" clId="{43CA5F22-8CFF-42D3-B982-A7635208D7FA}" dt="2023-10-15T22:42:47.571" v="3456" actId="1076"/>
          <ac:spMkLst>
            <pc:docMk/>
            <pc:sldMk cId="630885140" sldId="346"/>
            <ac:spMk id="16" creationId="{CAB310C2-477F-1D45-566B-042676C3911E}"/>
          </ac:spMkLst>
        </pc:spChg>
        <pc:spChg chg="add mod">
          <ac:chgData name="Jizheng Wan (Computer Science)" userId="02e35b87-44bd-4455-aecc-56042df92991" providerId="ADAL" clId="{43CA5F22-8CFF-42D3-B982-A7635208D7FA}" dt="2023-10-15T22:42:47.571" v="3456" actId="1076"/>
          <ac:spMkLst>
            <pc:docMk/>
            <pc:sldMk cId="630885140" sldId="346"/>
            <ac:spMk id="17" creationId="{D89A0A8F-4C0C-00A4-6316-D3C76D8EFD8A}"/>
          </ac:spMkLst>
        </pc:spChg>
        <pc:spChg chg="add mod">
          <ac:chgData name="Jizheng Wan (Computer Science)" userId="02e35b87-44bd-4455-aecc-56042df92991" providerId="ADAL" clId="{43CA5F22-8CFF-42D3-B982-A7635208D7FA}" dt="2023-10-15T22:42:47.571" v="3456" actId="1076"/>
          <ac:spMkLst>
            <pc:docMk/>
            <pc:sldMk cId="630885140" sldId="346"/>
            <ac:spMk id="18" creationId="{CC64CFBF-43CE-705B-1701-061D0210F5CF}"/>
          </ac:spMkLst>
        </pc:spChg>
        <pc:spChg chg="add mod">
          <ac:chgData name="Jizheng Wan (Computer Science)" userId="02e35b87-44bd-4455-aecc-56042df92991" providerId="ADAL" clId="{43CA5F22-8CFF-42D3-B982-A7635208D7FA}" dt="2023-10-15T22:42:47.571" v="3456" actId="1076"/>
          <ac:spMkLst>
            <pc:docMk/>
            <pc:sldMk cId="630885140" sldId="346"/>
            <ac:spMk id="19" creationId="{06FE1FA1-4A74-F87B-C83D-91A9A8ADA553}"/>
          </ac:spMkLst>
        </pc:spChg>
        <pc:spChg chg="add mod">
          <ac:chgData name="Jizheng Wan (Computer Science)" userId="02e35b87-44bd-4455-aecc-56042df92991" providerId="ADAL" clId="{43CA5F22-8CFF-42D3-B982-A7635208D7FA}" dt="2023-10-15T22:42:47.571" v="3456" actId="1076"/>
          <ac:spMkLst>
            <pc:docMk/>
            <pc:sldMk cId="630885140" sldId="346"/>
            <ac:spMk id="20" creationId="{0382D72D-0B82-E466-24D3-17713B78DF04}"/>
          </ac:spMkLst>
        </pc:spChg>
        <pc:spChg chg="add mod">
          <ac:chgData name="Jizheng Wan (Computer Science)" userId="02e35b87-44bd-4455-aecc-56042df92991" providerId="ADAL" clId="{43CA5F22-8CFF-42D3-B982-A7635208D7FA}" dt="2023-10-15T22:42:47.571" v="3456" actId="1076"/>
          <ac:spMkLst>
            <pc:docMk/>
            <pc:sldMk cId="630885140" sldId="346"/>
            <ac:spMk id="21" creationId="{8BB78C8B-B8B8-A6CE-29FB-D125ADBA3133}"/>
          </ac:spMkLst>
        </pc:spChg>
        <pc:spChg chg="add mod">
          <ac:chgData name="Jizheng Wan (Computer Science)" userId="02e35b87-44bd-4455-aecc-56042df92991" providerId="ADAL" clId="{43CA5F22-8CFF-42D3-B982-A7635208D7FA}" dt="2023-10-15T22:42:47.571" v="3456" actId="1076"/>
          <ac:spMkLst>
            <pc:docMk/>
            <pc:sldMk cId="630885140" sldId="346"/>
            <ac:spMk id="22" creationId="{8332ED47-B777-AA13-B906-DEB6A7091D50}"/>
          </ac:spMkLst>
        </pc:spChg>
        <pc:spChg chg="add del mod">
          <ac:chgData name="Jizheng Wan (Computer Science)" userId="02e35b87-44bd-4455-aecc-56042df92991" providerId="ADAL" clId="{43CA5F22-8CFF-42D3-B982-A7635208D7FA}" dt="2023-10-15T22:42:21.084" v="3413" actId="478"/>
          <ac:spMkLst>
            <pc:docMk/>
            <pc:sldMk cId="630885140" sldId="346"/>
            <ac:spMk id="24" creationId="{CD1CB9ED-C27D-5F93-CA2A-0FF0D233207F}"/>
          </ac:spMkLst>
        </pc:spChg>
      </pc:sldChg>
      <pc:sldChg chg="addSp delSp modSp add mod modAnim">
        <pc:chgData name="Jizheng Wan (Computer Science)" userId="02e35b87-44bd-4455-aecc-56042df92991" providerId="ADAL" clId="{43CA5F22-8CFF-42D3-B982-A7635208D7FA}" dt="2023-10-15T15:50:34.171" v="985"/>
        <pc:sldMkLst>
          <pc:docMk/>
          <pc:sldMk cId="612159859" sldId="347"/>
        </pc:sldMkLst>
        <pc:spChg chg="mod">
          <ac:chgData name="Jizheng Wan (Computer Science)" userId="02e35b87-44bd-4455-aecc-56042df92991" providerId="ADAL" clId="{43CA5F22-8CFF-42D3-B982-A7635208D7FA}" dt="2023-10-15T15:38:31.041" v="951" actId="1076"/>
          <ac:spMkLst>
            <pc:docMk/>
            <pc:sldMk cId="612159859" sldId="347"/>
            <ac:spMk id="3" creationId="{318121FD-F88B-E7B5-F541-F813C31A4931}"/>
          </ac:spMkLst>
        </pc:spChg>
        <pc:spChg chg="add mod">
          <ac:chgData name="Jizheng Wan (Computer Science)" userId="02e35b87-44bd-4455-aecc-56042df92991" providerId="ADAL" clId="{43CA5F22-8CFF-42D3-B982-A7635208D7FA}" dt="2023-10-15T15:43:20.646" v="980" actId="20577"/>
          <ac:spMkLst>
            <pc:docMk/>
            <pc:sldMk cId="612159859" sldId="347"/>
            <ac:spMk id="5" creationId="{CA73E506-3E3B-70EB-2B13-845CB867F012}"/>
          </ac:spMkLst>
        </pc:spChg>
        <pc:spChg chg="del">
          <ac:chgData name="Jizheng Wan (Computer Science)" userId="02e35b87-44bd-4455-aecc-56042df92991" providerId="ADAL" clId="{43CA5F22-8CFF-42D3-B982-A7635208D7FA}" dt="2023-10-15T15:17:28.891" v="737" actId="478"/>
          <ac:spMkLst>
            <pc:docMk/>
            <pc:sldMk cId="612159859" sldId="347"/>
            <ac:spMk id="7" creationId="{9F793605-6234-9758-586C-75F104A1B6C2}"/>
          </ac:spMkLst>
        </pc:spChg>
        <pc:spChg chg="del">
          <ac:chgData name="Jizheng Wan (Computer Science)" userId="02e35b87-44bd-4455-aecc-56042df92991" providerId="ADAL" clId="{43CA5F22-8CFF-42D3-B982-A7635208D7FA}" dt="2023-10-15T15:17:28.891" v="737" actId="478"/>
          <ac:spMkLst>
            <pc:docMk/>
            <pc:sldMk cId="612159859" sldId="347"/>
            <ac:spMk id="8" creationId="{ED7867EA-F144-9F01-8489-40573C9E16C9}"/>
          </ac:spMkLst>
        </pc:spChg>
        <pc:spChg chg="del">
          <ac:chgData name="Jizheng Wan (Computer Science)" userId="02e35b87-44bd-4455-aecc-56042df92991" providerId="ADAL" clId="{43CA5F22-8CFF-42D3-B982-A7635208D7FA}" dt="2023-10-15T15:17:28.891" v="737" actId="478"/>
          <ac:spMkLst>
            <pc:docMk/>
            <pc:sldMk cId="612159859" sldId="347"/>
            <ac:spMk id="9" creationId="{74FADF6B-3416-84CF-ED76-B18063542F59}"/>
          </ac:spMkLst>
        </pc:spChg>
        <pc:spChg chg="del">
          <ac:chgData name="Jizheng Wan (Computer Science)" userId="02e35b87-44bd-4455-aecc-56042df92991" providerId="ADAL" clId="{43CA5F22-8CFF-42D3-B982-A7635208D7FA}" dt="2023-10-15T15:17:28.891" v="737" actId="478"/>
          <ac:spMkLst>
            <pc:docMk/>
            <pc:sldMk cId="612159859" sldId="347"/>
            <ac:spMk id="10" creationId="{B40486A5-41CA-277C-D529-E257ED762C5B}"/>
          </ac:spMkLst>
        </pc:spChg>
        <pc:spChg chg="del">
          <ac:chgData name="Jizheng Wan (Computer Science)" userId="02e35b87-44bd-4455-aecc-56042df92991" providerId="ADAL" clId="{43CA5F22-8CFF-42D3-B982-A7635208D7FA}" dt="2023-10-15T15:17:28.891" v="737" actId="478"/>
          <ac:spMkLst>
            <pc:docMk/>
            <pc:sldMk cId="612159859" sldId="347"/>
            <ac:spMk id="11" creationId="{873F8CAD-AFD1-5AD3-4BEB-8F9EDDFF624B}"/>
          </ac:spMkLst>
        </pc:spChg>
        <pc:spChg chg="del">
          <ac:chgData name="Jizheng Wan (Computer Science)" userId="02e35b87-44bd-4455-aecc-56042df92991" providerId="ADAL" clId="{43CA5F22-8CFF-42D3-B982-A7635208D7FA}" dt="2023-10-15T15:17:28.891" v="737" actId="478"/>
          <ac:spMkLst>
            <pc:docMk/>
            <pc:sldMk cId="612159859" sldId="347"/>
            <ac:spMk id="12" creationId="{55F969E2-5B6C-4958-8DEA-1F83815A05FE}"/>
          </ac:spMkLst>
        </pc:spChg>
        <pc:spChg chg="del">
          <ac:chgData name="Jizheng Wan (Computer Science)" userId="02e35b87-44bd-4455-aecc-56042df92991" providerId="ADAL" clId="{43CA5F22-8CFF-42D3-B982-A7635208D7FA}" dt="2023-10-15T15:17:28.891" v="737" actId="478"/>
          <ac:spMkLst>
            <pc:docMk/>
            <pc:sldMk cId="612159859" sldId="347"/>
            <ac:spMk id="13" creationId="{1FBE6806-C84A-55DD-E0A8-DEC5F511816F}"/>
          </ac:spMkLst>
        </pc:spChg>
        <pc:spChg chg="del">
          <ac:chgData name="Jizheng Wan (Computer Science)" userId="02e35b87-44bd-4455-aecc-56042df92991" providerId="ADAL" clId="{43CA5F22-8CFF-42D3-B982-A7635208D7FA}" dt="2023-10-15T15:17:28.891" v="737" actId="478"/>
          <ac:spMkLst>
            <pc:docMk/>
            <pc:sldMk cId="612159859" sldId="347"/>
            <ac:spMk id="14" creationId="{E4F90BC8-586F-37B2-78DA-D118EDF7AD29}"/>
          </ac:spMkLst>
        </pc:spChg>
        <pc:spChg chg="mod">
          <ac:chgData name="Jizheng Wan (Computer Science)" userId="02e35b87-44bd-4455-aecc-56042df92991" providerId="ADAL" clId="{43CA5F22-8CFF-42D3-B982-A7635208D7FA}" dt="2023-10-15T15:38:35.909" v="952" actId="1076"/>
          <ac:spMkLst>
            <pc:docMk/>
            <pc:sldMk cId="612159859" sldId="347"/>
            <ac:spMk id="15" creationId="{B131292E-38F9-9647-0932-4CB6735EA7F0}"/>
          </ac:spMkLst>
        </pc:spChg>
        <pc:spChg chg="mod">
          <ac:chgData name="Jizheng Wan (Computer Science)" userId="02e35b87-44bd-4455-aecc-56042df92991" providerId="ADAL" clId="{43CA5F22-8CFF-42D3-B982-A7635208D7FA}" dt="2023-10-15T15:38:35.909" v="952" actId="1076"/>
          <ac:spMkLst>
            <pc:docMk/>
            <pc:sldMk cId="612159859" sldId="347"/>
            <ac:spMk id="16" creationId="{CAB310C2-477F-1D45-566B-042676C3911E}"/>
          </ac:spMkLst>
        </pc:spChg>
        <pc:spChg chg="mod">
          <ac:chgData name="Jizheng Wan (Computer Science)" userId="02e35b87-44bd-4455-aecc-56042df92991" providerId="ADAL" clId="{43CA5F22-8CFF-42D3-B982-A7635208D7FA}" dt="2023-10-15T15:38:35.909" v="952" actId="1076"/>
          <ac:spMkLst>
            <pc:docMk/>
            <pc:sldMk cId="612159859" sldId="347"/>
            <ac:spMk id="17" creationId="{D89A0A8F-4C0C-00A4-6316-D3C76D8EFD8A}"/>
          </ac:spMkLst>
        </pc:spChg>
        <pc:spChg chg="mod">
          <ac:chgData name="Jizheng Wan (Computer Science)" userId="02e35b87-44bd-4455-aecc-56042df92991" providerId="ADAL" clId="{43CA5F22-8CFF-42D3-B982-A7635208D7FA}" dt="2023-10-15T15:38:35.909" v="952" actId="1076"/>
          <ac:spMkLst>
            <pc:docMk/>
            <pc:sldMk cId="612159859" sldId="347"/>
            <ac:spMk id="18" creationId="{CC64CFBF-43CE-705B-1701-061D0210F5CF}"/>
          </ac:spMkLst>
        </pc:spChg>
        <pc:spChg chg="mod">
          <ac:chgData name="Jizheng Wan (Computer Science)" userId="02e35b87-44bd-4455-aecc-56042df92991" providerId="ADAL" clId="{43CA5F22-8CFF-42D3-B982-A7635208D7FA}" dt="2023-10-15T15:38:35.909" v="952" actId="1076"/>
          <ac:spMkLst>
            <pc:docMk/>
            <pc:sldMk cId="612159859" sldId="347"/>
            <ac:spMk id="19" creationId="{06FE1FA1-4A74-F87B-C83D-91A9A8ADA553}"/>
          </ac:spMkLst>
        </pc:spChg>
        <pc:spChg chg="mod">
          <ac:chgData name="Jizheng Wan (Computer Science)" userId="02e35b87-44bd-4455-aecc-56042df92991" providerId="ADAL" clId="{43CA5F22-8CFF-42D3-B982-A7635208D7FA}" dt="2023-10-15T15:38:35.909" v="952" actId="1076"/>
          <ac:spMkLst>
            <pc:docMk/>
            <pc:sldMk cId="612159859" sldId="347"/>
            <ac:spMk id="20" creationId="{0382D72D-0B82-E466-24D3-17713B78DF04}"/>
          </ac:spMkLst>
        </pc:spChg>
        <pc:spChg chg="mod">
          <ac:chgData name="Jizheng Wan (Computer Science)" userId="02e35b87-44bd-4455-aecc-56042df92991" providerId="ADAL" clId="{43CA5F22-8CFF-42D3-B982-A7635208D7FA}" dt="2023-10-15T15:38:35.909" v="952" actId="1076"/>
          <ac:spMkLst>
            <pc:docMk/>
            <pc:sldMk cId="612159859" sldId="347"/>
            <ac:spMk id="21" creationId="{8BB78C8B-B8B8-A6CE-29FB-D125ADBA3133}"/>
          </ac:spMkLst>
        </pc:spChg>
        <pc:spChg chg="mod">
          <ac:chgData name="Jizheng Wan (Computer Science)" userId="02e35b87-44bd-4455-aecc-56042df92991" providerId="ADAL" clId="{43CA5F22-8CFF-42D3-B982-A7635208D7FA}" dt="2023-10-15T15:38:35.909" v="952" actId="1076"/>
          <ac:spMkLst>
            <pc:docMk/>
            <pc:sldMk cId="612159859" sldId="347"/>
            <ac:spMk id="22" creationId="{8332ED47-B777-AA13-B906-DEB6A7091D50}"/>
          </ac:spMkLst>
        </pc:spChg>
      </pc:sldChg>
      <pc:sldChg chg="new del">
        <pc:chgData name="Jizheng Wan (Computer Science)" userId="02e35b87-44bd-4455-aecc-56042df92991" providerId="ADAL" clId="{43CA5F22-8CFF-42D3-B982-A7635208D7FA}" dt="2023-10-15T22:35:16.766" v="3215" actId="47"/>
        <pc:sldMkLst>
          <pc:docMk/>
          <pc:sldMk cId="1400927879" sldId="348"/>
        </pc:sldMkLst>
      </pc:sldChg>
      <pc:sldChg chg="new del">
        <pc:chgData name="Jizheng Wan (Computer Science)" userId="02e35b87-44bd-4455-aecc-56042df92991" providerId="ADAL" clId="{43CA5F22-8CFF-42D3-B982-A7635208D7FA}" dt="2023-10-15T22:35:16.766" v="3215" actId="47"/>
        <pc:sldMkLst>
          <pc:docMk/>
          <pc:sldMk cId="4112056436" sldId="349"/>
        </pc:sldMkLst>
      </pc:sldChg>
      <pc:sldChg chg="addSp modSp new mod ord">
        <pc:chgData name="Jizheng Wan (Computer Science)" userId="02e35b87-44bd-4455-aecc-56042df92991" providerId="ADAL" clId="{43CA5F22-8CFF-42D3-B982-A7635208D7FA}" dt="2023-10-15T22:34:58.722" v="3214"/>
        <pc:sldMkLst>
          <pc:docMk/>
          <pc:sldMk cId="2530944223" sldId="350"/>
        </pc:sldMkLst>
        <pc:spChg chg="mod">
          <ac:chgData name="Jizheng Wan (Computer Science)" userId="02e35b87-44bd-4455-aecc-56042df92991" providerId="ADAL" clId="{43CA5F22-8CFF-42D3-B982-A7635208D7FA}" dt="2023-10-15T17:03:09.588" v="991"/>
          <ac:spMkLst>
            <pc:docMk/>
            <pc:sldMk cId="2530944223" sldId="350"/>
            <ac:spMk id="2" creationId="{2566AA03-3B85-9126-95FC-AE0401353435}"/>
          </ac:spMkLst>
        </pc:spChg>
        <pc:spChg chg="mod">
          <ac:chgData name="Jizheng Wan (Computer Science)" userId="02e35b87-44bd-4455-aecc-56042df92991" providerId="ADAL" clId="{43CA5F22-8CFF-42D3-B982-A7635208D7FA}" dt="2023-10-15T17:55:45.344" v="1035" actId="14100"/>
          <ac:spMkLst>
            <pc:docMk/>
            <pc:sldMk cId="2530944223" sldId="350"/>
            <ac:spMk id="3" creationId="{9A19EA55-2D37-25D6-764F-BE4B84CCA277}"/>
          </ac:spMkLst>
        </pc:spChg>
        <pc:spChg chg="add mod">
          <ac:chgData name="Jizheng Wan (Computer Science)" userId="02e35b87-44bd-4455-aecc-56042df92991" providerId="ADAL" clId="{43CA5F22-8CFF-42D3-B982-A7635208D7FA}" dt="2023-10-15T17:56:10.603" v="1053" actId="20577"/>
          <ac:spMkLst>
            <pc:docMk/>
            <pc:sldMk cId="2530944223" sldId="350"/>
            <ac:spMk id="4" creationId="{7AD217C8-E768-5DB5-3D79-AFECECA93CA6}"/>
          </ac:spMkLst>
        </pc:spChg>
      </pc:sldChg>
      <pc:sldChg chg="new del">
        <pc:chgData name="Jizheng Wan (Computer Science)" userId="02e35b87-44bd-4455-aecc-56042df92991" providerId="ADAL" clId="{43CA5F22-8CFF-42D3-B982-A7635208D7FA}" dt="2023-10-15T22:38:18.927" v="3400" actId="47"/>
        <pc:sldMkLst>
          <pc:docMk/>
          <pc:sldMk cId="2347535466" sldId="351"/>
        </pc:sldMkLst>
      </pc:sldChg>
      <pc:sldChg chg="new del">
        <pc:chgData name="Jizheng Wan (Computer Science)" userId="02e35b87-44bd-4455-aecc-56042df92991" providerId="ADAL" clId="{43CA5F22-8CFF-42D3-B982-A7635208D7FA}" dt="2023-10-15T22:35:16.766" v="3215" actId="47"/>
        <pc:sldMkLst>
          <pc:docMk/>
          <pc:sldMk cId="1882203165" sldId="352"/>
        </pc:sldMkLst>
      </pc:sldChg>
      <pc:sldChg chg="modSp new mod ord modAnim">
        <pc:chgData name="Jizheng Wan (Computer Science)" userId="02e35b87-44bd-4455-aecc-56042df92991" providerId="ADAL" clId="{43CA5F22-8CFF-42D3-B982-A7635208D7FA}" dt="2023-10-15T22:52:29.141" v="3538"/>
        <pc:sldMkLst>
          <pc:docMk/>
          <pc:sldMk cId="838386836" sldId="353"/>
        </pc:sldMkLst>
        <pc:spChg chg="mod">
          <ac:chgData name="Jizheng Wan (Computer Science)" userId="02e35b87-44bd-4455-aecc-56042df92991" providerId="ADAL" clId="{43CA5F22-8CFF-42D3-B982-A7635208D7FA}" dt="2023-10-15T18:05:22.770" v="1069" actId="20577"/>
          <ac:spMkLst>
            <pc:docMk/>
            <pc:sldMk cId="838386836" sldId="353"/>
            <ac:spMk id="2" creationId="{F982BF98-014D-0BFE-6EC3-285514000A26}"/>
          </ac:spMkLst>
        </pc:spChg>
        <pc:spChg chg="mod">
          <ac:chgData name="Jizheng Wan (Computer Science)" userId="02e35b87-44bd-4455-aecc-56042df92991" providerId="ADAL" clId="{43CA5F22-8CFF-42D3-B982-A7635208D7FA}" dt="2023-10-15T22:51:44.379" v="3533" actId="207"/>
          <ac:spMkLst>
            <pc:docMk/>
            <pc:sldMk cId="838386836" sldId="353"/>
            <ac:spMk id="3" creationId="{44C13CE8-13D7-982E-6E53-02706B505719}"/>
          </ac:spMkLst>
        </pc:spChg>
      </pc:sldChg>
      <pc:sldChg chg="addSp modSp new mod">
        <pc:chgData name="Jizheng Wan (Computer Science)" userId="02e35b87-44bd-4455-aecc-56042df92991" providerId="ADAL" clId="{43CA5F22-8CFF-42D3-B982-A7635208D7FA}" dt="2023-10-15T19:02:01.718" v="1933" actId="14100"/>
        <pc:sldMkLst>
          <pc:docMk/>
          <pc:sldMk cId="2590472636" sldId="354"/>
        </pc:sldMkLst>
        <pc:spChg chg="mod">
          <ac:chgData name="Jizheng Wan (Computer Science)" userId="02e35b87-44bd-4455-aecc-56042df92991" providerId="ADAL" clId="{43CA5F22-8CFF-42D3-B982-A7635208D7FA}" dt="2023-10-15T18:17:09.409" v="1698" actId="20577"/>
          <ac:spMkLst>
            <pc:docMk/>
            <pc:sldMk cId="2590472636" sldId="354"/>
            <ac:spMk id="2" creationId="{76C11F6F-2F33-4E42-A388-F1271CF5A953}"/>
          </ac:spMkLst>
        </pc:spChg>
        <pc:spChg chg="mod">
          <ac:chgData name="Jizheng Wan (Computer Science)" userId="02e35b87-44bd-4455-aecc-56042df92991" providerId="ADAL" clId="{43CA5F22-8CFF-42D3-B982-A7635208D7FA}" dt="2023-10-15T19:01:05.207" v="1915" actId="14100"/>
          <ac:spMkLst>
            <pc:docMk/>
            <pc:sldMk cId="2590472636" sldId="354"/>
            <ac:spMk id="3" creationId="{40FA72CE-190F-4254-A3EA-0551BCF49389}"/>
          </ac:spMkLst>
        </pc:spChg>
        <pc:spChg chg="add mod">
          <ac:chgData name="Jizheng Wan (Computer Science)" userId="02e35b87-44bd-4455-aecc-56042df92991" providerId="ADAL" clId="{43CA5F22-8CFF-42D3-B982-A7635208D7FA}" dt="2023-10-15T19:02:01.718" v="1933" actId="14100"/>
          <ac:spMkLst>
            <pc:docMk/>
            <pc:sldMk cId="2590472636" sldId="354"/>
            <ac:spMk id="5" creationId="{9D49DDA0-CA2C-5830-D850-9686B8776CC0}"/>
          </ac:spMkLst>
        </pc:spChg>
        <pc:picChg chg="add mod">
          <ac:chgData name="Jizheng Wan (Computer Science)" userId="02e35b87-44bd-4455-aecc-56042df92991" providerId="ADAL" clId="{43CA5F22-8CFF-42D3-B982-A7635208D7FA}" dt="2023-10-15T19:01:37.513" v="1921" actId="1076"/>
          <ac:picMkLst>
            <pc:docMk/>
            <pc:sldMk cId="2590472636" sldId="354"/>
            <ac:picMk id="4" creationId="{EB6E0BB4-DEE9-2494-68AB-0C2DCB5C0440}"/>
          </ac:picMkLst>
        </pc:picChg>
      </pc:sldChg>
      <pc:sldChg chg="addSp delSp modSp add mod">
        <pc:chgData name="Jizheng Wan (Computer Science)" userId="02e35b87-44bd-4455-aecc-56042df92991" providerId="ADAL" clId="{43CA5F22-8CFF-42D3-B982-A7635208D7FA}" dt="2023-10-15T19:15:52.045" v="1975" actId="1076"/>
        <pc:sldMkLst>
          <pc:docMk/>
          <pc:sldMk cId="226890690" sldId="355"/>
        </pc:sldMkLst>
        <pc:spChg chg="mod">
          <ac:chgData name="Jizheng Wan (Computer Science)" userId="02e35b87-44bd-4455-aecc-56042df92991" providerId="ADAL" clId="{43CA5F22-8CFF-42D3-B982-A7635208D7FA}" dt="2023-10-15T19:07:02.046" v="1973" actId="6549"/>
          <ac:spMkLst>
            <pc:docMk/>
            <pc:sldMk cId="226890690" sldId="355"/>
            <ac:spMk id="3" creationId="{40FA72CE-190F-4254-A3EA-0551BCF49389}"/>
          </ac:spMkLst>
        </pc:spChg>
        <pc:spChg chg="mod">
          <ac:chgData name="Jizheng Wan (Computer Science)" userId="02e35b87-44bd-4455-aecc-56042df92991" providerId="ADAL" clId="{43CA5F22-8CFF-42D3-B982-A7635208D7FA}" dt="2023-10-15T19:05:13.905" v="1965" actId="1076"/>
          <ac:spMkLst>
            <pc:docMk/>
            <pc:sldMk cId="226890690" sldId="355"/>
            <ac:spMk id="5" creationId="{9D49DDA0-CA2C-5830-D850-9686B8776CC0}"/>
          </ac:spMkLst>
        </pc:spChg>
        <pc:spChg chg="add del">
          <ac:chgData name="Jizheng Wan (Computer Science)" userId="02e35b87-44bd-4455-aecc-56042df92991" providerId="ADAL" clId="{43CA5F22-8CFF-42D3-B982-A7635208D7FA}" dt="2023-10-15T19:04:33.398" v="1948"/>
          <ac:spMkLst>
            <pc:docMk/>
            <pc:sldMk cId="226890690" sldId="355"/>
            <ac:spMk id="6" creationId="{932BEC55-8D6B-C533-ED61-1BE973A78A68}"/>
          </ac:spMkLst>
        </pc:spChg>
        <pc:spChg chg="add del">
          <ac:chgData name="Jizheng Wan (Computer Science)" userId="02e35b87-44bd-4455-aecc-56042df92991" providerId="ADAL" clId="{43CA5F22-8CFF-42D3-B982-A7635208D7FA}" dt="2023-10-15T19:05:26.183" v="1967" actId="478"/>
          <ac:spMkLst>
            <pc:docMk/>
            <pc:sldMk cId="226890690" sldId="355"/>
            <ac:spMk id="8" creationId="{C21B8A21-38DB-2DCB-5BD3-B81D6CF13DE7}"/>
          </ac:spMkLst>
        </pc:spChg>
        <pc:picChg chg="del">
          <ac:chgData name="Jizheng Wan (Computer Science)" userId="02e35b87-44bd-4455-aecc-56042df92991" providerId="ADAL" clId="{43CA5F22-8CFF-42D3-B982-A7635208D7FA}" dt="2023-10-15T19:04:57.482" v="1953" actId="478"/>
          <ac:picMkLst>
            <pc:docMk/>
            <pc:sldMk cId="226890690" sldId="355"/>
            <ac:picMk id="4" creationId="{EB6E0BB4-DEE9-2494-68AB-0C2DCB5C0440}"/>
          </ac:picMkLst>
        </pc:picChg>
        <pc:picChg chg="add del mod">
          <ac:chgData name="Jizheng Wan (Computer Science)" userId="02e35b87-44bd-4455-aecc-56042df92991" providerId="ADAL" clId="{43CA5F22-8CFF-42D3-B982-A7635208D7FA}" dt="2023-10-15T19:06:59.616" v="1972" actId="478"/>
          <ac:picMkLst>
            <pc:docMk/>
            <pc:sldMk cId="226890690" sldId="355"/>
            <ac:picMk id="10" creationId="{33C1A9C0-4E23-5889-C606-51C82ACF562F}"/>
          </ac:picMkLst>
        </pc:picChg>
        <pc:picChg chg="add mod">
          <ac:chgData name="Jizheng Wan (Computer Science)" userId="02e35b87-44bd-4455-aecc-56042df92991" providerId="ADAL" clId="{43CA5F22-8CFF-42D3-B982-A7635208D7FA}" dt="2023-10-15T19:15:52.045" v="1975" actId="1076"/>
          <ac:picMkLst>
            <pc:docMk/>
            <pc:sldMk cId="226890690" sldId="355"/>
            <ac:picMk id="12" creationId="{7363F77D-AC2E-147A-4EC0-2C1C1C48E831}"/>
          </ac:picMkLst>
        </pc:picChg>
      </pc:sldChg>
      <pc:sldChg chg="new del">
        <pc:chgData name="Jizheng Wan (Computer Science)" userId="02e35b87-44bd-4455-aecc-56042df92991" providerId="ADAL" clId="{43CA5F22-8CFF-42D3-B982-A7635208D7FA}" dt="2023-10-15T22:38:18.927" v="3400" actId="47"/>
        <pc:sldMkLst>
          <pc:docMk/>
          <pc:sldMk cId="477096790" sldId="356"/>
        </pc:sldMkLst>
      </pc:sldChg>
      <pc:sldChg chg="addSp modSp new mod modAnim">
        <pc:chgData name="Jizheng Wan (Computer Science)" userId="02e35b87-44bd-4455-aecc-56042df92991" providerId="ADAL" clId="{43CA5F22-8CFF-42D3-B982-A7635208D7FA}" dt="2023-10-15T22:46:25.253" v="3459"/>
        <pc:sldMkLst>
          <pc:docMk/>
          <pc:sldMk cId="4281617970" sldId="357"/>
        </pc:sldMkLst>
        <pc:spChg chg="mod">
          <ac:chgData name="Jizheng Wan (Computer Science)" userId="02e35b87-44bd-4455-aecc-56042df92991" providerId="ADAL" clId="{43CA5F22-8CFF-42D3-B982-A7635208D7FA}" dt="2023-10-15T19:35:13.301" v="1978"/>
          <ac:spMkLst>
            <pc:docMk/>
            <pc:sldMk cId="4281617970" sldId="357"/>
            <ac:spMk id="2" creationId="{7738DE37-13AD-7A2A-BFF3-86B944C0A05B}"/>
          </ac:spMkLst>
        </pc:spChg>
        <pc:spChg chg="mod">
          <ac:chgData name="Jizheng Wan (Computer Science)" userId="02e35b87-44bd-4455-aecc-56042df92991" providerId="ADAL" clId="{43CA5F22-8CFF-42D3-B982-A7635208D7FA}" dt="2023-10-15T19:46:48.957" v="2401" actId="20577"/>
          <ac:spMkLst>
            <pc:docMk/>
            <pc:sldMk cId="4281617970" sldId="357"/>
            <ac:spMk id="3" creationId="{761C322F-6BD3-3604-A890-082C6286BA6F}"/>
          </ac:spMkLst>
        </pc:spChg>
        <pc:spChg chg="add mod">
          <ac:chgData name="Jizheng Wan (Computer Science)" userId="02e35b87-44bd-4455-aecc-56042df92991" providerId="ADAL" clId="{43CA5F22-8CFF-42D3-B982-A7635208D7FA}" dt="2023-10-15T20:22:37.109" v="2452" actId="255"/>
          <ac:spMkLst>
            <pc:docMk/>
            <pc:sldMk cId="4281617970" sldId="357"/>
            <ac:spMk id="4" creationId="{D5DA1E76-AA15-2113-89D9-E3074EF3C61B}"/>
          </ac:spMkLst>
        </pc:spChg>
      </pc:sldChg>
      <pc:sldChg chg="addSp modSp new mod modAnim">
        <pc:chgData name="Jizheng Wan (Computer Science)" userId="02e35b87-44bd-4455-aecc-56042df92991" providerId="ADAL" clId="{43CA5F22-8CFF-42D3-B982-A7635208D7FA}" dt="2023-10-15T22:47:32.251" v="3501" actId="20577"/>
        <pc:sldMkLst>
          <pc:docMk/>
          <pc:sldMk cId="298214601" sldId="358"/>
        </pc:sldMkLst>
        <pc:spChg chg="mod">
          <ac:chgData name="Jizheng Wan (Computer Science)" userId="02e35b87-44bd-4455-aecc-56042df92991" providerId="ADAL" clId="{43CA5F22-8CFF-42D3-B982-A7635208D7FA}" dt="2023-10-15T20:34:58.201" v="2474" actId="20577"/>
          <ac:spMkLst>
            <pc:docMk/>
            <pc:sldMk cId="298214601" sldId="358"/>
            <ac:spMk id="2" creationId="{F4AB2911-C187-3F68-BBC7-A7F0C100101E}"/>
          </ac:spMkLst>
        </pc:spChg>
        <pc:spChg chg="mod">
          <ac:chgData name="Jizheng Wan (Computer Science)" userId="02e35b87-44bd-4455-aecc-56042df92991" providerId="ADAL" clId="{43CA5F22-8CFF-42D3-B982-A7635208D7FA}" dt="2023-10-15T21:07:45.490" v="2839" actId="2711"/>
          <ac:spMkLst>
            <pc:docMk/>
            <pc:sldMk cId="298214601" sldId="358"/>
            <ac:spMk id="3" creationId="{6157B3F1-247C-E5A6-6931-CA0264F5709B}"/>
          </ac:spMkLst>
        </pc:spChg>
        <pc:spChg chg="add mod">
          <ac:chgData name="Jizheng Wan (Computer Science)" userId="02e35b87-44bd-4455-aecc-56042df92991" providerId="ADAL" clId="{43CA5F22-8CFF-42D3-B982-A7635208D7FA}" dt="2023-10-15T21:04:19.935" v="2626" actId="1076"/>
          <ac:spMkLst>
            <pc:docMk/>
            <pc:sldMk cId="298214601" sldId="358"/>
            <ac:spMk id="4" creationId="{5676348A-884C-A11D-31A8-3CBB709539B8}"/>
          </ac:spMkLst>
        </pc:spChg>
        <pc:spChg chg="add mod">
          <ac:chgData name="Jizheng Wan (Computer Science)" userId="02e35b87-44bd-4455-aecc-56042df92991" providerId="ADAL" clId="{43CA5F22-8CFF-42D3-B982-A7635208D7FA}" dt="2023-10-15T21:04:53.062" v="2644" actId="1076"/>
          <ac:spMkLst>
            <pc:docMk/>
            <pc:sldMk cId="298214601" sldId="358"/>
            <ac:spMk id="5" creationId="{DB3B5942-F60C-3888-69C0-F9DDF50A4E46}"/>
          </ac:spMkLst>
        </pc:spChg>
        <pc:spChg chg="add mod">
          <ac:chgData name="Jizheng Wan (Computer Science)" userId="02e35b87-44bd-4455-aecc-56042df92991" providerId="ADAL" clId="{43CA5F22-8CFF-42D3-B982-A7635208D7FA}" dt="2023-10-15T22:47:32.251" v="3501" actId="20577"/>
          <ac:spMkLst>
            <pc:docMk/>
            <pc:sldMk cId="298214601" sldId="358"/>
            <ac:spMk id="6" creationId="{A72999D1-3728-428E-2525-ED57B1B19946}"/>
          </ac:spMkLst>
        </pc:spChg>
      </pc:sldChg>
      <pc:sldChg chg="addSp delSp modSp add del mod delAnim modAnim">
        <pc:chgData name="Jizheng Wan (Computer Science)" userId="02e35b87-44bd-4455-aecc-56042df92991" providerId="ADAL" clId="{43CA5F22-8CFF-42D3-B982-A7635208D7FA}" dt="2023-10-15T22:24:04.571" v="3055"/>
        <pc:sldMkLst>
          <pc:docMk/>
          <pc:sldMk cId="3245660408" sldId="359"/>
        </pc:sldMkLst>
        <pc:spChg chg="mod">
          <ac:chgData name="Jizheng Wan (Computer Science)" userId="02e35b87-44bd-4455-aecc-56042df92991" providerId="ADAL" clId="{43CA5F22-8CFF-42D3-B982-A7635208D7FA}" dt="2023-10-15T22:21:56.571" v="3053" actId="20577"/>
          <ac:spMkLst>
            <pc:docMk/>
            <pc:sldMk cId="3245660408" sldId="359"/>
            <ac:spMk id="3" creationId="{6157B3F1-247C-E5A6-6931-CA0264F5709B}"/>
          </ac:spMkLst>
        </pc:spChg>
        <pc:spChg chg="del">
          <ac:chgData name="Jizheng Wan (Computer Science)" userId="02e35b87-44bd-4455-aecc-56042df92991" providerId="ADAL" clId="{43CA5F22-8CFF-42D3-B982-A7635208D7FA}" dt="2023-10-15T21:12:46.897" v="2891" actId="478"/>
          <ac:spMkLst>
            <pc:docMk/>
            <pc:sldMk cId="3245660408" sldId="359"/>
            <ac:spMk id="4" creationId="{5676348A-884C-A11D-31A8-3CBB709539B8}"/>
          </ac:spMkLst>
        </pc:spChg>
        <pc:spChg chg="del">
          <ac:chgData name="Jizheng Wan (Computer Science)" userId="02e35b87-44bd-4455-aecc-56042df92991" providerId="ADAL" clId="{43CA5F22-8CFF-42D3-B982-A7635208D7FA}" dt="2023-10-15T21:12:45.838" v="2890" actId="478"/>
          <ac:spMkLst>
            <pc:docMk/>
            <pc:sldMk cId="3245660408" sldId="359"/>
            <ac:spMk id="5" creationId="{DB3B5942-F60C-3888-69C0-F9DDF50A4E46}"/>
          </ac:spMkLst>
        </pc:spChg>
        <pc:spChg chg="del">
          <ac:chgData name="Jizheng Wan (Computer Science)" userId="02e35b87-44bd-4455-aecc-56042df92991" providerId="ADAL" clId="{43CA5F22-8CFF-42D3-B982-A7635208D7FA}" dt="2023-10-15T21:12:53.821" v="2892" actId="478"/>
          <ac:spMkLst>
            <pc:docMk/>
            <pc:sldMk cId="3245660408" sldId="359"/>
            <ac:spMk id="6" creationId="{A72999D1-3728-428E-2525-ED57B1B19946}"/>
          </ac:spMkLst>
        </pc:spChg>
        <pc:spChg chg="add del mod">
          <ac:chgData name="Jizheng Wan (Computer Science)" userId="02e35b87-44bd-4455-aecc-56042df92991" providerId="ADAL" clId="{43CA5F22-8CFF-42D3-B982-A7635208D7FA}" dt="2023-10-15T22:02:00.665" v="2965" actId="478"/>
          <ac:spMkLst>
            <pc:docMk/>
            <pc:sldMk cId="3245660408" sldId="359"/>
            <ac:spMk id="7" creationId="{AEA25314-ADB1-DBA7-D79B-F750E8A1E48A}"/>
          </ac:spMkLst>
        </pc:spChg>
      </pc:sldChg>
      <pc:sldChg chg="modSp new mod modAnim">
        <pc:chgData name="Jizheng Wan (Computer Science)" userId="02e35b87-44bd-4455-aecc-56042df92991" providerId="ADAL" clId="{43CA5F22-8CFF-42D3-B982-A7635208D7FA}" dt="2023-10-15T22:30:20.770" v="3209"/>
        <pc:sldMkLst>
          <pc:docMk/>
          <pc:sldMk cId="333833792" sldId="360"/>
        </pc:sldMkLst>
        <pc:spChg chg="mod">
          <ac:chgData name="Jizheng Wan (Computer Science)" userId="02e35b87-44bd-4455-aecc-56042df92991" providerId="ADAL" clId="{43CA5F22-8CFF-42D3-B982-A7635208D7FA}" dt="2023-10-15T22:25:54.317" v="3057"/>
          <ac:spMkLst>
            <pc:docMk/>
            <pc:sldMk cId="333833792" sldId="360"/>
            <ac:spMk id="2" creationId="{D7CCB767-14B3-A8BC-A5B8-FC2B423FAAD8}"/>
          </ac:spMkLst>
        </pc:spChg>
        <pc:spChg chg="mod">
          <ac:chgData name="Jizheng Wan (Computer Science)" userId="02e35b87-44bd-4455-aecc-56042df92991" providerId="ADAL" clId="{43CA5F22-8CFF-42D3-B982-A7635208D7FA}" dt="2023-10-15T22:29:42.830" v="3205" actId="20577"/>
          <ac:spMkLst>
            <pc:docMk/>
            <pc:sldMk cId="333833792" sldId="360"/>
            <ac:spMk id="3" creationId="{DD3E241A-49B9-C5E3-1424-BA49EE266E66}"/>
          </ac:spMkLst>
        </pc:spChg>
      </pc:sldChg>
      <pc:sldChg chg="modSp add mod">
        <pc:chgData name="Jizheng Wan (Computer Science)" userId="02e35b87-44bd-4455-aecc-56042df92991" providerId="ADAL" clId="{43CA5F22-8CFF-42D3-B982-A7635208D7FA}" dt="2023-10-18T20:57:54.114" v="3540"/>
        <pc:sldMkLst>
          <pc:docMk/>
          <pc:sldMk cId="1350025496" sldId="361"/>
        </pc:sldMkLst>
        <pc:spChg chg="mod">
          <ac:chgData name="Jizheng Wan (Computer Science)" userId="02e35b87-44bd-4455-aecc-56042df92991" providerId="ADAL" clId="{43CA5F22-8CFF-42D3-B982-A7635208D7FA}" dt="2023-10-18T20:57:54.114" v="3540"/>
          <ac:spMkLst>
            <pc:docMk/>
            <pc:sldMk cId="1350025496" sldId="361"/>
            <ac:spMk id="6" creationId="{5C13D074-9A71-B19D-DE2B-E83640F83056}"/>
          </ac:spMkLst>
        </pc:spChg>
      </pc:sldChg>
      <pc:sldChg chg="add del">
        <pc:chgData name="Jizheng Wan (Computer Science)" userId="02e35b87-44bd-4455-aecc-56042df92991" providerId="ADAL" clId="{43CA5F22-8CFF-42D3-B982-A7635208D7FA}" dt="2023-10-15T22:44:46.288" v="3457" actId="47"/>
        <pc:sldMkLst>
          <pc:docMk/>
          <pc:sldMk cId="3211929027" sldId="361"/>
        </pc:sldMkLst>
      </pc:sldChg>
    </pc:docChg>
  </pc:docChgLst>
  <pc:docChgLst>
    <pc:chgData name="Jizheng Wan" userId="02e35b87-44bd-4455-aecc-56042df92991" providerId="ADAL" clId="{702691A6-40BF-4444-AEDF-3F58A60EA10D}"/>
    <pc:docChg chg="modSld">
      <pc:chgData name="Jizheng Wan" userId="02e35b87-44bd-4455-aecc-56042df92991" providerId="ADAL" clId="{702691A6-40BF-4444-AEDF-3F58A60EA10D}" dt="2022-11-01T18:56:57.899" v="0"/>
      <pc:docMkLst>
        <pc:docMk/>
      </pc:docMkLst>
      <pc:sldChg chg="addSp">
        <pc:chgData name="Jizheng Wan" userId="02e35b87-44bd-4455-aecc-56042df92991" providerId="ADAL" clId="{702691A6-40BF-4444-AEDF-3F58A60EA10D}" dt="2022-11-01T18:56:57.899" v="0"/>
        <pc:sldMkLst>
          <pc:docMk/>
          <pc:sldMk cId="2774230203" sldId="321"/>
        </pc:sldMkLst>
        <pc:inkChg chg="add">
          <ac:chgData name="Jizheng Wan" userId="02e35b87-44bd-4455-aecc-56042df92991" providerId="ADAL" clId="{702691A6-40BF-4444-AEDF-3F58A60EA10D}" dt="2022-11-01T18:56:57.899" v="0"/>
          <ac:inkMkLst>
            <pc:docMk/>
            <pc:sldMk cId="2774230203" sldId="321"/>
            <ac:inkMk id="5" creationId="{5D9C3CFE-A64B-0451-616F-2F826039F123}"/>
          </ac:inkMkLst>
        </pc:inkChg>
      </pc:sldChg>
      <pc:sldChg chg="addSp">
        <pc:chgData name="Jizheng Wan" userId="02e35b87-44bd-4455-aecc-56042df92991" providerId="ADAL" clId="{702691A6-40BF-4444-AEDF-3F58A60EA10D}" dt="2022-11-01T18:56:57.899" v="0"/>
        <pc:sldMkLst>
          <pc:docMk/>
          <pc:sldMk cId="585716244" sldId="322"/>
        </pc:sldMkLst>
        <pc:inkChg chg="add">
          <ac:chgData name="Jizheng Wan" userId="02e35b87-44bd-4455-aecc-56042df92991" providerId="ADAL" clId="{702691A6-40BF-4444-AEDF-3F58A60EA10D}" dt="2022-11-01T18:56:57.899" v="0"/>
          <ac:inkMkLst>
            <pc:docMk/>
            <pc:sldMk cId="585716244" sldId="322"/>
            <ac:inkMk id="6" creationId="{596C9936-815E-BFDB-A85E-619DE24130D2}"/>
          </ac:inkMkLst>
        </pc:inkChg>
      </pc:sldChg>
      <pc:sldChg chg="addSp">
        <pc:chgData name="Jizheng Wan" userId="02e35b87-44bd-4455-aecc-56042df92991" providerId="ADAL" clId="{702691A6-40BF-4444-AEDF-3F58A60EA10D}" dt="2022-11-01T18:56:57.899" v="0"/>
        <pc:sldMkLst>
          <pc:docMk/>
          <pc:sldMk cId="3543225394" sldId="324"/>
        </pc:sldMkLst>
        <pc:inkChg chg="add">
          <ac:chgData name="Jizheng Wan" userId="02e35b87-44bd-4455-aecc-56042df92991" providerId="ADAL" clId="{702691A6-40BF-4444-AEDF-3F58A60EA10D}" dt="2022-11-01T18:56:57.899" v="0"/>
          <ac:inkMkLst>
            <pc:docMk/>
            <pc:sldMk cId="3543225394" sldId="324"/>
            <ac:inkMk id="5" creationId="{5A8E88AA-CB29-2C3C-6F3B-15D43E62176F}"/>
          </ac:inkMkLst>
        </pc:inkChg>
      </pc:sldChg>
      <pc:sldChg chg="addSp">
        <pc:chgData name="Jizheng Wan" userId="02e35b87-44bd-4455-aecc-56042df92991" providerId="ADAL" clId="{702691A6-40BF-4444-AEDF-3F58A60EA10D}" dt="2022-11-01T18:56:57.899" v="0"/>
        <pc:sldMkLst>
          <pc:docMk/>
          <pc:sldMk cId="3990925061" sldId="325"/>
        </pc:sldMkLst>
        <pc:inkChg chg="add">
          <ac:chgData name="Jizheng Wan" userId="02e35b87-44bd-4455-aecc-56042df92991" providerId="ADAL" clId="{702691A6-40BF-4444-AEDF-3F58A60EA10D}" dt="2022-11-01T18:56:57.899" v="0"/>
          <ac:inkMkLst>
            <pc:docMk/>
            <pc:sldMk cId="3990925061" sldId="325"/>
            <ac:inkMk id="4" creationId="{AE90F526-E594-70F4-76E9-564C15DA7214}"/>
          </ac:inkMkLst>
        </pc:inkChg>
      </pc:sldChg>
      <pc:sldChg chg="addSp">
        <pc:chgData name="Jizheng Wan" userId="02e35b87-44bd-4455-aecc-56042df92991" providerId="ADAL" clId="{702691A6-40BF-4444-AEDF-3F58A60EA10D}" dt="2022-11-01T18:56:57.899" v="0"/>
        <pc:sldMkLst>
          <pc:docMk/>
          <pc:sldMk cId="2843695421" sldId="328"/>
        </pc:sldMkLst>
        <pc:inkChg chg="add">
          <ac:chgData name="Jizheng Wan" userId="02e35b87-44bd-4455-aecc-56042df92991" providerId="ADAL" clId="{702691A6-40BF-4444-AEDF-3F58A60EA10D}" dt="2022-11-01T18:56:57.899" v="0"/>
          <ac:inkMkLst>
            <pc:docMk/>
            <pc:sldMk cId="2843695421" sldId="328"/>
            <ac:inkMk id="9" creationId="{DA27154C-09E8-3501-3D3C-E57C7A37A617}"/>
          </ac:inkMkLst>
        </pc:inkChg>
      </pc:sldChg>
      <pc:sldChg chg="addSp">
        <pc:chgData name="Jizheng Wan" userId="02e35b87-44bd-4455-aecc-56042df92991" providerId="ADAL" clId="{702691A6-40BF-4444-AEDF-3F58A60EA10D}" dt="2022-11-01T18:56:57.899" v="0"/>
        <pc:sldMkLst>
          <pc:docMk/>
          <pc:sldMk cId="4236375752" sldId="329"/>
        </pc:sldMkLst>
        <pc:inkChg chg="add">
          <ac:chgData name="Jizheng Wan" userId="02e35b87-44bd-4455-aecc-56042df92991" providerId="ADAL" clId="{702691A6-40BF-4444-AEDF-3F58A60EA10D}" dt="2022-11-01T18:56:57.899" v="0"/>
          <ac:inkMkLst>
            <pc:docMk/>
            <pc:sldMk cId="4236375752" sldId="329"/>
            <ac:inkMk id="9" creationId="{A2E74113-A377-8A1F-AABE-67769885F0F4}"/>
          </ac:inkMkLst>
        </pc:inkChg>
      </pc:sldChg>
      <pc:sldChg chg="addSp">
        <pc:chgData name="Jizheng Wan" userId="02e35b87-44bd-4455-aecc-56042df92991" providerId="ADAL" clId="{702691A6-40BF-4444-AEDF-3F58A60EA10D}" dt="2022-11-01T18:56:57.899" v="0"/>
        <pc:sldMkLst>
          <pc:docMk/>
          <pc:sldMk cId="1399123181" sldId="330"/>
        </pc:sldMkLst>
        <pc:inkChg chg="add">
          <ac:chgData name="Jizheng Wan" userId="02e35b87-44bd-4455-aecc-56042df92991" providerId="ADAL" clId="{702691A6-40BF-4444-AEDF-3F58A60EA10D}" dt="2022-11-01T18:56:57.899" v="0"/>
          <ac:inkMkLst>
            <pc:docMk/>
            <pc:sldMk cId="1399123181" sldId="330"/>
            <ac:inkMk id="17" creationId="{64C36D47-F817-7492-096F-C314A436F9C6}"/>
          </ac:inkMkLst>
        </pc:inkChg>
      </pc:sldChg>
    </pc:docChg>
  </pc:docChgLst>
  <pc:docChgLst>
    <pc:chgData name="Jizheng Wan (Computer Science)" userId="02e35b87-44bd-4455-aecc-56042df92991" providerId="ADAL" clId="{1A801235-25B1-4621-98E0-0EB3774A2A60}"/>
    <pc:docChg chg="addSld modSld">
      <pc:chgData name="Jizheng Wan (Computer Science)" userId="02e35b87-44bd-4455-aecc-56042df92991" providerId="ADAL" clId="{1A801235-25B1-4621-98E0-0EB3774A2A60}" dt="2023-10-19T11:28:36.091" v="97" actId="20577"/>
      <pc:docMkLst>
        <pc:docMk/>
      </pc:docMkLst>
      <pc:sldChg chg="addSp modSp mod">
        <pc:chgData name="Jizheng Wan (Computer Science)" userId="02e35b87-44bd-4455-aecc-56042df92991" providerId="ADAL" clId="{1A801235-25B1-4621-98E0-0EB3774A2A60}" dt="2023-10-19T09:19:01.109" v="95" actId="1076"/>
        <pc:sldMkLst>
          <pc:docMk/>
          <pc:sldMk cId="3826308776" sldId="316"/>
        </pc:sldMkLst>
        <pc:spChg chg="add mod">
          <ac:chgData name="Jizheng Wan (Computer Science)" userId="02e35b87-44bd-4455-aecc-56042df92991" providerId="ADAL" clId="{1A801235-25B1-4621-98E0-0EB3774A2A60}" dt="2023-10-19T09:19:01.109" v="95" actId="1076"/>
          <ac:spMkLst>
            <pc:docMk/>
            <pc:sldMk cId="3826308776" sldId="316"/>
            <ac:spMk id="4" creationId="{36B545BA-13D3-C48A-2E3E-7DA002AFFB8F}"/>
          </ac:spMkLst>
        </pc:spChg>
      </pc:sldChg>
      <pc:sldChg chg="modSp mod">
        <pc:chgData name="Jizheng Wan (Computer Science)" userId="02e35b87-44bd-4455-aecc-56042df92991" providerId="ADAL" clId="{1A801235-25B1-4621-98E0-0EB3774A2A60}" dt="2023-10-19T11:28:36.091" v="97" actId="20577"/>
        <pc:sldMkLst>
          <pc:docMk/>
          <pc:sldMk cId="2590472636" sldId="354"/>
        </pc:sldMkLst>
        <pc:spChg chg="mod">
          <ac:chgData name="Jizheng Wan (Computer Science)" userId="02e35b87-44bd-4455-aecc-56042df92991" providerId="ADAL" clId="{1A801235-25B1-4621-98E0-0EB3774A2A60}" dt="2023-10-19T11:28:36.091" v="97" actId="20577"/>
          <ac:spMkLst>
            <pc:docMk/>
            <pc:sldMk cId="2590472636" sldId="354"/>
            <ac:spMk id="5" creationId="{9D49DDA0-CA2C-5830-D850-9686B8776CC0}"/>
          </ac:spMkLst>
        </pc:spChg>
      </pc:sldChg>
      <pc:sldChg chg="modSp mod">
        <pc:chgData name="Jizheng Wan (Computer Science)" userId="02e35b87-44bd-4455-aecc-56042df92991" providerId="ADAL" clId="{1A801235-25B1-4621-98E0-0EB3774A2A60}" dt="2023-10-19T09:13:03.408" v="93" actId="20577"/>
        <pc:sldMkLst>
          <pc:docMk/>
          <pc:sldMk cId="226890690" sldId="355"/>
        </pc:sldMkLst>
        <pc:spChg chg="mod">
          <ac:chgData name="Jizheng Wan (Computer Science)" userId="02e35b87-44bd-4455-aecc-56042df92991" providerId="ADAL" clId="{1A801235-25B1-4621-98E0-0EB3774A2A60}" dt="2023-10-19T09:13:03.408" v="93" actId="20577"/>
          <ac:spMkLst>
            <pc:docMk/>
            <pc:sldMk cId="226890690" sldId="355"/>
            <ac:spMk id="5" creationId="{9D49DDA0-CA2C-5830-D850-9686B8776CC0}"/>
          </ac:spMkLst>
        </pc:spChg>
      </pc:sldChg>
      <pc:sldChg chg="addSp modSp add mod modAnim">
        <pc:chgData name="Jizheng Wan (Computer Science)" userId="02e35b87-44bd-4455-aecc-56042df92991" providerId="ADAL" clId="{1A801235-25B1-4621-98E0-0EB3774A2A60}" dt="2023-10-19T09:09:49.896" v="92"/>
        <pc:sldMkLst>
          <pc:docMk/>
          <pc:sldMk cId="2654230883" sldId="362"/>
        </pc:sldMkLst>
        <pc:spChg chg="mod">
          <ac:chgData name="Jizheng Wan (Computer Science)" userId="02e35b87-44bd-4455-aecc-56042df92991" providerId="ADAL" clId="{1A801235-25B1-4621-98E0-0EB3774A2A60}" dt="2023-10-19T09:00:18.613" v="31" actId="14100"/>
          <ac:spMkLst>
            <pc:docMk/>
            <pc:sldMk cId="2654230883" sldId="362"/>
            <ac:spMk id="3" creationId="{9A19EA55-2D37-25D6-764F-BE4B84CCA277}"/>
          </ac:spMkLst>
        </pc:spChg>
        <pc:spChg chg="mod">
          <ac:chgData name="Jizheng Wan (Computer Science)" userId="02e35b87-44bd-4455-aecc-56042df92991" providerId="ADAL" clId="{1A801235-25B1-4621-98E0-0EB3774A2A60}" dt="2023-10-19T09:01:21.691" v="91" actId="20577"/>
          <ac:spMkLst>
            <pc:docMk/>
            <pc:sldMk cId="2654230883" sldId="362"/>
            <ac:spMk id="4" creationId="{7AD217C8-E768-5DB5-3D79-AFECECA93CA6}"/>
          </ac:spMkLst>
        </pc:spChg>
        <pc:spChg chg="add mod">
          <ac:chgData name="Jizheng Wan (Computer Science)" userId="02e35b87-44bd-4455-aecc-56042df92991" providerId="ADAL" clId="{1A801235-25B1-4621-98E0-0EB3774A2A60}" dt="2023-10-19T09:01:06.935" v="78" actId="1076"/>
          <ac:spMkLst>
            <pc:docMk/>
            <pc:sldMk cId="2654230883" sldId="362"/>
            <ac:spMk id="5" creationId="{54B7E7AA-B6B4-4CDA-D5A0-6208812F511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8000E5-E1BF-1B49-8B13-714438104DEF}"/>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eaLnBrk="1" hangingPunct="1">
              <a:defRPr sz="1200">
                <a:latin typeface="Arial"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C316E7D2-FA68-9F43-935B-5C4FB410B5F9}"/>
              </a:ext>
            </a:extLst>
          </p:cNvPr>
          <p:cNvSpPr>
            <a:spLocks noGrp="1"/>
          </p:cNvSpPr>
          <p:nvPr>
            <p:ph type="dt" sz="quarter" idx="1"/>
          </p:nvPr>
        </p:nvSpPr>
        <p:spPr>
          <a:xfrm>
            <a:off x="5180013" y="0"/>
            <a:ext cx="3962400" cy="3429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fld id="{A3251F9C-DD71-D44B-BC61-B9FFF09B63D6}" type="datetimeFigureOut">
              <a:rPr lang="en-US" altLang="en-US"/>
              <a:pPr>
                <a:defRPr/>
              </a:pPr>
              <a:t>10/19/2023</a:t>
            </a:fld>
            <a:endParaRPr lang="en-US" altLang="en-US"/>
          </a:p>
        </p:txBody>
      </p:sp>
      <p:sp>
        <p:nvSpPr>
          <p:cNvPr id="4" name="Footer Placeholder 3">
            <a:extLst>
              <a:ext uri="{FF2B5EF4-FFF2-40B4-BE49-F238E27FC236}">
                <a16:creationId xmlns:a16="http://schemas.microsoft.com/office/drawing/2014/main" id="{B385D875-A649-3A4B-8E3B-058149450C42}"/>
              </a:ext>
            </a:extLst>
          </p:cNvPr>
          <p:cNvSpPr>
            <a:spLocks noGrp="1"/>
          </p:cNvSpPr>
          <p:nvPr>
            <p:ph type="ftr" sz="quarter" idx="2"/>
          </p:nvPr>
        </p:nvSpPr>
        <p:spPr>
          <a:xfrm>
            <a:off x="0" y="6513513"/>
            <a:ext cx="3962400" cy="342900"/>
          </a:xfrm>
          <a:prstGeom prst="rect">
            <a:avLst/>
          </a:prstGeom>
        </p:spPr>
        <p:txBody>
          <a:bodyPr vert="horz" lIns="91440" tIns="45720" rIns="91440" bIns="45720" rtlCol="0" anchor="b"/>
          <a:lstStyle>
            <a:lvl1pPr algn="l" eaLnBrk="1" hangingPunct="1">
              <a:defRPr sz="1200">
                <a:latin typeface="Arial"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82201212-A529-7F40-936E-A515A995FDE7}"/>
              </a:ext>
            </a:extLst>
          </p:cNvPr>
          <p:cNvSpPr>
            <a:spLocks noGrp="1"/>
          </p:cNvSpPr>
          <p:nvPr>
            <p:ph type="sldNum" sz="quarter" idx="3"/>
          </p:nvPr>
        </p:nvSpPr>
        <p:spPr>
          <a:xfrm>
            <a:off x="5180013" y="6513513"/>
            <a:ext cx="3962400" cy="3429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3870662C-C48F-D348-A8B1-EF16E886014E}"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1814C16E-B00C-4FA4-8953-2E262D1684AF}" type="datetimeFigureOut">
              <a:rPr lang="en-GB" smtClean="0"/>
              <a:t>19/10/2023</a:t>
            </a:fld>
            <a:endParaRPr lang="en-GB"/>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0B68C3CB-3118-423E-861A-757A9737E9E3}" type="slidenum">
              <a:rPr lang="en-GB" smtClean="0"/>
              <a:t>‹#›</a:t>
            </a:fld>
            <a:endParaRPr lang="en-GB"/>
          </a:p>
        </p:txBody>
      </p:sp>
    </p:spTree>
    <p:extLst>
      <p:ext uri="{BB962C8B-B14F-4D97-AF65-F5344CB8AC3E}">
        <p14:creationId xmlns:p14="http://schemas.microsoft.com/office/powerpoint/2010/main" val="3795356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B68C3CB-3118-423E-861A-757A9737E9E3}" type="slidenum">
              <a:rPr lang="en-GB" smtClean="0"/>
              <a:t>4</a:t>
            </a:fld>
            <a:endParaRPr lang="en-GB"/>
          </a:p>
        </p:txBody>
      </p:sp>
    </p:spTree>
    <p:extLst>
      <p:ext uri="{BB962C8B-B14F-4D97-AF65-F5344CB8AC3E}">
        <p14:creationId xmlns:p14="http://schemas.microsoft.com/office/powerpoint/2010/main" val="219453423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67544" y="1543050"/>
            <a:ext cx="6552728" cy="596652"/>
          </a:xfrm>
          <a:prstGeom prst="rect">
            <a:avLst/>
          </a:prstGeom>
        </p:spPr>
        <p:txBody>
          <a:bodyPr/>
          <a:lstStyle>
            <a:lvl1pPr>
              <a:defRPr>
                <a:solidFill>
                  <a:schemeClr val="tx1"/>
                </a:solidFill>
                <a:latin typeface="Georgia"/>
                <a:cs typeface="Georgia"/>
              </a:defRPr>
            </a:lvl1pPr>
          </a:lstStyle>
          <a:p>
            <a:r>
              <a:rPr lang="en-GB"/>
              <a:t>Click to edit Master title style</a:t>
            </a:r>
          </a:p>
        </p:txBody>
      </p:sp>
      <p:sp>
        <p:nvSpPr>
          <p:cNvPr id="5" name="Text Placeholder 4"/>
          <p:cNvSpPr>
            <a:spLocks noGrp="1"/>
          </p:cNvSpPr>
          <p:nvPr>
            <p:ph type="body" sz="quarter" idx="10" hasCustomPrompt="1"/>
          </p:nvPr>
        </p:nvSpPr>
        <p:spPr>
          <a:xfrm>
            <a:off x="468313" y="2211388"/>
            <a:ext cx="6551612" cy="360362"/>
          </a:xfrm>
          <a:prstGeom prst="rect">
            <a:avLst/>
          </a:prstGeom>
        </p:spPr>
        <p:txBody>
          <a:bodyPr/>
          <a:lstStyle>
            <a:lvl1pPr>
              <a:defRPr sz="1600" baseline="0">
                <a:solidFill>
                  <a:schemeClr val="tx1"/>
                </a:solidFill>
              </a:defRPr>
            </a:lvl1pPr>
          </a:lstStyle>
          <a:p>
            <a:pPr lvl="0"/>
            <a:r>
              <a:rPr lang="en-GB"/>
              <a:t>Click to edit subtitle</a:t>
            </a:r>
          </a:p>
        </p:txBody>
      </p:sp>
    </p:spTree>
    <p:extLst>
      <p:ext uri="{BB962C8B-B14F-4D97-AF65-F5344CB8AC3E}">
        <p14:creationId xmlns:p14="http://schemas.microsoft.com/office/powerpoint/2010/main" val="698038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5536" y="411510"/>
            <a:ext cx="7772400" cy="857250"/>
          </a:xfrm>
          <a:prstGeom prst="rect">
            <a:avLst/>
          </a:prstGeom>
        </p:spPr>
        <p:txBody>
          <a:bodyPr/>
          <a:lstStyle>
            <a:lvl1pPr>
              <a:defRPr sz="2800">
                <a:solidFill>
                  <a:schemeClr val="tx1"/>
                </a:solidFill>
                <a:latin typeface="Georgia"/>
                <a:cs typeface="Georgia"/>
              </a:defRPr>
            </a:lvl1pPr>
          </a:lstStyle>
          <a:p>
            <a:r>
              <a:rPr lang="en-GB"/>
              <a:t>Click to edit slide heading</a:t>
            </a:r>
          </a:p>
        </p:txBody>
      </p:sp>
      <p:sp>
        <p:nvSpPr>
          <p:cNvPr id="3" name="Content Placeholder 2"/>
          <p:cNvSpPr>
            <a:spLocks noGrp="1"/>
          </p:cNvSpPr>
          <p:nvPr>
            <p:ph idx="1" hasCustomPrompt="1"/>
          </p:nvPr>
        </p:nvSpPr>
        <p:spPr>
          <a:xfrm>
            <a:off x="395536" y="1347614"/>
            <a:ext cx="7772400" cy="2952328"/>
          </a:xfrm>
          <a:prstGeom prst="rect">
            <a:avLst/>
          </a:prstGeom>
        </p:spPr>
        <p:txBody>
          <a:bodyPr/>
          <a:lstStyle>
            <a:lvl1pPr marL="342900" indent="-342900">
              <a:buClr>
                <a:schemeClr val="tx1"/>
              </a:buClr>
              <a:buFont typeface="Wingdings" panose="05000000000000000000" pitchFamily="2" charset="2"/>
              <a:buChar char="§"/>
              <a:defRPr sz="1600" b="0" baseline="0">
                <a:solidFill>
                  <a:schemeClr val="tx1"/>
                </a:solidFill>
              </a:defRPr>
            </a:lvl1pPr>
            <a:lvl2pPr marL="742950" indent="-285750">
              <a:buClrTx/>
              <a:buFont typeface="Wingdings" panose="05000000000000000000" pitchFamily="2" charset="2"/>
              <a:buChar char="Ø"/>
              <a:defRPr sz="1400" b="0"/>
            </a:lvl2pPr>
            <a:lvl3pPr marL="1143000" indent="-228600">
              <a:buClr>
                <a:schemeClr val="tx1">
                  <a:lumMod val="95000"/>
                  <a:lumOff val="5000"/>
                </a:schemeClr>
              </a:buClr>
              <a:buFont typeface="Wingdings" panose="05000000000000000000" pitchFamily="2" charset="2"/>
              <a:buChar char="Ø"/>
              <a:defRPr sz="1400" b="0">
                <a:solidFill>
                  <a:schemeClr val="tx1">
                    <a:lumMod val="95000"/>
                    <a:lumOff val="5000"/>
                  </a:schemeClr>
                </a:solidFill>
              </a:defRPr>
            </a:lvl3pPr>
            <a:lvl4pPr>
              <a:defRPr b="0"/>
            </a:lvl4pPr>
            <a:lvl5pPr>
              <a:defRPr b="0"/>
            </a:lvl5pPr>
          </a:lstStyle>
          <a:p>
            <a:pPr lvl="0"/>
            <a:r>
              <a:rPr lang="en-US"/>
              <a:t>Click to add content</a:t>
            </a:r>
          </a:p>
          <a:p>
            <a:pPr lvl="1"/>
            <a:r>
              <a:rPr lang="en-US"/>
              <a:t>Click to add content</a:t>
            </a:r>
          </a:p>
          <a:p>
            <a:pPr lvl="2"/>
            <a:r>
              <a:rPr lang="en-US"/>
              <a:t>Click to add content</a:t>
            </a:r>
          </a:p>
          <a:p>
            <a:pPr lvl="2"/>
            <a:endParaRPr lang="en-US"/>
          </a:p>
          <a:p>
            <a:pPr lvl="0"/>
            <a:endParaRPr lang="en-US"/>
          </a:p>
        </p:txBody>
      </p:sp>
    </p:spTree>
    <p:extLst>
      <p:ext uri="{BB962C8B-B14F-4D97-AF65-F5344CB8AC3E}">
        <p14:creationId xmlns:p14="http://schemas.microsoft.com/office/powerpoint/2010/main" val="4237515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Blank">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5536" y="411510"/>
            <a:ext cx="7772400" cy="857250"/>
          </a:xfrm>
          <a:prstGeom prst="rect">
            <a:avLst/>
          </a:prstGeom>
        </p:spPr>
        <p:txBody>
          <a:bodyPr/>
          <a:lstStyle>
            <a:lvl1pPr>
              <a:defRPr sz="2800">
                <a:solidFill>
                  <a:schemeClr val="tx1"/>
                </a:solidFill>
                <a:latin typeface="Georgia"/>
                <a:cs typeface="Georgia"/>
              </a:defRPr>
            </a:lvl1pPr>
          </a:lstStyle>
          <a:p>
            <a:r>
              <a:rPr lang="en-GB"/>
              <a:t>Click to edit slide heading</a:t>
            </a:r>
          </a:p>
        </p:txBody>
      </p:sp>
      <p:sp>
        <p:nvSpPr>
          <p:cNvPr id="3" name="Content Placeholder 2"/>
          <p:cNvSpPr>
            <a:spLocks noGrp="1"/>
          </p:cNvSpPr>
          <p:nvPr>
            <p:ph idx="1" hasCustomPrompt="1"/>
          </p:nvPr>
        </p:nvSpPr>
        <p:spPr>
          <a:xfrm>
            <a:off x="395536" y="1347614"/>
            <a:ext cx="7772400" cy="3384376"/>
          </a:xfrm>
          <a:prstGeom prst="rect">
            <a:avLst/>
          </a:prstGeom>
        </p:spPr>
        <p:txBody>
          <a:bodyPr/>
          <a:lstStyle>
            <a:lvl1pPr marL="342900" indent="-342900">
              <a:buClr>
                <a:schemeClr val="tx1"/>
              </a:buClr>
              <a:buFont typeface="Wingdings" panose="05000000000000000000" pitchFamily="2" charset="2"/>
              <a:buChar char="§"/>
              <a:defRPr b="0" baseline="0">
                <a:solidFill>
                  <a:schemeClr val="tx1"/>
                </a:solidFill>
              </a:defRPr>
            </a:lvl1pPr>
            <a:lvl2pPr>
              <a:defRPr b="0"/>
            </a:lvl2pPr>
            <a:lvl3pPr>
              <a:defRPr b="0"/>
            </a:lvl3pPr>
            <a:lvl4pPr>
              <a:defRPr b="0"/>
            </a:lvl4pPr>
            <a:lvl5pPr>
              <a:defRPr b="0"/>
            </a:lvl5pPr>
          </a:lstStyle>
          <a:p>
            <a:pPr lvl="0"/>
            <a:r>
              <a:rPr lang="en-US"/>
              <a:t>Click to add content</a:t>
            </a:r>
          </a:p>
        </p:txBody>
      </p:sp>
    </p:spTree>
    <p:extLst>
      <p:ext uri="{BB962C8B-B14F-4D97-AF65-F5344CB8AC3E}">
        <p14:creationId xmlns:p14="http://schemas.microsoft.com/office/powerpoint/2010/main" val="998955186"/>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Blank">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5536" y="411907"/>
            <a:ext cx="4535165" cy="918269"/>
          </a:xfrm>
          <a:prstGeom prst="rect">
            <a:avLst/>
          </a:prstGeom>
        </p:spPr>
        <p:txBody>
          <a:bodyPr/>
          <a:lstStyle>
            <a:lvl1pPr>
              <a:defRPr sz="2800">
                <a:solidFill>
                  <a:schemeClr val="tx1"/>
                </a:solidFill>
                <a:latin typeface="Georgia"/>
                <a:cs typeface="Georgia"/>
              </a:defRPr>
            </a:lvl1pPr>
          </a:lstStyle>
          <a:p>
            <a:r>
              <a:rPr lang="en-GB"/>
              <a:t>Click to edit slide heading</a:t>
            </a:r>
          </a:p>
        </p:txBody>
      </p:sp>
      <p:sp>
        <p:nvSpPr>
          <p:cNvPr id="3" name="Content Placeholder 2"/>
          <p:cNvSpPr>
            <a:spLocks noGrp="1"/>
          </p:cNvSpPr>
          <p:nvPr>
            <p:ph idx="1" hasCustomPrompt="1"/>
          </p:nvPr>
        </p:nvSpPr>
        <p:spPr>
          <a:xfrm>
            <a:off x="395536" y="1440607"/>
            <a:ext cx="4535165" cy="2715319"/>
          </a:xfrm>
          <a:prstGeom prst="rect">
            <a:avLst/>
          </a:prstGeom>
        </p:spPr>
        <p:txBody>
          <a:bodyPr/>
          <a:lstStyle>
            <a:lvl1pPr marL="342900" indent="-342900">
              <a:buClr>
                <a:schemeClr val="tx1"/>
              </a:buClr>
              <a:buFont typeface="Wingdings" panose="05000000000000000000" pitchFamily="2" charset="2"/>
              <a:buChar char="§"/>
              <a:defRPr b="0" baseline="0">
                <a:solidFill>
                  <a:schemeClr val="tx1"/>
                </a:solidFill>
              </a:defRPr>
            </a:lvl1pPr>
            <a:lvl2pPr>
              <a:defRPr b="0"/>
            </a:lvl2pPr>
            <a:lvl3pPr>
              <a:defRPr b="0"/>
            </a:lvl3pPr>
            <a:lvl4pPr>
              <a:defRPr b="0"/>
            </a:lvl4pPr>
            <a:lvl5pPr>
              <a:defRPr b="0"/>
            </a:lvl5pPr>
          </a:lstStyle>
          <a:p>
            <a:pPr lvl="0"/>
            <a:r>
              <a:rPr lang="en-US"/>
              <a:t>Click to add content</a:t>
            </a:r>
          </a:p>
        </p:txBody>
      </p:sp>
      <p:sp>
        <p:nvSpPr>
          <p:cNvPr id="5" name="Picture Placeholder 4"/>
          <p:cNvSpPr>
            <a:spLocks noGrp="1"/>
          </p:cNvSpPr>
          <p:nvPr>
            <p:ph type="pic" sz="quarter" idx="10"/>
          </p:nvPr>
        </p:nvSpPr>
        <p:spPr>
          <a:xfrm>
            <a:off x="5129032" y="411510"/>
            <a:ext cx="1657350" cy="1657350"/>
          </a:xfrm>
          <a:prstGeom prst="rect">
            <a:avLst/>
          </a:prstGeom>
        </p:spPr>
        <p:txBody>
          <a:bodyPr/>
          <a:lstStyle/>
          <a:p>
            <a:endParaRPr lang="en-GB"/>
          </a:p>
        </p:txBody>
      </p:sp>
      <p:sp>
        <p:nvSpPr>
          <p:cNvPr id="6" name="Picture Placeholder 4"/>
          <p:cNvSpPr>
            <a:spLocks noGrp="1"/>
          </p:cNvSpPr>
          <p:nvPr>
            <p:ph type="pic" sz="quarter" idx="11"/>
          </p:nvPr>
        </p:nvSpPr>
        <p:spPr>
          <a:xfrm>
            <a:off x="6946925" y="2215474"/>
            <a:ext cx="1657350" cy="1657350"/>
          </a:xfrm>
          <a:prstGeom prst="rect">
            <a:avLst/>
          </a:prstGeom>
        </p:spPr>
        <p:txBody>
          <a:bodyPr/>
          <a:lstStyle/>
          <a:p>
            <a:endParaRPr lang="en-GB"/>
          </a:p>
        </p:txBody>
      </p:sp>
      <p:sp>
        <p:nvSpPr>
          <p:cNvPr id="7" name="Picture Placeholder 4"/>
          <p:cNvSpPr>
            <a:spLocks noGrp="1"/>
          </p:cNvSpPr>
          <p:nvPr>
            <p:ph type="pic" sz="quarter" idx="12"/>
          </p:nvPr>
        </p:nvSpPr>
        <p:spPr>
          <a:xfrm>
            <a:off x="6946925" y="411510"/>
            <a:ext cx="1657350" cy="1657350"/>
          </a:xfrm>
          <a:prstGeom prst="rect">
            <a:avLst/>
          </a:prstGeom>
        </p:spPr>
        <p:txBody>
          <a:bodyPr/>
          <a:lstStyle/>
          <a:p>
            <a:endParaRPr lang="en-GB"/>
          </a:p>
        </p:txBody>
      </p:sp>
      <p:sp>
        <p:nvSpPr>
          <p:cNvPr id="8" name="Picture Placeholder 4"/>
          <p:cNvSpPr>
            <a:spLocks noGrp="1"/>
          </p:cNvSpPr>
          <p:nvPr>
            <p:ph type="pic" sz="quarter" idx="13"/>
          </p:nvPr>
        </p:nvSpPr>
        <p:spPr>
          <a:xfrm>
            <a:off x="5126154" y="2221260"/>
            <a:ext cx="1657350" cy="1657350"/>
          </a:xfrm>
          <a:prstGeom prst="rect">
            <a:avLst/>
          </a:prstGeom>
        </p:spPr>
        <p:txBody>
          <a:bodyPr/>
          <a:lstStyle/>
          <a:p>
            <a:endParaRPr lang="en-GB"/>
          </a:p>
        </p:txBody>
      </p:sp>
    </p:spTree>
    <p:extLst>
      <p:ext uri="{BB962C8B-B14F-4D97-AF65-F5344CB8AC3E}">
        <p14:creationId xmlns:p14="http://schemas.microsoft.com/office/powerpoint/2010/main" val="138338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Blank">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5536" y="411510"/>
            <a:ext cx="7772400" cy="857250"/>
          </a:xfrm>
          <a:prstGeom prst="rect">
            <a:avLst/>
          </a:prstGeom>
        </p:spPr>
        <p:txBody>
          <a:bodyPr/>
          <a:lstStyle>
            <a:lvl1pPr>
              <a:defRPr sz="2800">
                <a:solidFill>
                  <a:schemeClr val="tx1"/>
                </a:solidFill>
                <a:latin typeface="Georgia"/>
                <a:cs typeface="Georgia"/>
              </a:defRPr>
            </a:lvl1pPr>
          </a:lstStyle>
          <a:p>
            <a:r>
              <a:rPr lang="en-GB"/>
              <a:t>Click to edit slide heading</a:t>
            </a:r>
          </a:p>
        </p:txBody>
      </p:sp>
      <p:sp>
        <p:nvSpPr>
          <p:cNvPr id="3" name="Content Placeholder 2"/>
          <p:cNvSpPr>
            <a:spLocks noGrp="1"/>
          </p:cNvSpPr>
          <p:nvPr>
            <p:ph idx="1" hasCustomPrompt="1"/>
          </p:nvPr>
        </p:nvSpPr>
        <p:spPr>
          <a:xfrm>
            <a:off x="395536" y="1347614"/>
            <a:ext cx="7772400" cy="2742009"/>
          </a:xfrm>
          <a:prstGeom prst="rect">
            <a:avLst/>
          </a:prstGeom>
        </p:spPr>
        <p:txBody>
          <a:bodyPr/>
          <a:lstStyle>
            <a:lvl1pPr marL="342900" indent="-342900">
              <a:buClr>
                <a:schemeClr val="tx1"/>
              </a:buClr>
              <a:buFont typeface="Wingdings" panose="05000000000000000000" pitchFamily="2" charset="2"/>
              <a:buChar char="§"/>
              <a:defRPr b="0" baseline="0">
                <a:solidFill>
                  <a:schemeClr val="tx1"/>
                </a:solidFill>
              </a:defRPr>
            </a:lvl1pPr>
            <a:lvl2pPr>
              <a:defRPr b="0"/>
            </a:lvl2pPr>
            <a:lvl3pPr>
              <a:defRPr b="0"/>
            </a:lvl3pPr>
            <a:lvl4pPr>
              <a:defRPr b="0"/>
            </a:lvl4pPr>
            <a:lvl5pPr>
              <a:defRPr b="0"/>
            </a:lvl5pPr>
          </a:lstStyle>
          <a:p>
            <a:pPr lvl="0"/>
            <a:r>
              <a:rPr lang="en-US"/>
              <a:t>Click to add content</a:t>
            </a:r>
          </a:p>
        </p:txBody>
      </p:sp>
    </p:spTree>
    <p:extLst>
      <p:ext uri="{BB962C8B-B14F-4D97-AF65-F5344CB8AC3E}">
        <p14:creationId xmlns:p14="http://schemas.microsoft.com/office/powerpoint/2010/main" val="30839411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944" r:id="rId1"/>
    <p:sldLayoutId id="2147483946" r:id="rId2"/>
    <p:sldLayoutId id="2147483949" r:id="rId3"/>
    <p:sldLayoutId id="2147483948" r:id="rId4"/>
    <p:sldLayoutId id="2147483947" r:id="rId5"/>
  </p:sldLayoutIdLst>
  <p:txStyles>
    <p:titleStyle>
      <a:lvl1pPr algn="l" rtl="0" eaLnBrk="0" fontAlgn="base" hangingPunct="0">
        <a:spcBef>
          <a:spcPct val="0"/>
        </a:spcBef>
        <a:spcAft>
          <a:spcPct val="0"/>
        </a:spcAft>
        <a:defRPr sz="3600">
          <a:solidFill>
            <a:srgbClr val="489EBD"/>
          </a:solidFill>
          <a:latin typeface="Georgia"/>
          <a:ea typeface="ＭＳ Ｐゴシック" charset="0"/>
          <a:cs typeface="Georgia"/>
        </a:defRPr>
      </a:lvl1pPr>
      <a:lvl2pPr algn="l" rtl="0" eaLnBrk="0" fontAlgn="base" hangingPunct="0">
        <a:spcBef>
          <a:spcPct val="0"/>
        </a:spcBef>
        <a:spcAft>
          <a:spcPct val="0"/>
        </a:spcAft>
        <a:defRPr sz="4000">
          <a:solidFill>
            <a:schemeClr val="bg1"/>
          </a:solidFill>
          <a:latin typeface="Georgia" charset="0"/>
          <a:ea typeface="ＭＳ Ｐゴシック" charset="0"/>
          <a:cs typeface="Georgia" panose="02040502050405020303" pitchFamily="18" charset="0"/>
        </a:defRPr>
      </a:lvl2pPr>
      <a:lvl3pPr algn="l" rtl="0" eaLnBrk="0" fontAlgn="base" hangingPunct="0">
        <a:spcBef>
          <a:spcPct val="0"/>
        </a:spcBef>
        <a:spcAft>
          <a:spcPct val="0"/>
        </a:spcAft>
        <a:defRPr sz="4000">
          <a:solidFill>
            <a:schemeClr val="bg1"/>
          </a:solidFill>
          <a:latin typeface="Georgia" charset="0"/>
          <a:ea typeface="ＭＳ Ｐゴシック" charset="0"/>
          <a:cs typeface="Georgia" panose="02040502050405020303" pitchFamily="18" charset="0"/>
        </a:defRPr>
      </a:lvl3pPr>
      <a:lvl4pPr algn="l" rtl="0" eaLnBrk="0" fontAlgn="base" hangingPunct="0">
        <a:spcBef>
          <a:spcPct val="0"/>
        </a:spcBef>
        <a:spcAft>
          <a:spcPct val="0"/>
        </a:spcAft>
        <a:defRPr sz="4000">
          <a:solidFill>
            <a:schemeClr val="bg1"/>
          </a:solidFill>
          <a:latin typeface="Georgia" charset="0"/>
          <a:ea typeface="ＭＳ Ｐゴシック" charset="0"/>
          <a:cs typeface="Georgia" panose="02040502050405020303" pitchFamily="18" charset="0"/>
        </a:defRPr>
      </a:lvl4pPr>
      <a:lvl5pPr algn="l" rtl="0" eaLnBrk="0" fontAlgn="base" hangingPunct="0">
        <a:spcBef>
          <a:spcPct val="0"/>
        </a:spcBef>
        <a:spcAft>
          <a:spcPct val="0"/>
        </a:spcAft>
        <a:defRPr sz="4000">
          <a:solidFill>
            <a:schemeClr val="bg1"/>
          </a:solidFill>
          <a:latin typeface="Georgia" charset="0"/>
          <a:ea typeface="ＭＳ Ｐゴシック" charset="0"/>
          <a:cs typeface="Georgia" panose="02040502050405020303" pitchFamily="18" charset="0"/>
        </a:defRPr>
      </a:lvl5pPr>
      <a:lvl6pPr marL="457200" algn="l" rtl="0" fontAlgn="base">
        <a:spcBef>
          <a:spcPct val="0"/>
        </a:spcBef>
        <a:spcAft>
          <a:spcPct val="0"/>
        </a:spcAft>
        <a:defRPr sz="4000">
          <a:solidFill>
            <a:schemeClr val="tx2"/>
          </a:solidFill>
          <a:latin typeface="Times New Roman" pitchFamily="18" charset="0"/>
        </a:defRPr>
      </a:lvl6pPr>
      <a:lvl7pPr marL="914400" algn="l" rtl="0" fontAlgn="base">
        <a:spcBef>
          <a:spcPct val="0"/>
        </a:spcBef>
        <a:spcAft>
          <a:spcPct val="0"/>
        </a:spcAft>
        <a:defRPr sz="4000">
          <a:solidFill>
            <a:schemeClr val="tx2"/>
          </a:solidFill>
          <a:latin typeface="Times New Roman" pitchFamily="18" charset="0"/>
        </a:defRPr>
      </a:lvl7pPr>
      <a:lvl8pPr marL="1371600" algn="l" rtl="0" fontAlgn="base">
        <a:spcBef>
          <a:spcPct val="0"/>
        </a:spcBef>
        <a:spcAft>
          <a:spcPct val="0"/>
        </a:spcAft>
        <a:defRPr sz="4000">
          <a:solidFill>
            <a:schemeClr val="tx2"/>
          </a:solidFill>
          <a:latin typeface="Times New Roman" pitchFamily="18" charset="0"/>
        </a:defRPr>
      </a:lvl8pPr>
      <a:lvl9pPr marL="1828800" algn="l" rtl="0" fontAlgn="base">
        <a:spcBef>
          <a:spcPct val="0"/>
        </a:spcBef>
        <a:spcAft>
          <a:spcPct val="0"/>
        </a:spcAft>
        <a:defRPr sz="4000">
          <a:solidFill>
            <a:schemeClr val="tx2"/>
          </a:solidFill>
          <a:latin typeface="Times New Roman" pitchFamily="18" charset="0"/>
        </a:defRPr>
      </a:lvl9pPr>
    </p:titleStyle>
    <p:bodyStyle>
      <a:lvl1pPr marL="0" indent="0" algn="l" rtl="0" eaLnBrk="0" fontAlgn="base" hangingPunct="0">
        <a:spcBef>
          <a:spcPct val="20000"/>
        </a:spcBef>
        <a:spcAft>
          <a:spcPct val="0"/>
        </a:spcAft>
        <a:buClr>
          <a:srgbClr val="0A648F"/>
        </a:buClr>
        <a:buSzPct val="80000"/>
        <a:buFont typeface="Wingdings" pitchFamily="2" charset="2"/>
        <a:buNone/>
        <a:defRPr sz="2000" baseline="0">
          <a:solidFill>
            <a:schemeClr val="tx1"/>
          </a:solidFill>
          <a:latin typeface="+mn-lt"/>
          <a:ea typeface="ＭＳ Ｐゴシック" charset="0"/>
          <a:cs typeface="ＭＳ Ｐゴシック" charset="0"/>
        </a:defRPr>
      </a:lvl1pPr>
      <a:lvl2pPr marL="457200" indent="0" algn="l" rtl="0" eaLnBrk="0" fontAlgn="base" hangingPunct="0">
        <a:spcBef>
          <a:spcPct val="20000"/>
        </a:spcBef>
        <a:spcAft>
          <a:spcPct val="0"/>
        </a:spcAft>
        <a:buClr>
          <a:srgbClr val="0A648F"/>
        </a:buClr>
        <a:buNone/>
        <a:defRPr sz="1600">
          <a:solidFill>
            <a:schemeClr val="tx1"/>
          </a:solidFill>
          <a:latin typeface="+mn-lt"/>
          <a:ea typeface="ＭＳ Ｐゴシック" charset="0"/>
        </a:defRPr>
      </a:lvl2pPr>
      <a:lvl3pPr marL="1143000" indent="-228600" algn="l" rtl="0" eaLnBrk="0" fontAlgn="base" hangingPunct="0">
        <a:spcBef>
          <a:spcPct val="20000"/>
        </a:spcBef>
        <a:spcAft>
          <a:spcPct val="0"/>
        </a:spcAft>
        <a:buClr>
          <a:srgbClr val="0A648F"/>
        </a:buClr>
        <a:buSzPct val="65000"/>
        <a:buFont typeface="Wingdings" pitchFamily="2" charset="2"/>
        <a:buChar char="o"/>
        <a:defRPr sz="2800">
          <a:solidFill>
            <a:schemeClr val="bg1"/>
          </a:solidFill>
          <a:latin typeface="+mn-lt"/>
          <a:ea typeface="ＭＳ Ｐゴシック" charset="0"/>
        </a:defRPr>
      </a:lvl3pPr>
      <a:lvl4pPr marL="1600200" indent="-228600" algn="l" rtl="0" eaLnBrk="0" fontAlgn="base" hangingPunct="0">
        <a:spcBef>
          <a:spcPct val="20000"/>
        </a:spcBef>
        <a:spcAft>
          <a:spcPct val="0"/>
        </a:spcAft>
        <a:buClr>
          <a:srgbClr val="0A648F"/>
        </a:buClr>
        <a:buSzPct val="80000"/>
        <a:buChar char="–"/>
        <a:defRPr sz="2800">
          <a:solidFill>
            <a:schemeClr val="bg1"/>
          </a:solidFill>
          <a:latin typeface="+mn-lt"/>
          <a:ea typeface="ＭＳ Ｐゴシック" charset="0"/>
        </a:defRPr>
      </a:lvl4pPr>
      <a:lvl5pPr marL="2057400" indent="-228600" algn="l" rtl="0" eaLnBrk="0" fontAlgn="base" hangingPunct="0">
        <a:spcBef>
          <a:spcPct val="20000"/>
        </a:spcBef>
        <a:spcAft>
          <a:spcPct val="0"/>
        </a:spcAft>
        <a:buClr>
          <a:srgbClr val="0A648F"/>
        </a:buClr>
        <a:buSzPct val="90000"/>
        <a:buChar char="»"/>
        <a:defRPr sz="2800">
          <a:solidFill>
            <a:schemeClr val="bg1"/>
          </a:solidFill>
          <a:latin typeface="+mn-lt"/>
          <a:ea typeface="ＭＳ Ｐゴシック" charset="0"/>
        </a:defRPr>
      </a:lvl5pPr>
      <a:lvl6pPr marL="2514600" indent="-228600" algn="l" rtl="0" fontAlgn="base">
        <a:spcBef>
          <a:spcPct val="20000"/>
        </a:spcBef>
        <a:spcAft>
          <a:spcPct val="0"/>
        </a:spcAft>
        <a:buClr>
          <a:srgbClr val="CCFFFF"/>
        </a:buClr>
        <a:buSzPct val="90000"/>
        <a:buChar char="»"/>
        <a:defRPr sz="2800" b="1">
          <a:solidFill>
            <a:schemeClr val="tx1"/>
          </a:solidFill>
          <a:latin typeface="+mn-lt"/>
        </a:defRPr>
      </a:lvl6pPr>
      <a:lvl7pPr marL="2971800" indent="-228600" algn="l" rtl="0" fontAlgn="base">
        <a:spcBef>
          <a:spcPct val="20000"/>
        </a:spcBef>
        <a:spcAft>
          <a:spcPct val="0"/>
        </a:spcAft>
        <a:buClr>
          <a:srgbClr val="CCFFFF"/>
        </a:buClr>
        <a:buSzPct val="90000"/>
        <a:buChar char="»"/>
        <a:defRPr sz="2800" b="1">
          <a:solidFill>
            <a:schemeClr val="tx1"/>
          </a:solidFill>
          <a:latin typeface="+mn-lt"/>
        </a:defRPr>
      </a:lvl7pPr>
      <a:lvl8pPr marL="3429000" indent="-228600" algn="l" rtl="0" fontAlgn="base">
        <a:spcBef>
          <a:spcPct val="20000"/>
        </a:spcBef>
        <a:spcAft>
          <a:spcPct val="0"/>
        </a:spcAft>
        <a:buClr>
          <a:srgbClr val="CCFFFF"/>
        </a:buClr>
        <a:buSzPct val="90000"/>
        <a:buChar char="»"/>
        <a:defRPr sz="2800" b="1">
          <a:solidFill>
            <a:schemeClr val="tx1"/>
          </a:solidFill>
          <a:latin typeface="+mn-lt"/>
        </a:defRPr>
      </a:lvl8pPr>
      <a:lvl9pPr marL="3886200" indent="-228600" algn="l" rtl="0" fontAlgn="base">
        <a:spcBef>
          <a:spcPct val="20000"/>
        </a:spcBef>
        <a:spcAft>
          <a:spcPct val="0"/>
        </a:spcAft>
        <a:buClr>
          <a:srgbClr val="CCFFFF"/>
        </a:buClr>
        <a:buSzPct val="90000"/>
        <a:buChar char="»"/>
        <a:defRPr sz="28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C13D074-9A71-B19D-DE2B-E83640F83056}"/>
              </a:ext>
            </a:extLst>
          </p:cNvPr>
          <p:cNvSpPr txBox="1"/>
          <p:nvPr/>
        </p:nvSpPr>
        <p:spPr>
          <a:xfrm>
            <a:off x="2383457" y="1392918"/>
            <a:ext cx="4572000" cy="2123658"/>
          </a:xfrm>
          <a:prstGeom prst="rect">
            <a:avLst/>
          </a:prstGeom>
          <a:noFill/>
        </p:spPr>
        <p:txBody>
          <a:bodyPr wrap="square">
            <a:spAutoFit/>
          </a:bodyPr>
          <a:lstStyle/>
          <a:p>
            <a:pPr algn="ctr"/>
            <a:r>
              <a:rPr lang="en-GB" sz="6600" b="1" dirty="0"/>
              <a:t>Code: 26906366 </a:t>
            </a:r>
          </a:p>
        </p:txBody>
      </p:sp>
    </p:spTree>
    <p:extLst>
      <p:ext uri="{BB962C8B-B14F-4D97-AF65-F5344CB8AC3E}">
        <p14:creationId xmlns:p14="http://schemas.microsoft.com/office/powerpoint/2010/main" val="13500254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67544" y="1543050"/>
            <a:ext cx="6984776" cy="1244724"/>
          </a:xfrm>
        </p:spPr>
        <p:txBody>
          <a:bodyPr/>
          <a:lstStyle/>
          <a:p>
            <a:pPr algn="ctr"/>
            <a:r>
              <a:rPr lang="en-GB" dirty="0"/>
              <a:t>OOP – Week 4</a:t>
            </a:r>
            <a:br>
              <a:rPr lang="en-GB" dirty="0"/>
            </a:br>
            <a:r>
              <a:rPr lang="en-GB" dirty="0"/>
              <a:t>Looping</a:t>
            </a:r>
          </a:p>
        </p:txBody>
      </p:sp>
      <p:sp>
        <p:nvSpPr>
          <p:cNvPr id="6" name="Text Placeholder 5"/>
          <p:cNvSpPr>
            <a:spLocks noGrp="1"/>
          </p:cNvSpPr>
          <p:nvPr>
            <p:ph type="body" sz="quarter" idx="10"/>
          </p:nvPr>
        </p:nvSpPr>
        <p:spPr>
          <a:xfrm>
            <a:off x="1584052" y="2768750"/>
            <a:ext cx="4751759" cy="1244724"/>
          </a:xfrm>
        </p:spPr>
        <p:txBody>
          <a:bodyPr/>
          <a:lstStyle/>
          <a:p>
            <a:endParaRPr lang="en-GB" dirty="0"/>
          </a:p>
          <a:p>
            <a:pPr algn="ctr"/>
            <a:r>
              <a:rPr lang="en-GB" dirty="0"/>
              <a:t>Dr. Jizheng Wan</a:t>
            </a:r>
          </a:p>
          <a:p>
            <a:pPr algn="ctr"/>
            <a:r>
              <a:rPr lang="en-GB" dirty="0"/>
              <a:t>Oct 2023</a:t>
            </a:r>
          </a:p>
        </p:txBody>
      </p:sp>
    </p:spTree>
    <p:extLst>
      <p:ext uri="{BB962C8B-B14F-4D97-AF65-F5344CB8AC3E}">
        <p14:creationId xmlns:p14="http://schemas.microsoft.com/office/powerpoint/2010/main" val="38558870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4A37C-CADD-233F-1E1C-7403BB126D1A}"/>
              </a:ext>
            </a:extLst>
          </p:cNvPr>
          <p:cNvSpPr>
            <a:spLocks noGrp="1"/>
          </p:cNvSpPr>
          <p:nvPr>
            <p:ph type="title"/>
          </p:nvPr>
        </p:nvSpPr>
        <p:spPr/>
        <p:txBody>
          <a:bodyPr/>
          <a:lstStyle/>
          <a:p>
            <a:r>
              <a:rPr lang="en-GB" dirty="0"/>
              <a:t>Learning Objectives</a:t>
            </a:r>
          </a:p>
        </p:txBody>
      </p:sp>
      <p:sp>
        <p:nvSpPr>
          <p:cNvPr id="3" name="Content Placeholder 2">
            <a:extLst>
              <a:ext uri="{FF2B5EF4-FFF2-40B4-BE49-F238E27FC236}">
                <a16:creationId xmlns:a16="http://schemas.microsoft.com/office/drawing/2014/main" id="{E99E2B0F-B6A8-9482-B8B5-E0A922C317C6}"/>
              </a:ext>
            </a:extLst>
          </p:cNvPr>
          <p:cNvSpPr>
            <a:spLocks noGrp="1"/>
          </p:cNvSpPr>
          <p:nvPr>
            <p:ph idx="1"/>
          </p:nvPr>
        </p:nvSpPr>
        <p:spPr/>
        <p:txBody>
          <a:bodyPr/>
          <a:lstStyle/>
          <a:p>
            <a:r>
              <a:rPr lang="en-GB" dirty="0"/>
              <a:t>Understand how </a:t>
            </a:r>
            <a:r>
              <a:rPr lang="en-GB" dirty="0">
                <a:highlight>
                  <a:srgbClr val="C0C0C0"/>
                </a:highlight>
                <a:latin typeface="Courier New" panose="02070309020205020404" pitchFamily="49" charset="0"/>
                <a:cs typeface="Courier New" panose="02070309020205020404" pitchFamily="49" charset="0"/>
              </a:rPr>
              <a:t>for</a:t>
            </a:r>
            <a:r>
              <a:rPr lang="en-GB" dirty="0"/>
              <a:t> loop works.</a:t>
            </a:r>
          </a:p>
          <a:p>
            <a:r>
              <a:rPr lang="en-GB" dirty="0"/>
              <a:t>Understand the Nested loop.</a:t>
            </a:r>
          </a:p>
          <a:p>
            <a:r>
              <a:rPr lang="en-GB" dirty="0"/>
              <a:t>Understand Loop control statements.</a:t>
            </a:r>
          </a:p>
          <a:p>
            <a:pPr lvl="1"/>
            <a:r>
              <a:rPr lang="en-GB" sz="1600" dirty="0">
                <a:highlight>
                  <a:srgbClr val="C0C0C0"/>
                </a:highlight>
                <a:latin typeface="Courier New" panose="02070309020205020404" pitchFamily="49" charset="0"/>
                <a:cs typeface="Courier New" panose="02070309020205020404" pitchFamily="49" charset="0"/>
              </a:rPr>
              <a:t>break</a:t>
            </a:r>
            <a:r>
              <a:rPr lang="en-GB" dirty="0"/>
              <a:t>.</a:t>
            </a:r>
          </a:p>
          <a:p>
            <a:pPr lvl="1"/>
            <a:r>
              <a:rPr lang="en-GB" sz="1600" dirty="0">
                <a:highlight>
                  <a:srgbClr val="C0C0C0"/>
                </a:highlight>
                <a:latin typeface="Courier New" panose="02070309020205020404" pitchFamily="49" charset="0"/>
                <a:cs typeface="Courier New" panose="02070309020205020404" pitchFamily="49" charset="0"/>
              </a:rPr>
              <a:t>continue</a:t>
            </a:r>
            <a:r>
              <a:rPr lang="en-GB" dirty="0"/>
              <a:t>.</a:t>
            </a:r>
          </a:p>
          <a:p>
            <a:r>
              <a:rPr lang="en-GB" dirty="0"/>
              <a:t>How to improve the performance of a loop.</a:t>
            </a:r>
          </a:p>
        </p:txBody>
      </p:sp>
    </p:spTree>
    <p:extLst>
      <p:ext uri="{BB962C8B-B14F-4D97-AF65-F5344CB8AC3E}">
        <p14:creationId xmlns:p14="http://schemas.microsoft.com/office/powerpoint/2010/main" val="3292710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allout: Line with Accent Bar 12">
            <a:extLst>
              <a:ext uri="{FF2B5EF4-FFF2-40B4-BE49-F238E27FC236}">
                <a16:creationId xmlns:a16="http://schemas.microsoft.com/office/drawing/2014/main" id="{1FBE6806-C84A-55DD-E0A8-DEC5F511816F}"/>
              </a:ext>
            </a:extLst>
          </p:cNvPr>
          <p:cNvSpPr/>
          <p:nvPr/>
        </p:nvSpPr>
        <p:spPr bwMode="auto">
          <a:xfrm>
            <a:off x="2157419" y="3166033"/>
            <a:ext cx="371291" cy="180111"/>
          </a:xfrm>
          <a:prstGeom prst="accentCallout1">
            <a:avLst>
              <a:gd name="adj1" fmla="val 26443"/>
              <a:gd name="adj2" fmla="val -786"/>
              <a:gd name="adj3" fmla="val -25960"/>
              <a:gd name="adj4" fmla="val -209875"/>
            </a:avLst>
          </a:prstGeom>
          <a:solidFill>
            <a:srgbClr val="92D050"/>
          </a:solidFill>
          <a:ln w="9525" cap="flat" cmpd="sng" algn="ctr">
            <a:solidFill>
              <a:srgbClr val="92D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GB" sz="2800" b="1" i="0" u="none" strike="noStrike" cap="none" normalizeH="0" baseline="0">
              <a:ln>
                <a:noFill/>
              </a:ln>
              <a:solidFill>
                <a:schemeClr val="tx1"/>
              </a:solidFill>
              <a:effectLst/>
              <a:latin typeface="Arial" charset="0"/>
            </a:endParaRPr>
          </a:p>
        </p:txBody>
      </p:sp>
      <p:sp>
        <p:nvSpPr>
          <p:cNvPr id="11" name="Callout: Line with Accent Bar 10">
            <a:extLst>
              <a:ext uri="{FF2B5EF4-FFF2-40B4-BE49-F238E27FC236}">
                <a16:creationId xmlns:a16="http://schemas.microsoft.com/office/drawing/2014/main" id="{873F8CAD-AFD1-5AD3-4BEB-8F9EDDFF624B}"/>
              </a:ext>
            </a:extLst>
          </p:cNvPr>
          <p:cNvSpPr/>
          <p:nvPr/>
        </p:nvSpPr>
        <p:spPr bwMode="auto">
          <a:xfrm>
            <a:off x="2546308" y="2692367"/>
            <a:ext cx="377002" cy="180111"/>
          </a:xfrm>
          <a:prstGeom prst="accentCallout1">
            <a:avLst>
              <a:gd name="adj1" fmla="val 18750"/>
              <a:gd name="adj2" fmla="val -1230"/>
              <a:gd name="adj3" fmla="val 12501"/>
              <a:gd name="adj4" fmla="val -278896"/>
            </a:avLst>
          </a:prstGeom>
          <a:solidFill>
            <a:srgbClr val="00B0F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GB" sz="2800" b="1" i="0" u="none" strike="noStrike" cap="none" normalizeH="0" baseline="0">
              <a:ln>
                <a:noFill/>
              </a:ln>
              <a:solidFill>
                <a:schemeClr val="tx1"/>
              </a:solidFill>
              <a:effectLst/>
              <a:latin typeface="Arial" charset="0"/>
            </a:endParaRPr>
          </a:p>
        </p:txBody>
      </p:sp>
      <p:sp>
        <p:nvSpPr>
          <p:cNvPr id="9" name="Callout: Line with Accent Bar 8">
            <a:extLst>
              <a:ext uri="{FF2B5EF4-FFF2-40B4-BE49-F238E27FC236}">
                <a16:creationId xmlns:a16="http://schemas.microsoft.com/office/drawing/2014/main" id="{74FADF6B-3416-84CF-ED76-B18063542F59}"/>
              </a:ext>
            </a:extLst>
          </p:cNvPr>
          <p:cNvSpPr/>
          <p:nvPr/>
        </p:nvSpPr>
        <p:spPr bwMode="auto">
          <a:xfrm>
            <a:off x="1955965" y="2441147"/>
            <a:ext cx="657824" cy="180111"/>
          </a:xfrm>
          <a:prstGeom prst="accentCallout1">
            <a:avLst>
              <a:gd name="adj1" fmla="val 14904"/>
              <a:gd name="adj2" fmla="val -1942"/>
              <a:gd name="adj3" fmla="val -60575"/>
              <a:gd name="adj4" fmla="val -41417"/>
            </a:avLst>
          </a:prstGeom>
          <a:solidFill>
            <a:srgbClr val="FFC000"/>
          </a:solidFill>
          <a:ln w="9525" cap="flat" cmpd="sng" algn="ctr">
            <a:solidFill>
              <a:srgbClr val="C6680A"/>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GB" sz="2800" b="1" i="0" u="none" strike="noStrike" cap="none" normalizeH="0" baseline="0">
              <a:ln>
                <a:noFill/>
              </a:ln>
              <a:solidFill>
                <a:schemeClr val="tx1"/>
              </a:solidFill>
              <a:effectLst/>
              <a:latin typeface="Arial" charset="0"/>
            </a:endParaRPr>
          </a:p>
        </p:txBody>
      </p:sp>
      <p:sp>
        <p:nvSpPr>
          <p:cNvPr id="2" name="Title 1">
            <a:extLst>
              <a:ext uri="{FF2B5EF4-FFF2-40B4-BE49-F238E27FC236}">
                <a16:creationId xmlns:a16="http://schemas.microsoft.com/office/drawing/2014/main" id="{C67C1EA7-4F24-C51E-2B2C-437CE68ED52F}"/>
              </a:ext>
            </a:extLst>
          </p:cNvPr>
          <p:cNvSpPr>
            <a:spLocks noGrp="1"/>
          </p:cNvSpPr>
          <p:nvPr>
            <p:ph type="title"/>
          </p:nvPr>
        </p:nvSpPr>
        <p:spPr/>
        <p:txBody>
          <a:bodyPr/>
          <a:lstStyle/>
          <a:p>
            <a:r>
              <a:rPr lang="en-GB" dirty="0"/>
              <a:t>for Loop</a:t>
            </a:r>
          </a:p>
        </p:txBody>
      </p:sp>
      <p:sp>
        <p:nvSpPr>
          <p:cNvPr id="3" name="Content Placeholder 2">
            <a:extLst>
              <a:ext uri="{FF2B5EF4-FFF2-40B4-BE49-F238E27FC236}">
                <a16:creationId xmlns:a16="http://schemas.microsoft.com/office/drawing/2014/main" id="{318121FD-F88B-E7B5-F541-F813C31A4931}"/>
              </a:ext>
            </a:extLst>
          </p:cNvPr>
          <p:cNvSpPr>
            <a:spLocks noGrp="1"/>
          </p:cNvSpPr>
          <p:nvPr>
            <p:ph idx="1"/>
          </p:nvPr>
        </p:nvSpPr>
        <p:spPr>
          <a:xfrm>
            <a:off x="395536" y="1347614"/>
            <a:ext cx="7772400" cy="404986"/>
          </a:xfrm>
        </p:spPr>
        <p:txBody>
          <a:bodyPr/>
          <a:lstStyle/>
          <a:p>
            <a:pPr marL="0" indent="0">
              <a:buNone/>
            </a:pPr>
            <a:r>
              <a:rPr lang="en-GB" b="1" dirty="0">
                <a:solidFill>
                  <a:srgbClr val="0070C0"/>
                </a:solidFill>
              </a:rPr>
              <a:t>Difference between while loop and for loop</a:t>
            </a:r>
          </a:p>
          <a:p>
            <a:pPr marL="0" indent="0">
              <a:buNone/>
            </a:pPr>
            <a:endParaRPr lang="en-GB" b="1" dirty="0">
              <a:solidFill>
                <a:srgbClr val="0070C0"/>
              </a:solidFill>
            </a:endParaRPr>
          </a:p>
        </p:txBody>
      </p:sp>
      <p:sp>
        <p:nvSpPr>
          <p:cNvPr id="7" name="Rectangle 2">
            <a:extLst>
              <a:ext uri="{FF2B5EF4-FFF2-40B4-BE49-F238E27FC236}">
                <a16:creationId xmlns:a16="http://schemas.microsoft.com/office/drawing/2014/main" id="{9F793605-6234-9758-586C-75F104A1B6C2}"/>
              </a:ext>
            </a:extLst>
          </p:cNvPr>
          <p:cNvSpPr>
            <a:spLocks noChangeArrowheads="1"/>
          </p:cNvSpPr>
          <p:nvPr/>
        </p:nvSpPr>
        <p:spPr bwMode="auto">
          <a:xfrm>
            <a:off x="1864906" y="2357110"/>
            <a:ext cx="1753884" cy="1323439"/>
          </a:xfrm>
          <a:prstGeom prst="rect">
            <a:avLst/>
          </a:prstGeom>
          <a:noFill/>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33B3"/>
                </a:solidFill>
                <a:effectLst/>
                <a:latin typeface="Arial Unicode MS"/>
                <a:ea typeface="JetBrains Mono"/>
              </a:rPr>
              <a:t>int </a:t>
            </a:r>
            <a:r>
              <a:rPr kumimoji="0" lang="en-US" altLang="en-US" sz="1600" b="0" i="0" u="none" strike="noStrike" cap="none" normalizeH="0" baseline="0" dirty="0">
                <a:ln>
                  <a:noFill/>
                </a:ln>
                <a:solidFill>
                  <a:srgbClr val="000000"/>
                </a:solidFill>
                <a:effectLst/>
                <a:latin typeface="Arial Unicode MS"/>
                <a:ea typeface="JetBrains Mono"/>
              </a:rPr>
              <a:t>i </a:t>
            </a:r>
            <a:r>
              <a:rPr kumimoji="0" lang="en-US" altLang="en-US" sz="1600" b="0" i="0" u="none" strike="noStrike" cap="none" normalizeH="0" baseline="0" dirty="0">
                <a:ln>
                  <a:noFill/>
                </a:ln>
                <a:solidFill>
                  <a:srgbClr val="080808"/>
                </a:solidFill>
                <a:effectLst/>
                <a:latin typeface="Arial Unicode MS"/>
                <a:ea typeface="JetBrains Mono"/>
              </a:rPr>
              <a:t>= </a:t>
            </a:r>
            <a:r>
              <a:rPr kumimoji="0" lang="en-US" altLang="en-US" sz="1600" b="0" i="0" u="none" strike="noStrike" cap="none" normalizeH="0" baseline="0" dirty="0">
                <a:ln>
                  <a:noFill/>
                </a:ln>
                <a:solidFill>
                  <a:srgbClr val="1750EB"/>
                </a:solidFill>
                <a:effectLst/>
                <a:latin typeface="Arial Unicode MS"/>
                <a:ea typeface="JetBrains Mono"/>
              </a:rPr>
              <a:t>0</a:t>
            </a:r>
            <a:r>
              <a:rPr kumimoji="0" lang="en-US" altLang="en-US" sz="1600" b="0" i="0" u="none" strike="noStrike" cap="none" normalizeH="0" baseline="0" dirty="0">
                <a:ln>
                  <a:noFill/>
                </a:ln>
                <a:solidFill>
                  <a:srgbClr val="080808"/>
                </a:solidFill>
                <a:effectLst/>
                <a:latin typeface="Arial Unicode MS"/>
                <a:ea typeface="JetBrains Mono"/>
              </a:rPr>
              <a:t>;</a:t>
            </a:r>
            <a:br>
              <a:rPr kumimoji="0" lang="en-US" altLang="en-US" sz="1600" b="0" i="0" u="none" strike="noStrike" cap="none" normalizeH="0" baseline="0" dirty="0">
                <a:ln>
                  <a:noFill/>
                </a:ln>
                <a:solidFill>
                  <a:srgbClr val="080808"/>
                </a:solidFill>
                <a:effectLst/>
                <a:latin typeface="Arial Unicode MS"/>
                <a:ea typeface="JetBrains Mono"/>
              </a:rPr>
            </a:br>
            <a:r>
              <a:rPr kumimoji="0" lang="en-US" altLang="en-US" sz="1600" b="0" i="0" u="none" strike="noStrike" cap="none" normalizeH="0" baseline="0" dirty="0">
                <a:ln>
                  <a:noFill/>
                </a:ln>
                <a:solidFill>
                  <a:srgbClr val="0033B3"/>
                </a:solidFill>
                <a:effectLst/>
                <a:latin typeface="Arial Unicode MS"/>
                <a:ea typeface="JetBrains Mono"/>
              </a:rPr>
              <a:t>while </a:t>
            </a:r>
            <a:r>
              <a:rPr kumimoji="0" lang="en-US" altLang="en-US" sz="1600" b="0" i="0" u="none" strike="noStrike" cap="none" normalizeH="0" baseline="0" dirty="0">
                <a:ln>
                  <a:noFill/>
                </a:ln>
                <a:solidFill>
                  <a:srgbClr val="B4960A"/>
                </a:solidFill>
                <a:effectLst/>
                <a:latin typeface="Arial Unicode MS"/>
                <a:ea typeface="JetBrains Mono"/>
              </a:rPr>
              <a:t>(</a:t>
            </a:r>
            <a:r>
              <a:rPr kumimoji="0" lang="en-US" altLang="en-US" sz="1600" b="0" i="0" u="none" strike="noStrike" cap="none" normalizeH="0" baseline="0" dirty="0">
                <a:ln>
                  <a:noFill/>
                </a:ln>
                <a:solidFill>
                  <a:srgbClr val="000000"/>
                </a:solidFill>
                <a:effectLst/>
                <a:latin typeface="Arial Unicode MS"/>
                <a:ea typeface="JetBrains Mono"/>
              </a:rPr>
              <a:t>i </a:t>
            </a:r>
            <a:r>
              <a:rPr kumimoji="0" lang="en-US" altLang="en-US" sz="1600" b="0" i="0" u="none" strike="noStrike" cap="none" normalizeH="0" baseline="0" dirty="0">
                <a:ln>
                  <a:noFill/>
                </a:ln>
                <a:solidFill>
                  <a:srgbClr val="B4960A"/>
                </a:solidFill>
                <a:effectLst/>
                <a:latin typeface="Arial Unicode MS"/>
                <a:ea typeface="JetBrains Mono"/>
              </a:rPr>
              <a:t>&lt; </a:t>
            </a:r>
            <a:r>
              <a:rPr kumimoji="0" lang="en-US" altLang="en-US" sz="1600" b="0" i="0" u="none" strike="noStrike" cap="none" normalizeH="0" baseline="0" dirty="0">
                <a:ln>
                  <a:noFill/>
                </a:ln>
                <a:solidFill>
                  <a:srgbClr val="1750EB"/>
                </a:solidFill>
                <a:effectLst/>
                <a:latin typeface="Arial Unicode MS"/>
                <a:ea typeface="JetBrains Mono"/>
              </a:rPr>
              <a:t>3</a:t>
            </a:r>
            <a:r>
              <a:rPr kumimoji="0" lang="en-US" altLang="en-US" sz="1600" b="0" i="0" u="none" strike="noStrike" cap="none" normalizeH="0" baseline="0" dirty="0">
                <a:ln>
                  <a:noFill/>
                </a:ln>
                <a:solidFill>
                  <a:srgbClr val="B4960A"/>
                </a:solidFill>
                <a:effectLst/>
                <a:latin typeface="Arial Unicode MS"/>
                <a:ea typeface="JetBrains Mono"/>
              </a:rPr>
              <a:t>) </a:t>
            </a:r>
            <a:r>
              <a:rPr kumimoji="0" lang="en-US" altLang="en-US" sz="1600" b="0" i="0" u="none" strike="noStrike" cap="none" normalizeH="0" baseline="0" dirty="0">
                <a:ln>
                  <a:noFill/>
                </a:ln>
                <a:solidFill>
                  <a:srgbClr val="BC0BA2"/>
                </a:solidFill>
                <a:effectLst/>
                <a:latin typeface="Arial Unicode MS"/>
                <a:ea typeface="JetBrains Mono"/>
              </a:rPr>
              <a:t>{</a:t>
            </a:r>
            <a:br>
              <a:rPr kumimoji="0" lang="en-US" altLang="en-US" sz="1600" b="0" i="0" u="none" strike="noStrike" cap="none" normalizeH="0" baseline="0" dirty="0">
                <a:ln>
                  <a:noFill/>
                </a:ln>
                <a:solidFill>
                  <a:srgbClr val="BC0BA2"/>
                </a:solidFill>
                <a:effectLst/>
                <a:latin typeface="Arial Unicode MS"/>
                <a:ea typeface="JetBrains Mono"/>
              </a:rPr>
            </a:br>
            <a:r>
              <a:rPr lang="en-US" altLang="en-US" sz="1600" b="0" dirty="0">
                <a:solidFill>
                  <a:srgbClr val="BC0BA2"/>
                </a:solidFill>
                <a:latin typeface="Arial Unicode MS"/>
                <a:ea typeface="JetBrains Mono"/>
              </a:rPr>
              <a:t>    // loop body</a:t>
            </a:r>
            <a:r>
              <a:rPr kumimoji="0" lang="en-US" altLang="en-US" sz="1600" b="0" i="0" u="none" strike="noStrike" cap="none" normalizeH="0" baseline="0" dirty="0">
                <a:ln>
                  <a:noFill/>
                </a:ln>
                <a:solidFill>
                  <a:srgbClr val="BC0BA2"/>
                </a:solidFill>
                <a:effectLst/>
                <a:latin typeface="Arial Unicode MS"/>
                <a:ea typeface="JetBrains Mono"/>
              </a:rPr>
              <a:t>    </a:t>
            </a:r>
            <a:endParaRPr lang="en-US" altLang="en-US" sz="1600" b="0" dirty="0">
              <a:solidFill>
                <a:srgbClr val="000000"/>
              </a:solidFill>
              <a:latin typeface="Arial Unicode MS"/>
              <a:ea typeface="JetBrains Mon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3F9101"/>
                </a:solidFill>
                <a:effectLst/>
                <a:latin typeface="Arial Unicode MS"/>
                <a:ea typeface="JetBrains Mono"/>
              </a:rPr>
              <a:t>    </a:t>
            </a:r>
            <a:r>
              <a:rPr kumimoji="0" lang="en-US" altLang="en-US" sz="1600" b="0" i="0" u="none" strike="noStrike" cap="none" normalizeH="0" baseline="0" dirty="0">
                <a:ln>
                  <a:noFill/>
                </a:ln>
                <a:solidFill>
                  <a:srgbClr val="000000"/>
                </a:solidFill>
                <a:effectLst/>
                <a:latin typeface="Arial Unicode MS"/>
                <a:ea typeface="JetBrains Mono"/>
              </a:rPr>
              <a:t>i++;</a:t>
            </a:r>
            <a:br>
              <a:rPr kumimoji="0" lang="en-US" altLang="en-US" sz="1600" b="0" i="0" u="none" strike="noStrike" cap="none" normalizeH="0" baseline="0" dirty="0">
                <a:ln>
                  <a:noFill/>
                </a:ln>
                <a:solidFill>
                  <a:srgbClr val="080808"/>
                </a:solidFill>
                <a:effectLst/>
                <a:latin typeface="Arial Unicode MS"/>
                <a:ea typeface="JetBrains Mono"/>
              </a:rPr>
            </a:br>
            <a:r>
              <a:rPr kumimoji="0" lang="en-US" altLang="en-US" sz="1600" b="0" i="0" u="none" strike="noStrike" cap="none" normalizeH="0" baseline="0" dirty="0">
                <a:ln>
                  <a:noFill/>
                </a:ln>
                <a:solidFill>
                  <a:srgbClr val="BC0BA2"/>
                </a:solidFill>
                <a:effectLst/>
                <a:latin typeface="Arial Unicode MS"/>
                <a:ea typeface="JetBrains Mono"/>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ED7867EA-F144-9F01-8489-40573C9E16C9}"/>
              </a:ext>
            </a:extLst>
          </p:cNvPr>
          <p:cNvSpPr txBox="1"/>
          <p:nvPr/>
        </p:nvSpPr>
        <p:spPr>
          <a:xfrm>
            <a:off x="2078044" y="3680549"/>
            <a:ext cx="1327608" cy="400110"/>
          </a:xfrm>
          <a:prstGeom prst="rect">
            <a:avLst/>
          </a:prstGeom>
          <a:noFill/>
        </p:spPr>
        <p:txBody>
          <a:bodyPr wrap="none" rtlCol="0">
            <a:spAutoFit/>
          </a:bodyPr>
          <a:lstStyle/>
          <a:p>
            <a:r>
              <a:rPr lang="en-GB" sz="2000" b="0" dirty="0"/>
              <a:t>while loop</a:t>
            </a:r>
          </a:p>
        </p:txBody>
      </p:sp>
      <p:sp>
        <p:nvSpPr>
          <p:cNvPr id="10" name="TextBox 9">
            <a:extLst>
              <a:ext uri="{FF2B5EF4-FFF2-40B4-BE49-F238E27FC236}">
                <a16:creationId xmlns:a16="http://schemas.microsoft.com/office/drawing/2014/main" id="{B40486A5-41CA-277C-D529-E257ED762C5B}"/>
              </a:ext>
            </a:extLst>
          </p:cNvPr>
          <p:cNvSpPr txBox="1"/>
          <p:nvPr/>
        </p:nvSpPr>
        <p:spPr>
          <a:xfrm>
            <a:off x="702514" y="2169325"/>
            <a:ext cx="1077539" cy="276999"/>
          </a:xfrm>
          <a:prstGeom prst="rect">
            <a:avLst/>
          </a:prstGeom>
          <a:noFill/>
        </p:spPr>
        <p:txBody>
          <a:bodyPr wrap="none" rtlCol="0">
            <a:spAutoFit/>
          </a:bodyPr>
          <a:lstStyle/>
          <a:p>
            <a:r>
              <a:rPr lang="en-GB" sz="1200" dirty="0">
                <a:solidFill>
                  <a:srgbClr val="FFC000"/>
                </a:solidFill>
              </a:rPr>
              <a:t>Initialization</a:t>
            </a:r>
          </a:p>
        </p:txBody>
      </p:sp>
      <p:sp>
        <p:nvSpPr>
          <p:cNvPr id="12" name="TextBox 11">
            <a:extLst>
              <a:ext uri="{FF2B5EF4-FFF2-40B4-BE49-F238E27FC236}">
                <a16:creationId xmlns:a16="http://schemas.microsoft.com/office/drawing/2014/main" id="{55F969E2-5B6C-4958-8DEA-1F83815A05FE}"/>
              </a:ext>
            </a:extLst>
          </p:cNvPr>
          <p:cNvSpPr txBox="1"/>
          <p:nvPr/>
        </p:nvSpPr>
        <p:spPr>
          <a:xfrm>
            <a:off x="647170" y="2603648"/>
            <a:ext cx="906017" cy="276999"/>
          </a:xfrm>
          <a:prstGeom prst="rect">
            <a:avLst/>
          </a:prstGeom>
          <a:noFill/>
        </p:spPr>
        <p:txBody>
          <a:bodyPr wrap="none" rtlCol="0">
            <a:spAutoFit/>
          </a:bodyPr>
          <a:lstStyle/>
          <a:p>
            <a:r>
              <a:rPr lang="en-GB" sz="1200" dirty="0">
                <a:solidFill>
                  <a:srgbClr val="00B0F0"/>
                </a:solidFill>
              </a:rPr>
              <a:t>Condition</a:t>
            </a:r>
          </a:p>
        </p:txBody>
      </p:sp>
      <p:sp>
        <p:nvSpPr>
          <p:cNvPr id="14" name="TextBox 13">
            <a:extLst>
              <a:ext uri="{FF2B5EF4-FFF2-40B4-BE49-F238E27FC236}">
                <a16:creationId xmlns:a16="http://schemas.microsoft.com/office/drawing/2014/main" id="{E4F90BC8-586F-37B2-78DA-D118EDF7AD29}"/>
              </a:ext>
            </a:extLst>
          </p:cNvPr>
          <p:cNvSpPr txBox="1"/>
          <p:nvPr/>
        </p:nvSpPr>
        <p:spPr>
          <a:xfrm>
            <a:off x="508624" y="2985561"/>
            <a:ext cx="902811" cy="276999"/>
          </a:xfrm>
          <a:prstGeom prst="rect">
            <a:avLst/>
          </a:prstGeom>
          <a:noFill/>
        </p:spPr>
        <p:txBody>
          <a:bodyPr wrap="none" rtlCol="0">
            <a:spAutoFit/>
          </a:bodyPr>
          <a:lstStyle/>
          <a:p>
            <a:r>
              <a:rPr lang="en-GB" sz="1200" dirty="0">
                <a:solidFill>
                  <a:srgbClr val="92D050"/>
                </a:solidFill>
              </a:rPr>
              <a:t>Alteration</a:t>
            </a:r>
          </a:p>
        </p:txBody>
      </p:sp>
      <p:sp>
        <p:nvSpPr>
          <p:cNvPr id="15" name="Callout: Line with Accent Bar 14">
            <a:extLst>
              <a:ext uri="{FF2B5EF4-FFF2-40B4-BE49-F238E27FC236}">
                <a16:creationId xmlns:a16="http://schemas.microsoft.com/office/drawing/2014/main" id="{B131292E-38F9-9647-0932-4CB6735EA7F0}"/>
              </a:ext>
            </a:extLst>
          </p:cNvPr>
          <p:cNvSpPr/>
          <p:nvPr/>
        </p:nvSpPr>
        <p:spPr bwMode="auto">
          <a:xfrm>
            <a:off x="7075241" y="2888089"/>
            <a:ext cx="257758" cy="180111"/>
          </a:xfrm>
          <a:prstGeom prst="accentCallout1">
            <a:avLst>
              <a:gd name="adj1" fmla="val 26443"/>
              <a:gd name="adj2" fmla="val -786"/>
              <a:gd name="adj3" fmla="val -249034"/>
              <a:gd name="adj4" fmla="val -33887"/>
            </a:avLst>
          </a:prstGeom>
          <a:solidFill>
            <a:srgbClr val="92D050"/>
          </a:solidFill>
          <a:ln w="9525" cap="flat" cmpd="sng" algn="ctr">
            <a:solidFill>
              <a:srgbClr val="92D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GB" sz="2800" b="1" i="0" u="none" strike="noStrike" cap="none" normalizeH="0" baseline="0">
              <a:ln>
                <a:noFill/>
              </a:ln>
              <a:solidFill>
                <a:schemeClr val="tx1"/>
              </a:solidFill>
              <a:effectLst/>
              <a:latin typeface="Arial" charset="0"/>
            </a:endParaRPr>
          </a:p>
        </p:txBody>
      </p:sp>
      <p:sp>
        <p:nvSpPr>
          <p:cNvPr id="16" name="Callout: Line with Accent Bar 15">
            <a:extLst>
              <a:ext uri="{FF2B5EF4-FFF2-40B4-BE49-F238E27FC236}">
                <a16:creationId xmlns:a16="http://schemas.microsoft.com/office/drawing/2014/main" id="{CAB310C2-477F-1D45-566B-042676C3911E}"/>
              </a:ext>
            </a:extLst>
          </p:cNvPr>
          <p:cNvSpPr/>
          <p:nvPr/>
        </p:nvSpPr>
        <p:spPr bwMode="auto">
          <a:xfrm>
            <a:off x="6570111" y="2888089"/>
            <a:ext cx="405653" cy="180111"/>
          </a:xfrm>
          <a:prstGeom prst="accentCallout1">
            <a:avLst>
              <a:gd name="adj1" fmla="val 18750"/>
              <a:gd name="adj2" fmla="val -1230"/>
              <a:gd name="adj3" fmla="val -241343"/>
              <a:gd name="adj4" fmla="val -80291"/>
            </a:avLst>
          </a:prstGeom>
          <a:solidFill>
            <a:srgbClr val="00B0F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GB" sz="2800" b="1" i="0" u="none" strike="noStrike" cap="none" normalizeH="0" baseline="0">
              <a:ln>
                <a:noFill/>
              </a:ln>
              <a:solidFill>
                <a:schemeClr val="tx1"/>
              </a:solidFill>
              <a:effectLst/>
              <a:latin typeface="Arial" charset="0"/>
            </a:endParaRPr>
          </a:p>
        </p:txBody>
      </p:sp>
      <p:sp>
        <p:nvSpPr>
          <p:cNvPr id="17" name="Callout: Line with Accent Bar 16">
            <a:extLst>
              <a:ext uri="{FF2B5EF4-FFF2-40B4-BE49-F238E27FC236}">
                <a16:creationId xmlns:a16="http://schemas.microsoft.com/office/drawing/2014/main" id="{D89A0A8F-4C0C-00A4-6316-D3C76D8EFD8A}"/>
              </a:ext>
            </a:extLst>
          </p:cNvPr>
          <p:cNvSpPr/>
          <p:nvPr/>
        </p:nvSpPr>
        <p:spPr bwMode="auto">
          <a:xfrm>
            <a:off x="5794074" y="2890278"/>
            <a:ext cx="676560" cy="180111"/>
          </a:xfrm>
          <a:prstGeom prst="accentCallout1">
            <a:avLst>
              <a:gd name="adj1" fmla="val 14904"/>
              <a:gd name="adj2" fmla="val -1942"/>
              <a:gd name="adj3" fmla="val -233650"/>
              <a:gd name="adj4" fmla="val -60873"/>
            </a:avLst>
          </a:prstGeom>
          <a:solidFill>
            <a:srgbClr val="FFC000"/>
          </a:solidFill>
          <a:ln w="9525" cap="flat" cmpd="sng" algn="ctr">
            <a:solidFill>
              <a:srgbClr val="C6680A"/>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GB" sz="2800" b="1" i="0" u="none" strike="noStrike" cap="none" normalizeH="0" baseline="0">
              <a:ln>
                <a:noFill/>
              </a:ln>
              <a:solidFill>
                <a:schemeClr val="tx1"/>
              </a:solidFill>
              <a:effectLst/>
              <a:latin typeface="Arial" charset="0"/>
            </a:endParaRPr>
          </a:p>
        </p:txBody>
      </p:sp>
      <p:sp>
        <p:nvSpPr>
          <p:cNvPr id="18" name="Rectangle 2">
            <a:extLst>
              <a:ext uri="{FF2B5EF4-FFF2-40B4-BE49-F238E27FC236}">
                <a16:creationId xmlns:a16="http://schemas.microsoft.com/office/drawing/2014/main" id="{CC64CFBF-43CE-705B-1701-061D0210F5CF}"/>
              </a:ext>
            </a:extLst>
          </p:cNvPr>
          <p:cNvSpPr>
            <a:spLocks noChangeArrowheads="1"/>
          </p:cNvSpPr>
          <p:nvPr/>
        </p:nvSpPr>
        <p:spPr bwMode="auto">
          <a:xfrm>
            <a:off x="5341230" y="2806605"/>
            <a:ext cx="2389605" cy="830997"/>
          </a:xfrm>
          <a:prstGeom prst="rect">
            <a:avLst/>
          </a:prstGeom>
          <a:noFill/>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0"/>
            <a:r>
              <a:rPr kumimoji="0" lang="en-US" altLang="en-US" sz="1600" b="0" i="0" u="none" strike="noStrike" cap="none" normalizeH="0" baseline="0" dirty="0">
                <a:ln>
                  <a:noFill/>
                </a:ln>
                <a:solidFill>
                  <a:srgbClr val="0033B3"/>
                </a:solidFill>
                <a:effectLst/>
                <a:latin typeface="Arial Unicode MS"/>
                <a:ea typeface="JetBrains Mono"/>
              </a:rPr>
              <a:t>for </a:t>
            </a:r>
            <a:r>
              <a:rPr kumimoji="0" lang="en-US" altLang="en-US" sz="1600" b="0" i="0" u="none" strike="noStrike" cap="none" normalizeH="0" baseline="0" dirty="0">
                <a:ln>
                  <a:noFill/>
                </a:ln>
                <a:solidFill>
                  <a:srgbClr val="B4960A"/>
                </a:solidFill>
                <a:effectLst/>
                <a:latin typeface="Arial Unicode MS"/>
                <a:ea typeface="JetBrains Mono"/>
              </a:rPr>
              <a:t>(</a:t>
            </a:r>
            <a:r>
              <a:rPr lang="en-US" altLang="en-US" sz="1600" b="0" dirty="0">
                <a:solidFill>
                  <a:srgbClr val="0033B3"/>
                </a:solidFill>
                <a:latin typeface="Arial Unicode MS"/>
                <a:ea typeface="JetBrains Mono"/>
              </a:rPr>
              <a:t>int </a:t>
            </a:r>
            <a:r>
              <a:rPr lang="en-US" altLang="en-US" sz="1600" b="0" dirty="0">
                <a:solidFill>
                  <a:srgbClr val="000000"/>
                </a:solidFill>
                <a:latin typeface="Arial Unicode MS"/>
                <a:ea typeface="JetBrains Mono"/>
              </a:rPr>
              <a:t>i </a:t>
            </a:r>
            <a:r>
              <a:rPr lang="en-US" altLang="en-US" sz="1600" b="0" dirty="0">
                <a:solidFill>
                  <a:srgbClr val="080808"/>
                </a:solidFill>
                <a:latin typeface="Arial Unicode MS"/>
                <a:ea typeface="JetBrains Mono"/>
              </a:rPr>
              <a:t>= </a:t>
            </a:r>
            <a:r>
              <a:rPr lang="en-US" altLang="en-US" sz="1600" b="0" dirty="0">
                <a:solidFill>
                  <a:srgbClr val="1750EB"/>
                </a:solidFill>
                <a:latin typeface="Arial Unicode MS"/>
                <a:ea typeface="JetBrains Mono"/>
              </a:rPr>
              <a:t>0</a:t>
            </a:r>
            <a:r>
              <a:rPr lang="en-US" altLang="en-US" sz="1600" b="0" dirty="0">
                <a:solidFill>
                  <a:srgbClr val="080808"/>
                </a:solidFill>
                <a:latin typeface="Arial Unicode MS"/>
                <a:ea typeface="JetBrains Mono"/>
              </a:rPr>
              <a:t>; </a:t>
            </a:r>
            <a:r>
              <a:rPr lang="en-US" altLang="en-US" sz="1600" b="0" dirty="0">
                <a:solidFill>
                  <a:srgbClr val="000000"/>
                </a:solidFill>
                <a:latin typeface="Arial Unicode MS"/>
                <a:ea typeface="JetBrains Mono"/>
              </a:rPr>
              <a:t>i</a:t>
            </a:r>
            <a:r>
              <a:rPr kumimoji="0" lang="en-US" altLang="en-US" sz="1600" b="0" i="0" u="none" strike="noStrike" cap="none" normalizeH="0" baseline="0" dirty="0">
                <a:ln>
                  <a:noFill/>
                </a:ln>
                <a:solidFill>
                  <a:srgbClr val="000000"/>
                </a:solidFill>
                <a:effectLst/>
                <a:latin typeface="Arial Unicode MS"/>
                <a:ea typeface="JetBrains Mono"/>
              </a:rPr>
              <a:t> </a:t>
            </a:r>
            <a:r>
              <a:rPr kumimoji="0" lang="en-US" altLang="en-US" sz="1600" b="0" i="0" u="none" strike="noStrike" cap="none" normalizeH="0" baseline="0" dirty="0">
                <a:ln>
                  <a:noFill/>
                </a:ln>
                <a:solidFill>
                  <a:srgbClr val="B4960A"/>
                </a:solidFill>
                <a:effectLst/>
                <a:latin typeface="Arial Unicode MS"/>
                <a:ea typeface="JetBrains Mono"/>
              </a:rPr>
              <a:t>&lt; </a:t>
            </a:r>
            <a:r>
              <a:rPr kumimoji="0" lang="en-US" altLang="en-US" sz="1600" b="0" i="0" u="none" strike="noStrike" cap="none" normalizeH="0" baseline="0" dirty="0">
                <a:ln>
                  <a:noFill/>
                </a:ln>
                <a:solidFill>
                  <a:srgbClr val="1750EB"/>
                </a:solidFill>
                <a:effectLst/>
                <a:latin typeface="Arial Unicode MS"/>
                <a:ea typeface="JetBrains Mono"/>
              </a:rPr>
              <a:t>3</a:t>
            </a:r>
            <a:r>
              <a:rPr kumimoji="0" lang="en-US" altLang="en-US" sz="1600" b="0" i="0" u="none" strike="noStrike" cap="none" normalizeH="0" baseline="0" dirty="0">
                <a:ln>
                  <a:noFill/>
                </a:ln>
                <a:solidFill>
                  <a:schemeClr val="tx1"/>
                </a:solidFill>
                <a:effectLst/>
                <a:latin typeface="Arial Unicode MS"/>
                <a:ea typeface="JetBrains Mono"/>
              </a:rPr>
              <a:t>; i++</a:t>
            </a:r>
            <a:r>
              <a:rPr kumimoji="0" lang="en-US" altLang="en-US" sz="1600" b="0" i="0" u="none" strike="noStrike" cap="none" normalizeH="0" baseline="0" dirty="0">
                <a:ln>
                  <a:noFill/>
                </a:ln>
                <a:solidFill>
                  <a:srgbClr val="B4960A"/>
                </a:solidFill>
                <a:effectLst/>
                <a:latin typeface="Arial Unicode MS"/>
                <a:ea typeface="JetBrains Mono"/>
              </a:rPr>
              <a:t>) </a:t>
            </a:r>
            <a:r>
              <a:rPr kumimoji="0" lang="en-US" altLang="en-US" sz="1600" b="0" i="0" u="none" strike="noStrike" cap="none" normalizeH="0" baseline="0" dirty="0">
                <a:ln>
                  <a:noFill/>
                </a:ln>
                <a:solidFill>
                  <a:srgbClr val="BC0BA2"/>
                </a:solidFill>
                <a:effectLst/>
                <a:latin typeface="Arial Unicode MS"/>
                <a:ea typeface="JetBrains Mono"/>
              </a:rPr>
              <a:t>{</a:t>
            </a:r>
            <a:br>
              <a:rPr kumimoji="0" lang="en-US" altLang="en-US" sz="1600" b="0" i="0" u="none" strike="noStrike" cap="none" normalizeH="0" baseline="0" dirty="0">
                <a:ln>
                  <a:noFill/>
                </a:ln>
                <a:solidFill>
                  <a:srgbClr val="BC0BA2"/>
                </a:solidFill>
                <a:effectLst/>
                <a:latin typeface="Arial Unicode MS"/>
                <a:ea typeface="JetBrains Mono"/>
              </a:rPr>
            </a:br>
            <a:r>
              <a:rPr lang="en-US" altLang="en-US" sz="1600" b="0" dirty="0">
                <a:solidFill>
                  <a:srgbClr val="BC0BA2"/>
                </a:solidFill>
                <a:latin typeface="Arial Unicode MS"/>
                <a:ea typeface="JetBrains Mono"/>
              </a:rPr>
              <a:t>    // loop body</a:t>
            </a:r>
            <a:r>
              <a:rPr kumimoji="0" lang="en-US" altLang="en-US" sz="1600" b="0" i="0" u="none" strike="noStrike" cap="none" normalizeH="0" baseline="0" dirty="0">
                <a:ln>
                  <a:noFill/>
                </a:ln>
                <a:solidFill>
                  <a:srgbClr val="BC0BA2"/>
                </a:solidFill>
                <a:effectLst/>
                <a:latin typeface="Arial Unicode MS"/>
                <a:ea typeface="JetBrains Mono"/>
              </a:rPr>
              <a:t>    </a:t>
            </a:r>
            <a:endParaRPr lang="en-US" altLang="en-US" sz="1600" b="0" dirty="0">
              <a:solidFill>
                <a:srgbClr val="000000"/>
              </a:solidFill>
              <a:latin typeface="Arial Unicode MS"/>
              <a:ea typeface="JetBrains Mon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BC0BA2"/>
                </a:solidFill>
                <a:effectLst/>
                <a:latin typeface="Arial Unicode MS"/>
                <a:ea typeface="JetBrains Mono"/>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19" name="TextBox 18">
            <a:extLst>
              <a:ext uri="{FF2B5EF4-FFF2-40B4-BE49-F238E27FC236}">
                <a16:creationId xmlns:a16="http://schemas.microsoft.com/office/drawing/2014/main" id="{06FE1FA1-4A74-F87B-C83D-91A9A8ADA553}"/>
              </a:ext>
            </a:extLst>
          </p:cNvPr>
          <p:cNvSpPr txBox="1"/>
          <p:nvPr/>
        </p:nvSpPr>
        <p:spPr>
          <a:xfrm>
            <a:off x="6136174" y="3680549"/>
            <a:ext cx="1039067" cy="400110"/>
          </a:xfrm>
          <a:prstGeom prst="rect">
            <a:avLst/>
          </a:prstGeom>
          <a:noFill/>
        </p:spPr>
        <p:txBody>
          <a:bodyPr wrap="none" rtlCol="0">
            <a:spAutoFit/>
          </a:bodyPr>
          <a:lstStyle/>
          <a:p>
            <a:r>
              <a:rPr lang="en-GB" sz="2000" b="0" dirty="0"/>
              <a:t>for loop</a:t>
            </a:r>
          </a:p>
        </p:txBody>
      </p:sp>
      <p:sp>
        <p:nvSpPr>
          <p:cNvPr id="20" name="TextBox 19">
            <a:extLst>
              <a:ext uri="{FF2B5EF4-FFF2-40B4-BE49-F238E27FC236}">
                <a16:creationId xmlns:a16="http://schemas.microsoft.com/office/drawing/2014/main" id="{0382D72D-0B82-E466-24D3-17713B78DF04}"/>
              </a:ext>
            </a:extLst>
          </p:cNvPr>
          <p:cNvSpPr txBox="1"/>
          <p:nvPr/>
        </p:nvSpPr>
        <p:spPr>
          <a:xfrm>
            <a:off x="4519502" y="2243648"/>
            <a:ext cx="1077539" cy="276999"/>
          </a:xfrm>
          <a:prstGeom prst="rect">
            <a:avLst/>
          </a:prstGeom>
          <a:noFill/>
        </p:spPr>
        <p:txBody>
          <a:bodyPr wrap="none" rtlCol="0">
            <a:spAutoFit/>
          </a:bodyPr>
          <a:lstStyle/>
          <a:p>
            <a:r>
              <a:rPr lang="en-GB" sz="1200" dirty="0">
                <a:solidFill>
                  <a:srgbClr val="FFC000"/>
                </a:solidFill>
              </a:rPr>
              <a:t>Initialization</a:t>
            </a:r>
          </a:p>
        </p:txBody>
      </p:sp>
      <p:sp>
        <p:nvSpPr>
          <p:cNvPr id="21" name="TextBox 20">
            <a:extLst>
              <a:ext uri="{FF2B5EF4-FFF2-40B4-BE49-F238E27FC236}">
                <a16:creationId xmlns:a16="http://schemas.microsoft.com/office/drawing/2014/main" id="{8BB78C8B-B8B8-A6CE-29FB-D125ADBA3133}"/>
              </a:ext>
            </a:extLst>
          </p:cNvPr>
          <p:cNvSpPr txBox="1"/>
          <p:nvPr/>
        </p:nvSpPr>
        <p:spPr>
          <a:xfrm>
            <a:off x="5746628" y="2239041"/>
            <a:ext cx="906017" cy="276999"/>
          </a:xfrm>
          <a:prstGeom prst="rect">
            <a:avLst/>
          </a:prstGeom>
          <a:noFill/>
        </p:spPr>
        <p:txBody>
          <a:bodyPr wrap="none" rtlCol="0">
            <a:spAutoFit/>
          </a:bodyPr>
          <a:lstStyle/>
          <a:p>
            <a:r>
              <a:rPr lang="en-GB" sz="1200" dirty="0">
                <a:solidFill>
                  <a:srgbClr val="00B0F0"/>
                </a:solidFill>
              </a:rPr>
              <a:t>Condition</a:t>
            </a:r>
          </a:p>
        </p:txBody>
      </p:sp>
      <p:sp>
        <p:nvSpPr>
          <p:cNvPr id="22" name="TextBox 21">
            <a:extLst>
              <a:ext uri="{FF2B5EF4-FFF2-40B4-BE49-F238E27FC236}">
                <a16:creationId xmlns:a16="http://schemas.microsoft.com/office/drawing/2014/main" id="{8332ED47-B777-AA13-B906-DEB6A7091D50}"/>
              </a:ext>
            </a:extLst>
          </p:cNvPr>
          <p:cNvSpPr txBox="1"/>
          <p:nvPr/>
        </p:nvSpPr>
        <p:spPr>
          <a:xfrm>
            <a:off x="6623835" y="2239041"/>
            <a:ext cx="902811" cy="276999"/>
          </a:xfrm>
          <a:prstGeom prst="rect">
            <a:avLst/>
          </a:prstGeom>
          <a:noFill/>
        </p:spPr>
        <p:txBody>
          <a:bodyPr wrap="none" rtlCol="0">
            <a:spAutoFit/>
          </a:bodyPr>
          <a:lstStyle/>
          <a:p>
            <a:r>
              <a:rPr lang="en-GB" sz="1200" dirty="0">
                <a:solidFill>
                  <a:srgbClr val="92D050"/>
                </a:solidFill>
              </a:rPr>
              <a:t>Alteration</a:t>
            </a:r>
          </a:p>
        </p:txBody>
      </p:sp>
    </p:spTree>
    <p:extLst>
      <p:ext uri="{BB962C8B-B14F-4D97-AF65-F5344CB8AC3E}">
        <p14:creationId xmlns:p14="http://schemas.microsoft.com/office/powerpoint/2010/main" val="630885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500"/>
                                        <p:tgtEl>
                                          <p:spTgt spid="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500"/>
                                        <p:tgtEl>
                                          <p:spTgt spid="1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500"/>
                                        <p:tgtEl>
                                          <p:spTgt spid="1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500"/>
                                        <p:tgtEl>
                                          <p:spTgt spid="20"/>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500"/>
                                        <p:tgtEl>
                                          <p:spTgt spid="21"/>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fade">
                                      <p:cBhvr>
                                        <p:cTn id="5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1" grpId="0" animBg="1"/>
      <p:bldP spid="9" grpId="0" animBg="1"/>
      <p:bldP spid="7" grpId="0" animBg="1"/>
      <p:bldP spid="8" grpId="0"/>
      <p:bldP spid="10" grpId="0"/>
      <p:bldP spid="12" grpId="0"/>
      <p:bldP spid="14" grpId="0"/>
      <p:bldP spid="15" grpId="0" animBg="1"/>
      <p:bldP spid="16" grpId="0" animBg="1"/>
      <p:bldP spid="17" grpId="0" animBg="1"/>
      <p:bldP spid="18" grpId="0" animBg="1"/>
      <p:bldP spid="19" grpId="0"/>
      <p:bldP spid="20" grpId="0"/>
      <p:bldP spid="21" grpId="0"/>
      <p:bldP spid="2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C1EA7-4F24-C51E-2B2C-437CE68ED52F}"/>
              </a:ext>
            </a:extLst>
          </p:cNvPr>
          <p:cNvSpPr>
            <a:spLocks noGrp="1"/>
          </p:cNvSpPr>
          <p:nvPr>
            <p:ph type="title"/>
          </p:nvPr>
        </p:nvSpPr>
        <p:spPr/>
        <p:txBody>
          <a:bodyPr/>
          <a:lstStyle/>
          <a:p>
            <a:r>
              <a:rPr lang="en-GB" dirty="0"/>
              <a:t>for Loop</a:t>
            </a:r>
          </a:p>
        </p:txBody>
      </p:sp>
      <p:sp>
        <p:nvSpPr>
          <p:cNvPr id="3" name="Content Placeholder 2">
            <a:extLst>
              <a:ext uri="{FF2B5EF4-FFF2-40B4-BE49-F238E27FC236}">
                <a16:creationId xmlns:a16="http://schemas.microsoft.com/office/drawing/2014/main" id="{318121FD-F88B-E7B5-F541-F813C31A4931}"/>
              </a:ext>
            </a:extLst>
          </p:cNvPr>
          <p:cNvSpPr>
            <a:spLocks noGrp="1"/>
          </p:cNvSpPr>
          <p:nvPr>
            <p:ph idx="1"/>
          </p:nvPr>
        </p:nvSpPr>
        <p:spPr>
          <a:xfrm>
            <a:off x="395536" y="1347613"/>
            <a:ext cx="5014664" cy="2988859"/>
          </a:xfrm>
        </p:spPr>
        <p:txBody>
          <a:bodyPr/>
          <a:lstStyle/>
          <a:p>
            <a:pPr marL="0" indent="0">
              <a:buNone/>
            </a:pPr>
            <a:r>
              <a:rPr lang="en-GB" b="1" dirty="0">
                <a:solidFill>
                  <a:srgbClr val="0070C0"/>
                </a:solidFill>
              </a:rPr>
              <a:t>Syntax</a:t>
            </a:r>
          </a:p>
          <a:p>
            <a:pPr>
              <a:buFont typeface="+mj-lt"/>
              <a:buAutoNum type="arabicPeriod"/>
            </a:pPr>
            <a:r>
              <a:rPr lang="en-GB" dirty="0"/>
              <a:t>Keyword: </a:t>
            </a:r>
            <a:r>
              <a:rPr lang="en-GB" b="1" dirty="0">
                <a:solidFill>
                  <a:srgbClr val="002060"/>
                </a:solidFill>
                <a:highlight>
                  <a:srgbClr val="C0C0C0"/>
                </a:highlight>
                <a:latin typeface="Courier New" panose="02070309020205020404" pitchFamily="49" charset="0"/>
                <a:cs typeface="Courier New" panose="02070309020205020404" pitchFamily="49" charset="0"/>
              </a:rPr>
              <a:t>for</a:t>
            </a:r>
          </a:p>
          <a:p>
            <a:pPr>
              <a:buFont typeface="+mj-lt"/>
              <a:buAutoNum type="arabicPeriod"/>
            </a:pPr>
            <a:r>
              <a:rPr lang="en-GB" dirty="0"/>
              <a:t>Parentheses: </a:t>
            </a:r>
            <a:r>
              <a:rPr lang="en-GB" b="1" dirty="0">
                <a:solidFill>
                  <a:srgbClr val="9F6D09"/>
                </a:solidFill>
                <a:highlight>
                  <a:srgbClr val="C0C0C0"/>
                </a:highlight>
                <a:latin typeface="Courier New" panose="02070309020205020404" pitchFamily="49" charset="0"/>
                <a:cs typeface="Courier New" panose="02070309020205020404" pitchFamily="49" charset="0"/>
              </a:rPr>
              <a:t>()</a:t>
            </a:r>
          </a:p>
          <a:p>
            <a:pPr marL="800100" lvl="1" indent="-342900">
              <a:buFont typeface="+mj-lt"/>
              <a:buAutoNum type="arabicParenR"/>
            </a:pPr>
            <a:r>
              <a:rPr lang="en-GB" dirty="0"/>
              <a:t>Initializing the loop control variable.</a:t>
            </a:r>
          </a:p>
          <a:p>
            <a:pPr marL="800100" lvl="1" indent="-342900">
              <a:buFont typeface="+mj-lt"/>
              <a:buAutoNum type="arabicParenR"/>
            </a:pPr>
            <a:r>
              <a:rPr lang="en-GB" dirty="0"/>
              <a:t>Testing the loop control variable.</a:t>
            </a:r>
          </a:p>
          <a:p>
            <a:pPr marL="800100" lvl="1" indent="-342900">
              <a:buFont typeface="+mj-lt"/>
              <a:buAutoNum type="arabicParenR"/>
            </a:pPr>
            <a:r>
              <a:rPr lang="en-GB" dirty="0"/>
              <a:t>Updating the loop control variable.</a:t>
            </a:r>
          </a:p>
          <a:p>
            <a:pPr marL="457200" lvl="1" indent="0">
              <a:buNone/>
            </a:pPr>
            <a:r>
              <a:rPr lang="en-GB" dirty="0"/>
              <a:t>N.B. Separated by: </a:t>
            </a:r>
            <a:r>
              <a:rPr lang="en-GB" sz="1600" b="1" dirty="0">
                <a:solidFill>
                  <a:srgbClr val="002060"/>
                </a:solidFill>
                <a:highlight>
                  <a:srgbClr val="C0C0C0"/>
                </a:highlight>
                <a:latin typeface="Courier New" panose="02070309020205020404" pitchFamily="49" charset="0"/>
                <a:cs typeface="Courier New" panose="02070309020205020404" pitchFamily="49" charset="0"/>
              </a:rPr>
              <a:t>;</a:t>
            </a:r>
          </a:p>
          <a:p>
            <a:pPr>
              <a:buFont typeface="+mj-lt"/>
              <a:buAutoNum type="arabicPeriod"/>
            </a:pPr>
            <a:r>
              <a:rPr lang="en-GB" dirty="0">
                <a:highlight>
                  <a:srgbClr val="C0C0C0"/>
                </a:highlight>
              </a:rPr>
              <a:t>Loop body within </a:t>
            </a:r>
            <a:r>
              <a:rPr lang="en-GB" b="1" dirty="0">
                <a:solidFill>
                  <a:srgbClr val="7030A0"/>
                </a:solidFill>
                <a:highlight>
                  <a:srgbClr val="C0C0C0"/>
                </a:highlight>
                <a:latin typeface="Courier New" panose="02070309020205020404" pitchFamily="49" charset="0"/>
                <a:cs typeface="Courier New" panose="02070309020205020404" pitchFamily="49" charset="0"/>
              </a:rPr>
              <a:t>{}</a:t>
            </a:r>
            <a:r>
              <a:rPr lang="en-GB" dirty="0">
                <a:highlight>
                  <a:srgbClr val="C0C0C0"/>
                </a:highlight>
              </a:rPr>
              <a:t>.</a:t>
            </a:r>
          </a:p>
        </p:txBody>
      </p:sp>
      <p:sp>
        <p:nvSpPr>
          <p:cNvPr id="15" name="Callout: Line with Accent Bar 14">
            <a:extLst>
              <a:ext uri="{FF2B5EF4-FFF2-40B4-BE49-F238E27FC236}">
                <a16:creationId xmlns:a16="http://schemas.microsoft.com/office/drawing/2014/main" id="{B131292E-38F9-9647-0932-4CB6735EA7F0}"/>
              </a:ext>
            </a:extLst>
          </p:cNvPr>
          <p:cNvSpPr/>
          <p:nvPr/>
        </p:nvSpPr>
        <p:spPr bwMode="auto">
          <a:xfrm>
            <a:off x="7005968" y="2237735"/>
            <a:ext cx="257758" cy="180111"/>
          </a:xfrm>
          <a:prstGeom prst="accentCallout1">
            <a:avLst>
              <a:gd name="adj1" fmla="val 26443"/>
              <a:gd name="adj2" fmla="val -786"/>
              <a:gd name="adj3" fmla="val -249034"/>
              <a:gd name="adj4" fmla="val -33887"/>
            </a:avLst>
          </a:prstGeom>
          <a:solidFill>
            <a:srgbClr val="92D050"/>
          </a:solidFill>
          <a:ln w="9525" cap="flat" cmpd="sng" algn="ctr">
            <a:solidFill>
              <a:srgbClr val="92D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GB" sz="2800" b="1" i="0" u="none" strike="noStrike" cap="none" normalizeH="0" baseline="0">
              <a:ln>
                <a:noFill/>
              </a:ln>
              <a:solidFill>
                <a:schemeClr val="tx1"/>
              </a:solidFill>
              <a:effectLst/>
              <a:latin typeface="Arial" charset="0"/>
            </a:endParaRPr>
          </a:p>
        </p:txBody>
      </p:sp>
      <p:sp>
        <p:nvSpPr>
          <p:cNvPr id="16" name="Callout: Line with Accent Bar 15">
            <a:extLst>
              <a:ext uri="{FF2B5EF4-FFF2-40B4-BE49-F238E27FC236}">
                <a16:creationId xmlns:a16="http://schemas.microsoft.com/office/drawing/2014/main" id="{CAB310C2-477F-1D45-566B-042676C3911E}"/>
              </a:ext>
            </a:extLst>
          </p:cNvPr>
          <p:cNvSpPr/>
          <p:nvPr/>
        </p:nvSpPr>
        <p:spPr bwMode="auto">
          <a:xfrm>
            <a:off x="6500838" y="2237735"/>
            <a:ext cx="405653" cy="180111"/>
          </a:xfrm>
          <a:prstGeom prst="accentCallout1">
            <a:avLst>
              <a:gd name="adj1" fmla="val 18750"/>
              <a:gd name="adj2" fmla="val -1230"/>
              <a:gd name="adj3" fmla="val -241343"/>
              <a:gd name="adj4" fmla="val -80291"/>
            </a:avLst>
          </a:prstGeom>
          <a:solidFill>
            <a:srgbClr val="00B0F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GB" sz="2800" b="1" i="0" u="none" strike="noStrike" cap="none" normalizeH="0" baseline="0">
              <a:ln>
                <a:noFill/>
              </a:ln>
              <a:solidFill>
                <a:schemeClr val="tx1"/>
              </a:solidFill>
              <a:effectLst/>
              <a:latin typeface="Arial" charset="0"/>
            </a:endParaRPr>
          </a:p>
        </p:txBody>
      </p:sp>
      <p:sp>
        <p:nvSpPr>
          <p:cNvPr id="17" name="Callout: Line with Accent Bar 16">
            <a:extLst>
              <a:ext uri="{FF2B5EF4-FFF2-40B4-BE49-F238E27FC236}">
                <a16:creationId xmlns:a16="http://schemas.microsoft.com/office/drawing/2014/main" id="{D89A0A8F-4C0C-00A4-6316-D3C76D8EFD8A}"/>
              </a:ext>
            </a:extLst>
          </p:cNvPr>
          <p:cNvSpPr/>
          <p:nvPr/>
        </p:nvSpPr>
        <p:spPr bwMode="auto">
          <a:xfrm>
            <a:off x="5724801" y="2239924"/>
            <a:ext cx="676560" cy="180111"/>
          </a:xfrm>
          <a:prstGeom prst="accentCallout1">
            <a:avLst>
              <a:gd name="adj1" fmla="val 14904"/>
              <a:gd name="adj2" fmla="val -1942"/>
              <a:gd name="adj3" fmla="val -233650"/>
              <a:gd name="adj4" fmla="val -60873"/>
            </a:avLst>
          </a:prstGeom>
          <a:solidFill>
            <a:srgbClr val="FFC000"/>
          </a:solidFill>
          <a:ln w="9525" cap="flat" cmpd="sng" algn="ctr">
            <a:solidFill>
              <a:srgbClr val="C6680A"/>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GB" sz="2800" b="1" i="0" u="none" strike="noStrike" cap="none" normalizeH="0" baseline="0">
              <a:ln>
                <a:noFill/>
              </a:ln>
              <a:solidFill>
                <a:schemeClr val="tx1"/>
              </a:solidFill>
              <a:effectLst/>
              <a:latin typeface="Arial" charset="0"/>
            </a:endParaRPr>
          </a:p>
        </p:txBody>
      </p:sp>
      <p:sp>
        <p:nvSpPr>
          <p:cNvPr id="18" name="Rectangle 2">
            <a:extLst>
              <a:ext uri="{FF2B5EF4-FFF2-40B4-BE49-F238E27FC236}">
                <a16:creationId xmlns:a16="http://schemas.microsoft.com/office/drawing/2014/main" id="{CC64CFBF-43CE-705B-1701-061D0210F5CF}"/>
              </a:ext>
            </a:extLst>
          </p:cNvPr>
          <p:cNvSpPr>
            <a:spLocks noChangeArrowheads="1"/>
          </p:cNvSpPr>
          <p:nvPr/>
        </p:nvSpPr>
        <p:spPr bwMode="auto">
          <a:xfrm>
            <a:off x="5271957" y="2156251"/>
            <a:ext cx="2389605" cy="830997"/>
          </a:xfrm>
          <a:prstGeom prst="rect">
            <a:avLst/>
          </a:prstGeom>
          <a:noFill/>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0"/>
            <a:r>
              <a:rPr kumimoji="0" lang="en-US" altLang="en-US" sz="1600" b="0" i="0" u="none" strike="noStrike" cap="none" normalizeH="0" baseline="0" dirty="0">
                <a:ln>
                  <a:noFill/>
                </a:ln>
                <a:solidFill>
                  <a:srgbClr val="0033B3"/>
                </a:solidFill>
                <a:effectLst/>
                <a:latin typeface="Arial Unicode MS"/>
                <a:ea typeface="JetBrains Mono"/>
              </a:rPr>
              <a:t>for </a:t>
            </a:r>
            <a:r>
              <a:rPr kumimoji="0" lang="en-US" altLang="en-US" sz="1600" b="0" i="0" u="none" strike="noStrike" cap="none" normalizeH="0" baseline="0" dirty="0">
                <a:ln>
                  <a:noFill/>
                </a:ln>
                <a:solidFill>
                  <a:srgbClr val="B4960A"/>
                </a:solidFill>
                <a:effectLst/>
                <a:latin typeface="Arial Unicode MS"/>
                <a:ea typeface="JetBrains Mono"/>
              </a:rPr>
              <a:t>(</a:t>
            </a:r>
            <a:r>
              <a:rPr lang="en-US" altLang="en-US" sz="1600" b="0" dirty="0">
                <a:solidFill>
                  <a:srgbClr val="0033B3"/>
                </a:solidFill>
                <a:latin typeface="Arial Unicode MS"/>
                <a:ea typeface="JetBrains Mono"/>
              </a:rPr>
              <a:t>int </a:t>
            </a:r>
            <a:r>
              <a:rPr lang="en-US" altLang="en-US" sz="1600" b="0" dirty="0">
                <a:solidFill>
                  <a:srgbClr val="000000"/>
                </a:solidFill>
                <a:latin typeface="Arial Unicode MS"/>
                <a:ea typeface="JetBrains Mono"/>
              </a:rPr>
              <a:t>i </a:t>
            </a:r>
            <a:r>
              <a:rPr lang="en-US" altLang="en-US" sz="1600" b="0" dirty="0">
                <a:solidFill>
                  <a:srgbClr val="080808"/>
                </a:solidFill>
                <a:latin typeface="Arial Unicode MS"/>
                <a:ea typeface="JetBrains Mono"/>
              </a:rPr>
              <a:t>= </a:t>
            </a:r>
            <a:r>
              <a:rPr lang="en-US" altLang="en-US" sz="1600" b="0" dirty="0">
                <a:solidFill>
                  <a:srgbClr val="1750EB"/>
                </a:solidFill>
                <a:latin typeface="Arial Unicode MS"/>
                <a:ea typeface="JetBrains Mono"/>
              </a:rPr>
              <a:t>0</a:t>
            </a:r>
            <a:r>
              <a:rPr lang="en-US" altLang="en-US" sz="1600" b="0" dirty="0">
                <a:solidFill>
                  <a:srgbClr val="080808"/>
                </a:solidFill>
                <a:latin typeface="Arial Unicode MS"/>
                <a:ea typeface="JetBrains Mono"/>
              </a:rPr>
              <a:t>; </a:t>
            </a:r>
            <a:r>
              <a:rPr lang="en-US" altLang="en-US" sz="1600" b="0" dirty="0">
                <a:solidFill>
                  <a:srgbClr val="000000"/>
                </a:solidFill>
                <a:latin typeface="Arial Unicode MS"/>
                <a:ea typeface="JetBrains Mono"/>
              </a:rPr>
              <a:t>i</a:t>
            </a:r>
            <a:r>
              <a:rPr kumimoji="0" lang="en-US" altLang="en-US" sz="1600" b="0" i="0" u="none" strike="noStrike" cap="none" normalizeH="0" baseline="0" dirty="0">
                <a:ln>
                  <a:noFill/>
                </a:ln>
                <a:solidFill>
                  <a:srgbClr val="000000"/>
                </a:solidFill>
                <a:effectLst/>
                <a:latin typeface="Arial Unicode MS"/>
                <a:ea typeface="JetBrains Mono"/>
              </a:rPr>
              <a:t> </a:t>
            </a:r>
            <a:r>
              <a:rPr kumimoji="0" lang="en-US" altLang="en-US" sz="1600" b="0" i="0" u="none" strike="noStrike" cap="none" normalizeH="0" baseline="0" dirty="0">
                <a:ln>
                  <a:noFill/>
                </a:ln>
                <a:solidFill>
                  <a:srgbClr val="B4960A"/>
                </a:solidFill>
                <a:effectLst/>
                <a:latin typeface="Arial Unicode MS"/>
                <a:ea typeface="JetBrains Mono"/>
              </a:rPr>
              <a:t>&lt; </a:t>
            </a:r>
            <a:r>
              <a:rPr kumimoji="0" lang="en-US" altLang="en-US" sz="1600" b="0" i="0" u="none" strike="noStrike" cap="none" normalizeH="0" baseline="0" dirty="0">
                <a:ln>
                  <a:noFill/>
                </a:ln>
                <a:solidFill>
                  <a:srgbClr val="1750EB"/>
                </a:solidFill>
                <a:effectLst/>
                <a:latin typeface="Arial Unicode MS"/>
                <a:ea typeface="JetBrains Mono"/>
              </a:rPr>
              <a:t>3</a:t>
            </a:r>
            <a:r>
              <a:rPr kumimoji="0" lang="en-US" altLang="en-US" sz="1600" b="0" i="0" u="none" strike="noStrike" cap="none" normalizeH="0" baseline="0" dirty="0">
                <a:ln>
                  <a:noFill/>
                </a:ln>
                <a:solidFill>
                  <a:schemeClr val="tx1"/>
                </a:solidFill>
                <a:effectLst/>
                <a:latin typeface="Arial Unicode MS"/>
                <a:ea typeface="JetBrains Mono"/>
              </a:rPr>
              <a:t>; i++</a:t>
            </a:r>
            <a:r>
              <a:rPr kumimoji="0" lang="en-US" altLang="en-US" sz="1600" b="0" i="0" u="none" strike="noStrike" cap="none" normalizeH="0" baseline="0" dirty="0">
                <a:ln>
                  <a:noFill/>
                </a:ln>
                <a:solidFill>
                  <a:srgbClr val="B4960A"/>
                </a:solidFill>
                <a:effectLst/>
                <a:latin typeface="Arial Unicode MS"/>
                <a:ea typeface="JetBrains Mono"/>
              </a:rPr>
              <a:t>) </a:t>
            </a:r>
            <a:r>
              <a:rPr kumimoji="0" lang="en-US" altLang="en-US" sz="1600" b="0" i="0" u="none" strike="noStrike" cap="none" normalizeH="0" baseline="0" dirty="0">
                <a:ln>
                  <a:noFill/>
                </a:ln>
                <a:solidFill>
                  <a:srgbClr val="BC0BA2"/>
                </a:solidFill>
                <a:effectLst/>
                <a:latin typeface="Arial Unicode MS"/>
                <a:ea typeface="JetBrains Mono"/>
              </a:rPr>
              <a:t>{</a:t>
            </a:r>
            <a:br>
              <a:rPr kumimoji="0" lang="en-US" altLang="en-US" sz="1600" b="0" i="0" u="none" strike="noStrike" cap="none" normalizeH="0" baseline="0" dirty="0">
                <a:ln>
                  <a:noFill/>
                </a:ln>
                <a:solidFill>
                  <a:srgbClr val="BC0BA2"/>
                </a:solidFill>
                <a:effectLst/>
                <a:latin typeface="Arial Unicode MS"/>
                <a:ea typeface="JetBrains Mono"/>
              </a:rPr>
            </a:br>
            <a:r>
              <a:rPr lang="en-US" altLang="en-US" sz="1600" b="0" dirty="0">
                <a:solidFill>
                  <a:srgbClr val="BC0BA2"/>
                </a:solidFill>
                <a:latin typeface="Arial Unicode MS"/>
                <a:ea typeface="JetBrains Mono"/>
              </a:rPr>
              <a:t>    // loop body</a:t>
            </a:r>
            <a:r>
              <a:rPr kumimoji="0" lang="en-US" altLang="en-US" sz="1600" b="0" i="0" u="none" strike="noStrike" cap="none" normalizeH="0" baseline="0" dirty="0">
                <a:ln>
                  <a:noFill/>
                </a:ln>
                <a:solidFill>
                  <a:srgbClr val="BC0BA2"/>
                </a:solidFill>
                <a:effectLst/>
                <a:latin typeface="Arial Unicode MS"/>
                <a:ea typeface="JetBrains Mono"/>
              </a:rPr>
              <a:t>    </a:t>
            </a:r>
            <a:endParaRPr lang="en-US" altLang="en-US" sz="1600" b="0" dirty="0">
              <a:solidFill>
                <a:srgbClr val="000000"/>
              </a:solidFill>
              <a:latin typeface="Arial Unicode MS"/>
              <a:ea typeface="JetBrains Mon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BC0BA2"/>
                </a:solidFill>
                <a:effectLst/>
                <a:latin typeface="Arial Unicode MS"/>
                <a:ea typeface="JetBrains Mono"/>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19" name="TextBox 18">
            <a:extLst>
              <a:ext uri="{FF2B5EF4-FFF2-40B4-BE49-F238E27FC236}">
                <a16:creationId xmlns:a16="http://schemas.microsoft.com/office/drawing/2014/main" id="{06FE1FA1-4A74-F87B-C83D-91A9A8ADA553}"/>
              </a:ext>
            </a:extLst>
          </p:cNvPr>
          <p:cNvSpPr txBox="1"/>
          <p:nvPr/>
        </p:nvSpPr>
        <p:spPr>
          <a:xfrm>
            <a:off x="6066901" y="3030195"/>
            <a:ext cx="1039067" cy="400110"/>
          </a:xfrm>
          <a:prstGeom prst="rect">
            <a:avLst/>
          </a:prstGeom>
          <a:noFill/>
        </p:spPr>
        <p:txBody>
          <a:bodyPr wrap="none" rtlCol="0">
            <a:spAutoFit/>
          </a:bodyPr>
          <a:lstStyle/>
          <a:p>
            <a:r>
              <a:rPr lang="en-GB" sz="2000" b="0" dirty="0"/>
              <a:t>for loop</a:t>
            </a:r>
          </a:p>
        </p:txBody>
      </p:sp>
      <p:sp>
        <p:nvSpPr>
          <p:cNvPr id="20" name="TextBox 19">
            <a:extLst>
              <a:ext uri="{FF2B5EF4-FFF2-40B4-BE49-F238E27FC236}">
                <a16:creationId xmlns:a16="http://schemas.microsoft.com/office/drawing/2014/main" id="{0382D72D-0B82-E466-24D3-17713B78DF04}"/>
              </a:ext>
            </a:extLst>
          </p:cNvPr>
          <p:cNvSpPr txBox="1"/>
          <p:nvPr/>
        </p:nvSpPr>
        <p:spPr>
          <a:xfrm>
            <a:off x="4450229" y="1593294"/>
            <a:ext cx="1077539" cy="276999"/>
          </a:xfrm>
          <a:prstGeom prst="rect">
            <a:avLst/>
          </a:prstGeom>
          <a:noFill/>
        </p:spPr>
        <p:txBody>
          <a:bodyPr wrap="none" rtlCol="0">
            <a:spAutoFit/>
          </a:bodyPr>
          <a:lstStyle/>
          <a:p>
            <a:r>
              <a:rPr lang="en-GB" sz="1200" dirty="0">
                <a:solidFill>
                  <a:srgbClr val="FFC000"/>
                </a:solidFill>
              </a:rPr>
              <a:t>Initialization</a:t>
            </a:r>
          </a:p>
        </p:txBody>
      </p:sp>
      <p:sp>
        <p:nvSpPr>
          <p:cNvPr id="21" name="TextBox 20">
            <a:extLst>
              <a:ext uri="{FF2B5EF4-FFF2-40B4-BE49-F238E27FC236}">
                <a16:creationId xmlns:a16="http://schemas.microsoft.com/office/drawing/2014/main" id="{8BB78C8B-B8B8-A6CE-29FB-D125ADBA3133}"/>
              </a:ext>
            </a:extLst>
          </p:cNvPr>
          <p:cNvSpPr txBox="1"/>
          <p:nvPr/>
        </p:nvSpPr>
        <p:spPr>
          <a:xfrm>
            <a:off x="5677355" y="1588687"/>
            <a:ext cx="906017" cy="276999"/>
          </a:xfrm>
          <a:prstGeom prst="rect">
            <a:avLst/>
          </a:prstGeom>
          <a:noFill/>
        </p:spPr>
        <p:txBody>
          <a:bodyPr wrap="none" rtlCol="0">
            <a:spAutoFit/>
          </a:bodyPr>
          <a:lstStyle/>
          <a:p>
            <a:r>
              <a:rPr lang="en-GB" sz="1200" dirty="0">
                <a:solidFill>
                  <a:srgbClr val="00B0F0"/>
                </a:solidFill>
              </a:rPr>
              <a:t>Condition</a:t>
            </a:r>
          </a:p>
        </p:txBody>
      </p:sp>
      <p:sp>
        <p:nvSpPr>
          <p:cNvPr id="22" name="TextBox 21">
            <a:extLst>
              <a:ext uri="{FF2B5EF4-FFF2-40B4-BE49-F238E27FC236}">
                <a16:creationId xmlns:a16="http://schemas.microsoft.com/office/drawing/2014/main" id="{8332ED47-B777-AA13-B906-DEB6A7091D50}"/>
              </a:ext>
            </a:extLst>
          </p:cNvPr>
          <p:cNvSpPr txBox="1"/>
          <p:nvPr/>
        </p:nvSpPr>
        <p:spPr>
          <a:xfrm>
            <a:off x="6554562" y="1588687"/>
            <a:ext cx="902811" cy="276999"/>
          </a:xfrm>
          <a:prstGeom prst="rect">
            <a:avLst/>
          </a:prstGeom>
          <a:noFill/>
        </p:spPr>
        <p:txBody>
          <a:bodyPr wrap="none" rtlCol="0">
            <a:spAutoFit/>
          </a:bodyPr>
          <a:lstStyle/>
          <a:p>
            <a:r>
              <a:rPr lang="en-GB" sz="1200" dirty="0">
                <a:solidFill>
                  <a:srgbClr val="92D050"/>
                </a:solidFill>
              </a:rPr>
              <a:t>Alteration</a:t>
            </a:r>
          </a:p>
        </p:txBody>
      </p:sp>
      <p:sp>
        <p:nvSpPr>
          <p:cNvPr id="5" name="TextBox 4">
            <a:extLst>
              <a:ext uri="{FF2B5EF4-FFF2-40B4-BE49-F238E27FC236}">
                <a16:creationId xmlns:a16="http://schemas.microsoft.com/office/drawing/2014/main" id="{CA73E506-3E3B-70EB-2B13-845CB867F012}"/>
              </a:ext>
            </a:extLst>
          </p:cNvPr>
          <p:cNvSpPr txBox="1"/>
          <p:nvPr/>
        </p:nvSpPr>
        <p:spPr>
          <a:xfrm>
            <a:off x="773638" y="4028695"/>
            <a:ext cx="3622964" cy="307777"/>
          </a:xfrm>
          <a:prstGeom prst="rect">
            <a:avLst/>
          </a:prstGeom>
          <a:noFill/>
        </p:spPr>
        <p:txBody>
          <a:bodyPr wrap="square">
            <a:spAutoFit/>
          </a:bodyPr>
          <a:lstStyle/>
          <a:p>
            <a:r>
              <a:rPr lang="en-GB" sz="1400" dirty="0">
                <a:latin typeface="+mn-lt"/>
                <a:ea typeface="ＭＳ Ｐゴシック" charset="0"/>
              </a:rPr>
              <a:t>Example: </a:t>
            </a:r>
            <a:r>
              <a:rPr lang="en-GB" sz="1200" b="0" dirty="0">
                <a:highlight>
                  <a:srgbClr val="C0C0C0"/>
                </a:highlight>
                <a:latin typeface="Courier New" panose="02070309020205020404" pitchFamily="49" charset="0"/>
                <a:cs typeface="Courier New" panose="02070309020205020404" pitchFamily="49" charset="0"/>
              </a:rPr>
              <a:t>LoopExample5_ForVote</a:t>
            </a:r>
            <a:endParaRPr lang="en-GB" sz="1200" b="0" dirty="0"/>
          </a:p>
        </p:txBody>
      </p:sp>
    </p:spTree>
    <p:extLst>
      <p:ext uri="{BB962C8B-B14F-4D97-AF65-F5344CB8AC3E}">
        <p14:creationId xmlns:p14="http://schemas.microsoft.com/office/powerpoint/2010/main" val="612159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Effect transition="in" filter="fade">
                                      <p:cBhvr>
                                        <p:cTn id="29"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6AA03-3B85-9126-95FC-AE0401353435}"/>
              </a:ext>
            </a:extLst>
          </p:cNvPr>
          <p:cNvSpPr>
            <a:spLocks noGrp="1"/>
          </p:cNvSpPr>
          <p:nvPr>
            <p:ph type="title"/>
          </p:nvPr>
        </p:nvSpPr>
        <p:spPr/>
        <p:txBody>
          <a:bodyPr/>
          <a:lstStyle/>
          <a:p>
            <a:r>
              <a:rPr lang="en-GB" dirty="0"/>
              <a:t>for Loop</a:t>
            </a:r>
          </a:p>
        </p:txBody>
      </p:sp>
      <p:sp>
        <p:nvSpPr>
          <p:cNvPr id="3" name="Content Placeholder 2">
            <a:extLst>
              <a:ext uri="{FF2B5EF4-FFF2-40B4-BE49-F238E27FC236}">
                <a16:creationId xmlns:a16="http://schemas.microsoft.com/office/drawing/2014/main" id="{9A19EA55-2D37-25D6-764F-BE4B84CCA277}"/>
              </a:ext>
            </a:extLst>
          </p:cNvPr>
          <p:cNvSpPr>
            <a:spLocks noGrp="1"/>
          </p:cNvSpPr>
          <p:nvPr>
            <p:ph idx="1"/>
          </p:nvPr>
        </p:nvSpPr>
        <p:spPr>
          <a:xfrm>
            <a:off x="395536" y="1347614"/>
            <a:ext cx="7772400" cy="2614786"/>
          </a:xfrm>
        </p:spPr>
        <p:txBody>
          <a:bodyPr/>
          <a:lstStyle/>
          <a:p>
            <a:pPr marL="0" indent="0">
              <a:buNone/>
            </a:pPr>
            <a:r>
              <a:rPr lang="en-GB" b="1" dirty="0">
                <a:solidFill>
                  <a:srgbClr val="0070C0"/>
                </a:solidFill>
              </a:rPr>
              <a:t>Variations in </a:t>
            </a:r>
            <a:r>
              <a:rPr lang="en-GB" b="1" dirty="0">
                <a:solidFill>
                  <a:srgbClr val="0070C0"/>
                </a:solidFill>
                <a:latin typeface="Courier New" panose="02070309020205020404" pitchFamily="49" charset="0"/>
                <a:cs typeface="Courier New" panose="02070309020205020404" pitchFamily="49" charset="0"/>
              </a:rPr>
              <a:t>for</a:t>
            </a:r>
            <a:r>
              <a:rPr lang="en-GB" b="1" dirty="0">
                <a:solidFill>
                  <a:srgbClr val="0070C0"/>
                </a:solidFill>
              </a:rPr>
              <a:t> loops</a:t>
            </a:r>
          </a:p>
          <a:p>
            <a:r>
              <a:rPr lang="en-GB" dirty="0"/>
              <a:t>Initialization of more than one variable.</a:t>
            </a:r>
          </a:p>
          <a:p>
            <a:r>
              <a:rPr lang="en-GB" dirty="0"/>
              <a:t>Performance of more than one test using AND or </a:t>
            </a:r>
            <a:r>
              <a:rPr lang="en-GB" dirty="0" err="1"/>
              <a:t>OR</a:t>
            </a:r>
            <a:r>
              <a:rPr lang="en-GB" dirty="0"/>
              <a:t> operators.</a:t>
            </a:r>
          </a:p>
          <a:p>
            <a:r>
              <a:rPr lang="en-GB" dirty="0"/>
              <a:t>Altering more than one value.</a:t>
            </a:r>
          </a:p>
          <a:p>
            <a:endParaRPr lang="en-GB" dirty="0"/>
          </a:p>
        </p:txBody>
      </p:sp>
      <p:sp>
        <p:nvSpPr>
          <p:cNvPr id="4" name="TextBox 3">
            <a:extLst>
              <a:ext uri="{FF2B5EF4-FFF2-40B4-BE49-F238E27FC236}">
                <a16:creationId xmlns:a16="http://schemas.microsoft.com/office/drawing/2014/main" id="{7AD217C8-E768-5DB5-3D79-AFECECA93CA6}"/>
              </a:ext>
            </a:extLst>
          </p:cNvPr>
          <p:cNvSpPr txBox="1"/>
          <p:nvPr/>
        </p:nvSpPr>
        <p:spPr>
          <a:xfrm>
            <a:off x="395536" y="4041254"/>
            <a:ext cx="3622964" cy="307777"/>
          </a:xfrm>
          <a:prstGeom prst="rect">
            <a:avLst/>
          </a:prstGeom>
          <a:noFill/>
        </p:spPr>
        <p:txBody>
          <a:bodyPr wrap="square">
            <a:spAutoFit/>
          </a:bodyPr>
          <a:lstStyle/>
          <a:p>
            <a:r>
              <a:rPr lang="en-GB" sz="1400" dirty="0">
                <a:latin typeface="+mn-lt"/>
                <a:ea typeface="ＭＳ Ｐゴシック" charset="0"/>
              </a:rPr>
              <a:t>Example: </a:t>
            </a:r>
            <a:r>
              <a:rPr lang="en-GB" sz="1200" b="0" dirty="0">
                <a:highlight>
                  <a:srgbClr val="C0C0C0"/>
                </a:highlight>
                <a:latin typeface="Courier New" panose="02070309020205020404" pitchFamily="49" charset="0"/>
                <a:cs typeface="Courier New" panose="02070309020205020404" pitchFamily="49" charset="0"/>
              </a:rPr>
              <a:t>LoopExample6_ForVariation</a:t>
            </a:r>
            <a:endParaRPr lang="en-GB" sz="1200" b="0" dirty="0"/>
          </a:p>
        </p:txBody>
      </p:sp>
    </p:spTree>
    <p:extLst>
      <p:ext uri="{BB962C8B-B14F-4D97-AF65-F5344CB8AC3E}">
        <p14:creationId xmlns:p14="http://schemas.microsoft.com/office/powerpoint/2010/main" val="2530944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6AA03-3B85-9126-95FC-AE0401353435}"/>
              </a:ext>
            </a:extLst>
          </p:cNvPr>
          <p:cNvSpPr>
            <a:spLocks noGrp="1"/>
          </p:cNvSpPr>
          <p:nvPr>
            <p:ph type="title"/>
          </p:nvPr>
        </p:nvSpPr>
        <p:spPr/>
        <p:txBody>
          <a:bodyPr/>
          <a:lstStyle/>
          <a:p>
            <a:r>
              <a:rPr lang="en-GB" dirty="0"/>
              <a:t>for Loop</a:t>
            </a:r>
          </a:p>
        </p:txBody>
      </p:sp>
      <p:sp>
        <p:nvSpPr>
          <p:cNvPr id="3" name="Content Placeholder 2">
            <a:extLst>
              <a:ext uri="{FF2B5EF4-FFF2-40B4-BE49-F238E27FC236}">
                <a16:creationId xmlns:a16="http://schemas.microsoft.com/office/drawing/2014/main" id="{9A19EA55-2D37-25D6-764F-BE4B84CCA277}"/>
              </a:ext>
            </a:extLst>
          </p:cNvPr>
          <p:cNvSpPr>
            <a:spLocks noGrp="1"/>
          </p:cNvSpPr>
          <p:nvPr>
            <p:ph idx="1"/>
          </p:nvPr>
        </p:nvSpPr>
        <p:spPr>
          <a:xfrm>
            <a:off x="395536" y="1347614"/>
            <a:ext cx="7772400" cy="640513"/>
          </a:xfrm>
        </p:spPr>
        <p:txBody>
          <a:bodyPr/>
          <a:lstStyle/>
          <a:p>
            <a:pPr marL="0" indent="0">
              <a:buNone/>
            </a:pPr>
            <a:r>
              <a:rPr lang="en-GB" b="1" dirty="0">
                <a:solidFill>
                  <a:srgbClr val="0070C0"/>
                </a:solidFill>
              </a:rPr>
              <a:t>Enhanced </a:t>
            </a:r>
            <a:r>
              <a:rPr lang="en-GB" b="1" dirty="0">
                <a:solidFill>
                  <a:srgbClr val="0070C0"/>
                </a:solidFill>
                <a:latin typeface="Courier New" panose="02070309020205020404" pitchFamily="49" charset="0"/>
                <a:cs typeface="Courier New" panose="02070309020205020404" pitchFamily="49" charset="0"/>
              </a:rPr>
              <a:t>for</a:t>
            </a:r>
            <a:r>
              <a:rPr lang="en-GB" b="1" dirty="0">
                <a:solidFill>
                  <a:srgbClr val="0070C0"/>
                </a:solidFill>
              </a:rPr>
              <a:t> loops (For-Each Loop)</a:t>
            </a:r>
          </a:p>
          <a:p>
            <a:pPr marL="0" indent="0">
              <a:buNone/>
            </a:pPr>
            <a:r>
              <a:rPr lang="en-GB" dirty="0"/>
              <a:t>Iterate over arrays or collections without needing to manage an index variable.</a:t>
            </a:r>
            <a:endParaRPr lang="en-GB" b="1" dirty="0">
              <a:solidFill>
                <a:srgbClr val="0070C0"/>
              </a:solidFill>
            </a:endParaRPr>
          </a:p>
        </p:txBody>
      </p:sp>
      <p:sp>
        <p:nvSpPr>
          <p:cNvPr id="4" name="TextBox 3">
            <a:extLst>
              <a:ext uri="{FF2B5EF4-FFF2-40B4-BE49-F238E27FC236}">
                <a16:creationId xmlns:a16="http://schemas.microsoft.com/office/drawing/2014/main" id="{7AD217C8-E768-5DB5-3D79-AFECECA93CA6}"/>
              </a:ext>
            </a:extLst>
          </p:cNvPr>
          <p:cNvSpPr txBox="1"/>
          <p:nvPr/>
        </p:nvSpPr>
        <p:spPr>
          <a:xfrm>
            <a:off x="395536" y="4041254"/>
            <a:ext cx="3622964" cy="307777"/>
          </a:xfrm>
          <a:prstGeom prst="rect">
            <a:avLst/>
          </a:prstGeom>
          <a:noFill/>
        </p:spPr>
        <p:txBody>
          <a:bodyPr wrap="square">
            <a:spAutoFit/>
          </a:bodyPr>
          <a:lstStyle/>
          <a:p>
            <a:r>
              <a:rPr lang="en-GB" sz="1400" dirty="0">
                <a:latin typeface="+mn-lt"/>
                <a:ea typeface="ＭＳ Ｐゴシック" charset="0"/>
              </a:rPr>
              <a:t>Example: </a:t>
            </a:r>
            <a:r>
              <a:rPr lang="en-GB" sz="1200" b="0" dirty="0">
                <a:highlight>
                  <a:srgbClr val="C0C0C0"/>
                </a:highlight>
                <a:latin typeface="Courier New" panose="02070309020205020404" pitchFamily="49" charset="0"/>
                <a:cs typeface="Courier New" panose="02070309020205020404" pitchFamily="49" charset="0"/>
              </a:rPr>
              <a:t>LoopExample6_3_EnhancedFor</a:t>
            </a:r>
            <a:endParaRPr lang="en-GB" sz="1200" b="0" dirty="0"/>
          </a:p>
        </p:txBody>
      </p:sp>
      <p:sp>
        <p:nvSpPr>
          <p:cNvPr id="5" name="Rectangle 2">
            <a:extLst>
              <a:ext uri="{FF2B5EF4-FFF2-40B4-BE49-F238E27FC236}">
                <a16:creationId xmlns:a16="http://schemas.microsoft.com/office/drawing/2014/main" id="{54B7E7AA-B6B4-4CDA-D5A0-6208812F5119}"/>
              </a:ext>
            </a:extLst>
          </p:cNvPr>
          <p:cNvSpPr>
            <a:spLocks noChangeArrowheads="1"/>
          </p:cNvSpPr>
          <p:nvPr/>
        </p:nvSpPr>
        <p:spPr bwMode="auto">
          <a:xfrm>
            <a:off x="2636660" y="2250015"/>
            <a:ext cx="3290152" cy="830997"/>
          </a:xfrm>
          <a:prstGeom prst="rect">
            <a:avLst/>
          </a:prstGeom>
          <a:noFill/>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lvl="0"/>
            <a:r>
              <a:rPr kumimoji="0" lang="en-US" altLang="en-US" sz="1600" b="0" i="0" u="none" strike="noStrike" cap="none" normalizeH="0" baseline="0" dirty="0">
                <a:ln>
                  <a:noFill/>
                </a:ln>
                <a:solidFill>
                  <a:srgbClr val="0033B3"/>
                </a:solidFill>
                <a:effectLst/>
                <a:latin typeface="Arial Unicode MS"/>
                <a:ea typeface="JetBrains Mono"/>
              </a:rPr>
              <a:t>for </a:t>
            </a:r>
            <a:r>
              <a:rPr kumimoji="0" lang="en-US" altLang="en-US" sz="1600" b="0" i="0" u="none" strike="noStrike" cap="none" normalizeH="0" baseline="0" dirty="0">
                <a:ln>
                  <a:noFill/>
                </a:ln>
                <a:solidFill>
                  <a:srgbClr val="B4960A"/>
                </a:solidFill>
                <a:effectLst/>
                <a:latin typeface="Arial Unicode MS"/>
                <a:ea typeface="JetBrains Mono"/>
              </a:rPr>
              <a:t>(</a:t>
            </a:r>
            <a:r>
              <a:rPr lang="en-US" altLang="en-US" sz="1600" b="0" dirty="0" err="1">
                <a:solidFill>
                  <a:srgbClr val="0033B3"/>
                </a:solidFill>
                <a:latin typeface="Arial Unicode MS"/>
                <a:ea typeface="JetBrains Mono"/>
              </a:rPr>
              <a:t>DataType</a:t>
            </a:r>
            <a:r>
              <a:rPr lang="en-US" altLang="en-US" sz="1600" b="0" dirty="0">
                <a:solidFill>
                  <a:srgbClr val="0033B3"/>
                </a:solidFill>
                <a:latin typeface="Arial Unicode MS"/>
                <a:ea typeface="JetBrains Mono"/>
              </a:rPr>
              <a:t> </a:t>
            </a:r>
            <a:r>
              <a:rPr lang="en-US" altLang="en-US" sz="1600" b="0" dirty="0">
                <a:solidFill>
                  <a:srgbClr val="000000"/>
                </a:solidFill>
                <a:latin typeface="Arial Unicode MS"/>
                <a:ea typeface="JetBrains Mono"/>
              </a:rPr>
              <a:t>item : collection</a:t>
            </a:r>
            <a:r>
              <a:rPr kumimoji="0" lang="en-US" altLang="en-US" sz="1600" b="0" i="0" u="none" strike="noStrike" cap="none" normalizeH="0" baseline="0" dirty="0">
                <a:ln>
                  <a:noFill/>
                </a:ln>
                <a:solidFill>
                  <a:srgbClr val="B4960A"/>
                </a:solidFill>
                <a:effectLst/>
                <a:latin typeface="Arial Unicode MS"/>
                <a:ea typeface="JetBrains Mono"/>
              </a:rPr>
              <a:t>) </a:t>
            </a:r>
            <a:r>
              <a:rPr kumimoji="0" lang="en-US" altLang="en-US" sz="1600" b="0" i="0" u="none" strike="noStrike" cap="none" normalizeH="0" baseline="0" dirty="0">
                <a:ln>
                  <a:noFill/>
                </a:ln>
                <a:solidFill>
                  <a:srgbClr val="BC0BA2"/>
                </a:solidFill>
                <a:effectLst/>
                <a:latin typeface="Arial Unicode MS"/>
                <a:ea typeface="JetBrains Mono"/>
              </a:rPr>
              <a:t>{</a:t>
            </a:r>
            <a:br>
              <a:rPr kumimoji="0" lang="en-US" altLang="en-US" sz="1600" b="0" i="0" u="none" strike="noStrike" cap="none" normalizeH="0" baseline="0" dirty="0">
                <a:ln>
                  <a:noFill/>
                </a:ln>
                <a:solidFill>
                  <a:srgbClr val="BC0BA2"/>
                </a:solidFill>
                <a:effectLst/>
                <a:latin typeface="Arial Unicode MS"/>
                <a:ea typeface="JetBrains Mono"/>
              </a:rPr>
            </a:br>
            <a:r>
              <a:rPr lang="en-US" altLang="en-US" sz="1600" b="0" dirty="0">
                <a:solidFill>
                  <a:srgbClr val="BC0BA2"/>
                </a:solidFill>
                <a:latin typeface="Arial Unicode MS"/>
                <a:ea typeface="JetBrains Mono"/>
              </a:rPr>
              <a:t>    // loop body</a:t>
            </a:r>
            <a:r>
              <a:rPr kumimoji="0" lang="en-US" altLang="en-US" sz="1600" b="0" i="0" u="none" strike="noStrike" cap="none" normalizeH="0" baseline="0" dirty="0">
                <a:ln>
                  <a:noFill/>
                </a:ln>
                <a:solidFill>
                  <a:srgbClr val="BC0BA2"/>
                </a:solidFill>
                <a:effectLst/>
                <a:latin typeface="Arial Unicode MS"/>
                <a:ea typeface="JetBrains Mono"/>
              </a:rPr>
              <a:t>    </a:t>
            </a:r>
            <a:endParaRPr lang="en-US" altLang="en-US" sz="1600" b="0" dirty="0">
              <a:solidFill>
                <a:srgbClr val="000000"/>
              </a:solidFill>
              <a:latin typeface="Arial Unicode MS"/>
              <a:ea typeface="JetBrains Mon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BC0BA2"/>
                </a:solidFill>
                <a:effectLst/>
                <a:latin typeface="Arial Unicode MS"/>
                <a:ea typeface="JetBrains Mono"/>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542308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11F6F-2F33-4E42-A388-F1271CF5A953}"/>
              </a:ext>
            </a:extLst>
          </p:cNvPr>
          <p:cNvSpPr>
            <a:spLocks noGrp="1"/>
          </p:cNvSpPr>
          <p:nvPr>
            <p:ph type="title"/>
          </p:nvPr>
        </p:nvSpPr>
        <p:spPr/>
        <p:txBody>
          <a:bodyPr/>
          <a:lstStyle/>
          <a:p>
            <a:r>
              <a:rPr lang="en-GB" dirty="0"/>
              <a:t>Nested Loop</a:t>
            </a:r>
          </a:p>
        </p:txBody>
      </p:sp>
      <p:sp>
        <p:nvSpPr>
          <p:cNvPr id="3" name="Content Placeholder 2">
            <a:extLst>
              <a:ext uri="{FF2B5EF4-FFF2-40B4-BE49-F238E27FC236}">
                <a16:creationId xmlns:a16="http://schemas.microsoft.com/office/drawing/2014/main" id="{40FA72CE-190F-4254-A3EA-0551BCF49389}"/>
              </a:ext>
            </a:extLst>
          </p:cNvPr>
          <p:cNvSpPr>
            <a:spLocks noGrp="1"/>
          </p:cNvSpPr>
          <p:nvPr>
            <p:ph idx="1"/>
          </p:nvPr>
        </p:nvSpPr>
        <p:spPr>
          <a:xfrm>
            <a:off x="395536" y="1347614"/>
            <a:ext cx="8119814" cy="1081261"/>
          </a:xfrm>
        </p:spPr>
        <p:txBody>
          <a:bodyPr/>
          <a:lstStyle/>
          <a:p>
            <a:r>
              <a:rPr lang="en-GB" dirty="0"/>
              <a:t>A loop inside another loop.</a:t>
            </a:r>
          </a:p>
          <a:p>
            <a:r>
              <a:rPr lang="en-GB" dirty="0"/>
              <a:t>Can combine different types of loops (for, while, do-while).</a:t>
            </a:r>
          </a:p>
          <a:p>
            <a:r>
              <a:rPr lang="en-GB" dirty="0"/>
              <a:t>The inner loop must be entirely contained in the outer loop.</a:t>
            </a:r>
          </a:p>
        </p:txBody>
      </p:sp>
      <p:pic>
        <p:nvPicPr>
          <p:cNvPr id="4" name="Content Placeholder 2" descr="A part of a flowchart. Decision: test of outer loop control variable. If true, decision: test of inner loop control variable. If true, process: body of inner loop. Loop to decision for test of inner loop control variable. If false, loop to decision for test of outer loop control variable. If the decision for test of outer loop control variable is false, proceed to next step.">
            <a:extLst>
              <a:ext uri="{FF2B5EF4-FFF2-40B4-BE49-F238E27FC236}">
                <a16:creationId xmlns:a16="http://schemas.microsoft.com/office/drawing/2014/main" id="{EB6E0BB4-DEE9-2494-68AB-0C2DCB5C0440}"/>
              </a:ext>
            </a:extLst>
          </p:cNvPr>
          <p:cNvPicPr>
            <a:picLocks noChangeAspect="1"/>
          </p:cNvPicPr>
          <p:nvPr/>
        </p:nvPicPr>
        <p:blipFill>
          <a:blip r:embed="rId2"/>
          <a:srcRect/>
          <a:stretch/>
        </p:blipFill>
        <p:spPr>
          <a:xfrm>
            <a:off x="2850355" y="2841033"/>
            <a:ext cx="3858785" cy="1890957"/>
          </a:xfrm>
          <a:prstGeom prst="rect">
            <a:avLst/>
          </a:prstGeom>
        </p:spPr>
      </p:pic>
      <p:sp>
        <p:nvSpPr>
          <p:cNvPr id="5" name="TextBox 4">
            <a:extLst>
              <a:ext uri="{FF2B5EF4-FFF2-40B4-BE49-F238E27FC236}">
                <a16:creationId xmlns:a16="http://schemas.microsoft.com/office/drawing/2014/main" id="{9D49DDA0-CA2C-5830-D850-9686B8776CC0}"/>
              </a:ext>
            </a:extLst>
          </p:cNvPr>
          <p:cNvSpPr txBox="1"/>
          <p:nvPr/>
        </p:nvSpPr>
        <p:spPr>
          <a:xfrm>
            <a:off x="395536" y="2346424"/>
            <a:ext cx="3319214" cy="307777"/>
          </a:xfrm>
          <a:prstGeom prst="rect">
            <a:avLst/>
          </a:prstGeom>
          <a:noFill/>
        </p:spPr>
        <p:txBody>
          <a:bodyPr wrap="square">
            <a:spAutoFit/>
          </a:bodyPr>
          <a:lstStyle/>
          <a:p>
            <a:r>
              <a:rPr lang="en-GB" sz="1400" dirty="0">
                <a:latin typeface="+mn-lt"/>
                <a:ea typeface="ＭＳ Ｐゴシック" charset="0"/>
              </a:rPr>
              <a:t>Example</a:t>
            </a:r>
            <a:r>
              <a:rPr lang="en-GB" sz="1400">
                <a:latin typeface="+mn-lt"/>
                <a:ea typeface="ＭＳ Ｐゴシック" charset="0"/>
              </a:rPr>
              <a:t>: </a:t>
            </a:r>
            <a:r>
              <a:rPr lang="en-GB" sz="1200" b="0">
                <a:highlight>
                  <a:srgbClr val="C0C0C0"/>
                </a:highlight>
                <a:latin typeface="Courier New" panose="02070309020205020404" pitchFamily="49" charset="0"/>
                <a:cs typeface="Courier New" panose="02070309020205020404" pitchFamily="49" charset="0"/>
              </a:rPr>
              <a:t>LoopExample7_</a:t>
            </a:r>
            <a:r>
              <a:rPr lang="en-GB" sz="1200" b="0" dirty="0">
                <a:highlight>
                  <a:srgbClr val="C0C0C0"/>
                </a:highlight>
                <a:latin typeface="Courier New" panose="02070309020205020404" pitchFamily="49" charset="0"/>
                <a:cs typeface="Courier New" panose="02070309020205020404" pitchFamily="49" charset="0"/>
              </a:rPr>
              <a:t>NestedLoop</a:t>
            </a:r>
            <a:endParaRPr lang="en-GB" sz="1200" b="0" dirty="0"/>
          </a:p>
        </p:txBody>
      </p:sp>
    </p:spTree>
    <p:extLst>
      <p:ext uri="{BB962C8B-B14F-4D97-AF65-F5344CB8AC3E}">
        <p14:creationId xmlns:p14="http://schemas.microsoft.com/office/powerpoint/2010/main" val="25904726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11F6F-2F33-4E42-A388-F1271CF5A953}"/>
              </a:ext>
            </a:extLst>
          </p:cNvPr>
          <p:cNvSpPr>
            <a:spLocks noGrp="1"/>
          </p:cNvSpPr>
          <p:nvPr>
            <p:ph type="title"/>
          </p:nvPr>
        </p:nvSpPr>
        <p:spPr/>
        <p:txBody>
          <a:bodyPr/>
          <a:lstStyle/>
          <a:p>
            <a:r>
              <a:rPr lang="en-GB" dirty="0"/>
              <a:t>Nested Loop</a:t>
            </a:r>
          </a:p>
        </p:txBody>
      </p:sp>
      <p:sp>
        <p:nvSpPr>
          <p:cNvPr id="3" name="Content Placeholder 2">
            <a:extLst>
              <a:ext uri="{FF2B5EF4-FFF2-40B4-BE49-F238E27FC236}">
                <a16:creationId xmlns:a16="http://schemas.microsoft.com/office/drawing/2014/main" id="{40FA72CE-190F-4254-A3EA-0551BCF49389}"/>
              </a:ext>
            </a:extLst>
          </p:cNvPr>
          <p:cNvSpPr>
            <a:spLocks noGrp="1"/>
          </p:cNvSpPr>
          <p:nvPr>
            <p:ph idx="1"/>
          </p:nvPr>
        </p:nvSpPr>
        <p:spPr>
          <a:xfrm>
            <a:off x="395536" y="1347614"/>
            <a:ext cx="8119814" cy="1081261"/>
          </a:xfrm>
        </p:spPr>
        <p:txBody>
          <a:bodyPr/>
          <a:lstStyle/>
          <a:p>
            <a:pPr marL="0" indent="0">
              <a:buNone/>
            </a:pPr>
            <a:r>
              <a:rPr lang="en-GB" b="1" dirty="0">
                <a:solidFill>
                  <a:srgbClr val="0070C0"/>
                </a:solidFill>
              </a:rPr>
              <a:t>Example</a:t>
            </a:r>
          </a:p>
          <a:p>
            <a:pPr marL="0" indent="0">
              <a:buNone/>
            </a:pPr>
            <a:r>
              <a:rPr lang="en-GB" dirty="0"/>
              <a:t>Write a Java program that prompts the user for an integer n and then prints a pattern of numbers from 1 up to n in ascending order.</a:t>
            </a:r>
          </a:p>
        </p:txBody>
      </p:sp>
      <p:sp>
        <p:nvSpPr>
          <p:cNvPr id="5" name="TextBox 4">
            <a:extLst>
              <a:ext uri="{FF2B5EF4-FFF2-40B4-BE49-F238E27FC236}">
                <a16:creationId xmlns:a16="http://schemas.microsoft.com/office/drawing/2014/main" id="{9D49DDA0-CA2C-5830-D850-9686B8776CC0}"/>
              </a:ext>
            </a:extLst>
          </p:cNvPr>
          <p:cNvSpPr txBox="1"/>
          <p:nvPr/>
        </p:nvSpPr>
        <p:spPr>
          <a:xfrm>
            <a:off x="1333964" y="1412299"/>
            <a:ext cx="2351344" cy="276999"/>
          </a:xfrm>
          <a:prstGeom prst="rect">
            <a:avLst/>
          </a:prstGeom>
          <a:noFill/>
        </p:spPr>
        <p:txBody>
          <a:bodyPr wrap="square">
            <a:spAutoFit/>
          </a:bodyPr>
          <a:lstStyle/>
          <a:p>
            <a:r>
              <a:rPr lang="en-GB" sz="1200" b="0" dirty="0">
                <a:highlight>
                  <a:srgbClr val="C0C0C0"/>
                </a:highlight>
                <a:latin typeface="Courier New" panose="02070309020205020404" pitchFamily="49" charset="0"/>
                <a:cs typeface="Courier New" panose="02070309020205020404" pitchFamily="49" charset="0"/>
              </a:rPr>
              <a:t>LoopExample7_NestedLoop</a:t>
            </a:r>
            <a:endParaRPr lang="en-GB" sz="1200" b="0" dirty="0"/>
          </a:p>
        </p:txBody>
      </p:sp>
      <p:pic>
        <p:nvPicPr>
          <p:cNvPr id="12" name="Picture 11">
            <a:extLst>
              <a:ext uri="{FF2B5EF4-FFF2-40B4-BE49-F238E27FC236}">
                <a16:creationId xmlns:a16="http://schemas.microsoft.com/office/drawing/2014/main" id="{7363F77D-AC2E-147A-4EC0-2C1C1C48E831}"/>
              </a:ext>
            </a:extLst>
          </p:cNvPr>
          <p:cNvPicPr>
            <a:picLocks noChangeAspect="1"/>
          </p:cNvPicPr>
          <p:nvPr/>
        </p:nvPicPr>
        <p:blipFill>
          <a:blip r:embed="rId2"/>
          <a:stretch>
            <a:fillRect/>
          </a:stretch>
        </p:blipFill>
        <p:spPr>
          <a:xfrm>
            <a:off x="3448182" y="2520719"/>
            <a:ext cx="1667108" cy="1257475"/>
          </a:xfrm>
          <a:prstGeom prst="rect">
            <a:avLst/>
          </a:prstGeom>
        </p:spPr>
      </p:pic>
    </p:spTree>
    <p:extLst>
      <p:ext uri="{BB962C8B-B14F-4D97-AF65-F5344CB8AC3E}">
        <p14:creationId xmlns:p14="http://schemas.microsoft.com/office/powerpoint/2010/main" val="2268906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8DE37-13AD-7A2A-BFF3-86B944C0A05B}"/>
              </a:ext>
            </a:extLst>
          </p:cNvPr>
          <p:cNvSpPr>
            <a:spLocks noGrp="1"/>
          </p:cNvSpPr>
          <p:nvPr>
            <p:ph type="title"/>
          </p:nvPr>
        </p:nvSpPr>
        <p:spPr/>
        <p:txBody>
          <a:bodyPr/>
          <a:lstStyle/>
          <a:p>
            <a:r>
              <a:rPr lang="en-GB" dirty="0"/>
              <a:t>Loop control statements</a:t>
            </a:r>
          </a:p>
        </p:txBody>
      </p:sp>
      <p:sp>
        <p:nvSpPr>
          <p:cNvPr id="3" name="Content Placeholder 2">
            <a:extLst>
              <a:ext uri="{FF2B5EF4-FFF2-40B4-BE49-F238E27FC236}">
                <a16:creationId xmlns:a16="http://schemas.microsoft.com/office/drawing/2014/main" id="{761C322F-6BD3-3604-A890-082C6286BA6F}"/>
              </a:ext>
            </a:extLst>
          </p:cNvPr>
          <p:cNvSpPr>
            <a:spLocks noGrp="1"/>
          </p:cNvSpPr>
          <p:nvPr>
            <p:ph idx="1"/>
          </p:nvPr>
        </p:nvSpPr>
        <p:spPr/>
        <p:txBody>
          <a:bodyPr/>
          <a:lstStyle/>
          <a:p>
            <a:pPr marL="0" indent="0">
              <a:buNone/>
            </a:pPr>
            <a:r>
              <a:rPr lang="en-GB" b="1" dirty="0">
                <a:solidFill>
                  <a:srgbClr val="0070C0"/>
                </a:solidFill>
                <a:latin typeface="Courier New" panose="02070309020205020404" pitchFamily="49" charset="0"/>
                <a:cs typeface="Courier New" panose="02070309020205020404" pitchFamily="49" charset="0"/>
              </a:rPr>
              <a:t>break</a:t>
            </a:r>
            <a:r>
              <a:rPr lang="en-GB" b="1" dirty="0">
                <a:solidFill>
                  <a:srgbClr val="0070C0"/>
                </a:solidFill>
              </a:rPr>
              <a:t> and </a:t>
            </a:r>
            <a:r>
              <a:rPr lang="en-GB" b="1" dirty="0">
                <a:solidFill>
                  <a:srgbClr val="0070C0"/>
                </a:solidFill>
                <a:latin typeface="Courier New" panose="02070309020205020404" pitchFamily="49" charset="0"/>
                <a:cs typeface="Courier New" panose="02070309020205020404" pitchFamily="49" charset="0"/>
              </a:rPr>
              <a:t>continue</a:t>
            </a:r>
          </a:p>
          <a:p>
            <a:r>
              <a:rPr lang="en-GB" dirty="0"/>
              <a:t>Use these two control statements to change the loop behaviour:</a:t>
            </a:r>
          </a:p>
          <a:p>
            <a:r>
              <a:rPr lang="en-GB" kern="1200" dirty="0">
                <a:highlight>
                  <a:srgbClr val="C0C0C0"/>
                </a:highlight>
                <a:latin typeface="Courier New" panose="02070309020205020404" pitchFamily="49" charset="0"/>
                <a:ea typeface="ＭＳ Ｐゴシック" panose="020B0600070205080204" pitchFamily="34" charset="-128"/>
                <a:cs typeface="Courier New" panose="02070309020205020404" pitchFamily="49" charset="0"/>
              </a:rPr>
              <a:t>break</a:t>
            </a:r>
            <a:r>
              <a:rPr lang="en-GB" dirty="0"/>
              <a:t>: exits the loop entirely.</a:t>
            </a:r>
          </a:p>
          <a:p>
            <a:pPr lvl="1"/>
            <a:r>
              <a:rPr lang="en-GB" dirty="0"/>
              <a:t>Commonly used in a search scenario – exists the loop when the target is found.</a:t>
            </a:r>
          </a:p>
          <a:p>
            <a:r>
              <a:rPr lang="en-GB" kern="1200" dirty="0">
                <a:highlight>
                  <a:srgbClr val="C0C0C0"/>
                </a:highlight>
                <a:latin typeface="Courier New" panose="02070309020205020404" pitchFamily="49" charset="0"/>
                <a:ea typeface="ＭＳ Ｐゴシック" panose="020B0600070205080204" pitchFamily="34" charset="-128"/>
                <a:cs typeface="Courier New" panose="02070309020205020404" pitchFamily="49" charset="0"/>
              </a:rPr>
              <a:t>continue</a:t>
            </a:r>
            <a:r>
              <a:rPr lang="en-GB" dirty="0"/>
              <a:t>: skips the current iteration and continues with the next one.</a:t>
            </a:r>
          </a:p>
          <a:p>
            <a:pPr lvl="1"/>
            <a:r>
              <a:rPr lang="en-GB" dirty="0"/>
              <a:t>Skipping invalid data or outliers in data processing.</a:t>
            </a:r>
          </a:p>
        </p:txBody>
      </p:sp>
      <p:sp>
        <p:nvSpPr>
          <p:cNvPr id="4" name="TextBox 3">
            <a:extLst>
              <a:ext uri="{FF2B5EF4-FFF2-40B4-BE49-F238E27FC236}">
                <a16:creationId xmlns:a16="http://schemas.microsoft.com/office/drawing/2014/main" id="{D5DA1E76-AA15-2113-89D9-E3074EF3C61B}"/>
              </a:ext>
            </a:extLst>
          </p:cNvPr>
          <p:cNvSpPr txBox="1"/>
          <p:nvPr/>
        </p:nvSpPr>
        <p:spPr>
          <a:xfrm>
            <a:off x="478662" y="3295461"/>
            <a:ext cx="5347173" cy="338554"/>
          </a:xfrm>
          <a:prstGeom prst="rect">
            <a:avLst/>
          </a:prstGeom>
          <a:noFill/>
        </p:spPr>
        <p:txBody>
          <a:bodyPr wrap="square">
            <a:spAutoFit/>
          </a:bodyPr>
          <a:lstStyle/>
          <a:p>
            <a:r>
              <a:rPr lang="en-GB" sz="1400" dirty="0">
                <a:latin typeface="+mn-lt"/>
                <a:ea typeface="ＭＳ Ｐゴシック" charset="0"/>
              </a:rPr>
              <a:t>Example: </a:t>
            </a:r>
            <a:r>
              <a:rPr lang="en-GB" sz="1200" b="0" dirty="0">
                <a:highlight>
                  <a:srgbClr val="C0C0C0"/>
                </a:highlight>
                <a:latin typeface="Courier New" panose="02070309020205020404" pitchFamily="49" charset="0"/>
                <a:cs typeface="Courier New" panose="02070309020205020404" pitchFamily="49" charset="0"/>
              </a:rPr>
              <a:t>LoopExample8_Break</a:t>
            </a:r>
            <a:r>
              <a:rPr lang="en-GB" sz="1400" b="0" dirty="0">
                <a:latin typeface="+mn-lt"/>
                <a:ea typeface="ＭＳ Ｐゴシック" charset="0"/>
              </a:rPr>
              <a:t> </a:t>
            </a:r>
            <a:r>
              <a:rPr lang="en-GB" sz="1200" b="0" dirty="0">
                <a:latin typeface="+mn-lt"/>
                <a:ea typeface="ＭＳ Ｐゴシック" charset="0"/>
              </a:rPr>
              <a:t>and</a:t>
            </a:r>
            <a:r>
              <a:rPr lang="en-GB" sz="1600" b="0" dirty="0">
                <a:latin typeface="+mn-lt"/>
                <a:ea typeface="ＭＳ Ｐゴシック" charset="0"/>
              </a:rPr>
              <a:t> </a:t>
            </a:r>
            <a:r>
              <a:rPr lang="en-GB" sz="1200" b="0" dirty="0">
                <a:highlight>
                  <a:srgbClr val="C0C0C0"/>
                </a:highlight>
                <a:latin typeface="Courier New" panose="02070309020205020404" pitchFamily="49" charset="0"/>
                <a:cs typeface="Courier New" panose="02070309020205020404" pitchFamily="49" charset="0"/>
              </a:rPr>
              <a:t>LoopExample9_Continue</a:t>
            </a:r>
            <a:endParaRPr lang="en-GB" sz="1200" b="0" dirty="0"/>
          </a:p>
        </p:txBody>
      </p:sp>
    </p:spTree>
    <p:extLst>
      <p:ext uri="{BB962C8B-B14F-4D97-AF65-F5344CB8AC3E}">
        <p14:creationId xmlns:p14="http://schemas.microsoft.com/office/powerpoint/2010/main" val="4281617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B2911-C187-3F68-BBC7-A7F0C100101E}"/>
              </a:ext>
            </a:extLst>
          </p:cNvPr>
          <p:cNvSpPr>
            <a:spLocks noGrp="1"/>
          </p:cNvSpPr>
          <p:nvPr>
            <p:ph type="title"/>
          </p:nvPr>
        </p:nvSpPr>
        <p:spPr/>
        <p:txBody>
          <a:bodyPr/>
          <a:lstStyle/>
          <a:p>
            <a:r>
              <a:rPr lang="en-GB" dirty="0"/>
              <a:t>Improve Loop Performance</a:t>
            </a:r>
          </a:p>
        </p:txBody>
      </p:sp>
      <p:sp>
        <p:nvSpPr>
          <p:cNvPr id="3" name="Content Placeholder 2">
            <a:extLst>
              <a:ext uri="{FF2B5EF4-FFF2-40B4-BE49-F238E27FC236}">
                <a16:creationId xmlns:a16="http://schemas.microsoft.com/office/drawing/2014/main" id="{6157B3F1-247C-E5A6-6931-CA0264F5709B}"/>
              </a:ext>
            </a:extLst>
          </p:cNvPr>
          <p:cNvSpPr>
            <a:spLocks noGrp="1"/>
          </p:cNvSpPr>
          <p:nvPr>
            <p:ph idx="1"/>
          </p:nvPr>
        </p:nvSpPr>
        <p:spPr>
          <a:xfrm>
            <a:off x="395536" y="1347614"/>
            <a:ext cx="7772400" cy="370350"/>
          </a:xfrm>
        </p:spPr>
        <p:txBody>
          <a:bodyPr/>
          <a:lstStyle/>
          <a:p>
            <a:pPr marL="0" indent="0">
              <a:buNone/>
            </a:pPr>
            <a:r>
              <a:rPr lang="en-GB" b="1" dirty="0">
                <a:solidFill>
                  <a:srgbClr val="0070C0"/>
                </a:solidFill>
                <a:cs typeface="Courier New" panose="02070309020205020404" pitchFamily="49" charset="0"/>
              </a:rPr>
              <a:t>Avoiding Unnecessary Operations</a:t>
            </a:r>
          </a:p>
          <a:p>
            <a:pPr marL="0" indent="0">
              <a:buNone/>
            </a:pPr>
            <a:endParaRPr lang="en-GB" dirty="0"/>
          </a:p>
        </p:txBody>
      </p:sp>
      <p:sp>
        <p:nvSpPr>
          <p:cNvPr id="4" name="Rectangle 2">
            <a:extLst>
              <a:ext uri="{FF2B5EF4-FFF2-40B4-BE49-F238E27FC236}">
                <a16:creationId xmlns:a16="http://schemas.microsoft.com/office/drawing/2014/main" id="{5676348A-884C-A11D-31A8-3CBB709539B8}"/>
              </a:ext>
            </a:extLst>
          </p:cNvPr>
          <p:cNvSpPr>
            <a:spLocks noChangeArrowheads="1"/>
          </p:cNvSpPr>
          <p:nvPr/>
        </p:nvSpPr>
        <p:spPr bwMode="auto">
          <a:xfrm>
            <a:off x="4511122" y="1858302"/>
            <a:ext cx="1753884" cy="1077218"/>
          </a:xfrm>
          <a:prstGeom prst="rect">
            <a:avLst/>
          </a:prstGeom>
          <a:noFill/>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33B3"/>
                </a:solidFill>
                <a:effectLst/>
                <a:latin typeface="Arial Unicode MS"/>
                <a:ea typeface="JetBrains Mono"/>
              </a:rPr>
              <a:t>int </a:t>
            </a:r>
            <a:r>
              <a:rPr kumimoji="0" lang="en-US" altLang="en-US" sz="1600" b="0" i="0" u="none" strike="noStrike" cap="none" normalizeH="0" baseline="0" dirty="0">
                <a:ln>
                  <a:noFill/>
                </a:ln>
                <a:solidFill>
                  <a:srgbClr val="000000"/>
                </a:solidFill>
                <a:effectLst/>
                <a:latin typeface="Arial Unicode MS"/>
                <a:ea typeface="JetBrains Mono"/>
              </a:rPr>
              <a:t>sum = a + b</a:t>
            </a:r>
            <a:r>
              <a:rPr kumimoji="0" lang="en-US" altLang="en-US" sz="1600" b="0" i="0" u="none" strike="noStrike" cap="none" normalizeH="0" baseline="0" dirty="0">
                <a:ln>
                  <a:noFill/>
                </a:ln>
                <a:solidFill>
                  <a:srgbClr val="080808"/>
                </a:solidFill>
                <a:effectLst/>
                <a:latin typeface="Arial Unicode MS"/>
                <a:ea typeface="JetBrains Mono"/>
              </a:rPr>
              <a:t>;</a:t>
            </a:r>
            <a:br>
              <a:rPr kumimoji="0" lang="en-US" altLang="en-US" sz="1600" b="0" i="0" u="none" strike="noStrike" cap="none" normalizeH="0" baseline="0" dirty="0">
                <a:ln>
                  <a:noFill/>
                </a:ln>
                <a:solidFill>
                  <a:srgbClr val="080808"/>
                </a:solidFill>
                <a:effectLst/>
                <a:latin typeface="Arial Unicode MS"/>
                <a:ea typeface="JetBrains Mono"/>
              </a:rPr>
            </a:br>
            <a:r>
              <a:rPr kumimoji="0" lang="en-US" altLang="en-US" sz="1600" b="0" i="0" u="none" strike="noStrike" cap="none" normalizeH="0" baseline="0" dirty="0">
                <a:ln>
                  <a:noFill/>
                </a:ln>
                <a:solidFill>
                  <a:srgbClr val="0033B3"/>
                </a:solidFill>
                <a:effectLst/>
                <a:latin typeface="Arial Unicode MS"/>
                <a:ea typeface="JetBrains Mono"/>
              </a:rPr>
              <a:t>while </a:t>
            </a:r>
            <a:r>
              <a:rPr kumimoji="0" lang="en-US" altLang="en-US" sz="1600" b="0" i="0" u="none" strike="noStrike" cap="none" normalizeH="0" baseline="0" dirty="0">
                <a:ln>
                  <a:noFill/>
                </a:ln>
                <a:solidFill>
                  <a:srgbClr val="B4960A"/>
                </a:solidFill>
                <a:effectLst/>
                <a:latin typeface="Arial Unicode MS"/>
                <a:ea typeface="JetBrains Mono"/>
              </a:rPr>
              <a:t>(</a:t>
            </a:r>
            <a:r>
              <a:rPr lang="en-US" altLang="en-US" sz="1600" b="0" dirty="0">
                <a:solidFill>
                  <a:srgbClr val="000000"/>
                </a:solidFill>
                <a:latin typeface="Arial Unicode MS"/>
                <a:ea typeface="JetBrains Mono"/>
              </a:rPr>
              <a:t>x</a:t>
            </a:r>
            <a:r>
              <a:rPr kumimoji="0" lang="en-US" altLang="en-US" sz="1600" b="0" i="0" u="none" strike="noStrike" cap="none" normalizeH="0" baseline="0" dirty="0">
                <a:ln>
                  <a:noFill/>
                </a:ln>
                <a:solidFill>
                  <a:srgbClr val="000000"/>
                </a:solidFill>
                <a:effectLst/>
                <a:latin typeface="Arial Unicode MS"/>
                <a:ea typeface="JetBrains Mono"/>
              </a:rPr>
              <a:t> </a:t>
            </a:r>
            <a:r>
              <a:rPr kumimoji="0" lang="en-US" altLang="en-US" sz="1600" b="0" i="0" u="none" strike="noStrike" cap="none" normalizeH="0" baseline="0" dirty="0">
                <a:ln>
                  <a:noFill/>
                </a:ln>
                <a:solidFill>
                  <a:srgbClr val="B4960A"/>
                </a:solidFill>
                <a:effectLst/>
                <a:latin typeface="Arial Unicode MS"/>
                <a:ea typeface="JetBrains Mono"/>
              </a:rPr>
              <a:t>&lt; </a:t>
            </a:r>
            <a:r>
              <a:rPr kumimoji="0" lang="en-US" altLang="en-US" sz="1600" b="0" i="0" u="none" strike="noStrike" cap="none" normalizeH="0" baseline="0" dirty="0">
                <a:ln>
                  <a:noFill/>
                </a:ln>
                <a:solidFill>
                  <a:schemeClr val="tx1"/>
                </a:solidFill>
                <a:effectLst/>
                <a:latin typeface="Arial Unicode MS"/>
                <a:ea typeface="JetBrains Mono"/>
              </a:rPr>
              <a:t>sum</a:t>
            </a:r>
            <a:r>
              <a:rPr kumimoji="0" lang="en-US" altLang="en-US" sz="1600" b="0" i="0" u="none" strike="noStrike" cap="none" normalizeH="0" baseline="0" dirty="0">
                <a:ln>
                  <a:noFill/>
                </a:ln>
                <a:solidFill>
                  <a:srgbClr val="B4960A"/>
                </a:solidFill>
                <a:effectLst/>
                <a:latin typeface="Arial Unicode MS"/>
                <a:ea typeface="JetBrains Mono"/>
              </a:rPr>
              <a:t>) </a:t>
            </a:r>
            <a:r>
              <a:rPr kumimoji="0" lang="en-US" altLang="en-US" sz="1600" b="0" i="0" u="none" strike="noStrike" cap="none" normalizeH="0" baseline="0" dirty="0">
                <a:ln>
                  <a:noFill/>
                </a:ln>
                <a:solidFill>
                  <a:srgbClr val="BC0BA2"/>
                </a:solidFill>
                <a:effectLst/>
                <a:latin typeface="Arial Unicode MS"/>
                <a:ea typeface="JetBrains Mono"/>
              </a:rPr>
              <a:t>{</a:t>
            </a:r>
            <a:br>
              <a:rPr kumimoji="0" lang="en-US" altLang="en-US" sz="1600" b="0" i="0" u="none" strike="noStrike" cap="none" normalizeH="0" baseline="0" dirty="0">
                <a:ln>
                  <a:noFill/>
                </a:ln>
                <a:solidFill>
                  <a:srgbClr val="BC0BA2"/>
                </a:solidFill>
                <a:effectLst/>
                <a:latin typeface="Arial Unicode MS"/>
                <a:ea typeface="JetBrains Mono"/>
              </a:rPr>
            </a:br>
            <a:r>
              <a:rPr lang="en-US" altLang="en-US" sz="1600" b="0" dirty="0">
                <a:solidFill>
                  <a:srgbClr val="BC0BA2"/>
                </a:solidFill>
                <a:latin typeface="Arial Unicode MS"/>
                <a:ea typeface="JetBrains Mono"/>
              </a:rPr>
              <a:t>    // loop body</a:t>
            </a:r>
            <a:r>
              <a:rPr kumimoji="0" lang="en-US" altLang="en-US" sz="1600" b="0" i="0" u="none" strike="noStrike" cap="none" normalizeH="0" baseline="0" dirty="0">
                <a:ln>
                  <a:noFill/>
                </a:ln>
                <a:solidFill>
                  <a:srgbClr val="BC0BA2"/>
                </a:solidFill>
                <a:effectLst/>
                <a:latin typeface="Arial Unicode MS"/>
                <a:ea typeface="JetBrains Mono"/>
              </a:rPr>
              <a:t>    </a:t>
            </a:r>
            <a:br>
              <a:rPr kumimoji="0" lang="en-US" altLang="en-US" sz="1600" b="0" i="0" u="none" strike="noStrike" cap="none" normalizeH="0" baseline="0" dirty="0">
                <a:ln>
                  <a:noFill/>
                </a:ln>
                <a:solidFill>
                  <a:srgbClr val="080808"/>
                </a:solidFill>
                <a:effectLst/>
                <a:latin typeface="Arial Unicode MS"/>
                <a:ea typeface="JetBrains Mono"/>
              </a:rPr>
            </a:br>
            <a:r>
              <a:rPr kumimoji="0" lang="en-US" altLang="en-US" sz="1600" b="0" i="0" u="none" strike="noStrike" cap="none" normalizeH="0" baseline="0" dirty="0">
                <a:ln>
                  <a:noFill/>
                </a:ln>
                <a:solidFill>
                  <a:srgbClr val="BC0BA2"/>
                </a:solidFill>
                <a:effectLst/>
                <a:latin typeface="Arial Unicode MS"/>
                <a:ea typeface="JetBrains Mono"/>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DB3B5942-F60C-3888-69C0-F9DDF50A4E46}"/>
              </a:ext>
            </a:extLst>
          </p:cNvPr>
          <p:cNvSpPr>
            <a:spLocks noChangeArrowheads="1"/>
          </p:cNvSpPr>
          <p:nvPr/>
        </p:nvSpPr>
        <p:spPr bwMode="auto">
          <a:xfrm>
            <a:off x="2468259" y="1860095"/>
            <a:ext cx="1813477" cy="830997"/>
          </a:xfrm>
          <a:prstGeom prst="rect">
            <a:avLst/>
          </a:prstGeom>
          <a:noFill/>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33B3"/>
                </a:solidFill>
                <a:effectLst/>
                <a:latin typeface="Arial Unicode MS"/>
                <a:ea typeface="JetBrains Mono"/>
              </a:rPr>
              <a:t>while </a:t>
            </a:r>
            <a:r>
              <a:rPr kumimoji="0" lang="en-US" altLang="en-US" sz="1600" b="0" i="0" u="none" strike="noStrike" cap="none" normalizeH="0" baseline="0" dirty="0">
                <a:ln>
                  <a:noFill/>
                </a:ln>
                <a:solidFill>
                  <a:srgbClr val="B4960A"/>
                </a:solidFill>
                <a:effectLst/>
                <a:latin typeface="Arial Unicode MS"/>
                <a:ea typeface="JetBrains Mono"/>
              </a:rPr>
              <a:t>(</a:t>
            </a:r>
            <a:r>
              <a:rPr lang="en-US" altLang="en-US" sz="1600" b="0" dirty="0">
                <a:solidFill>
                  <a:srgbClr val="000000"/>
                </a:solidFill>
                <a:latin typeface="Arial Unicode MS"/>
                <a:ea typeface="JetBrains Mono"/>
              </a:rPr>
              <a:t>x</a:t>
            </a:r>
            <a:r>
              <a:rPr kumimoji="0" lang="en-US" altLang="en-US" sz="1600" b="0" i="0" u="none" strike="noStrike" cap="none" normalizeH="0" baseline="0" dirty="0">
                <a:ln>
                  <a:noFill/>
                </a:ln>
                <a:solidFill>
                  <a:srgbClr val="000000"/>
                </a:solidFill>
                <a:effectLst/>
                <a:latin typeface="Arial Unicode MS"/>
                <a:ea typeface="JetBrains Mono"/>
              </a:rPr>
              <a:t> </a:t>
            </a:r>
            <a:r>
              <a:rPr kumimoji="0" lang="en-US" altLang="en-US" sz="1600" b="0" i="0" u="none" strike="noStrike" cap="none" normalizeH="0" baseline="0" dirty="0">
                <a:ln>
                  <a:noFill/>
                </a:ln>
                <a:solidFill>
                  <a:srgbClr val="B4960A"/>
                </a:solidFill>
                <a:effectLst/>
                <a:latin typeface="Arial Unicode MS"/>
                <a:ea typeface="JetBrains Mono"/>
              </a:rPr>
              <a:t>&lt; </a:t>
            </a:r>
            <a:r>
              <a:rPr kumimoji="0" lang="en-US" altLang="en-US" sz="1600" b="0" i="0" u="none" strike="noStrike" cap="none" normalizeH="0" baseline="0" dirty="0">
                <a:ln>
                  <a:noFill/>
                </a:ln>
                <a:solidFill>
                  <a:schemeClr val="tx1"/>
                </a:solidFill>
                <a:effectLst/>
                <a:latin typeface="Arial Unicode MS"/>
                <a:ea typeface="JetBrains Mono"/>
              </a:rPr>
              <a:t>a + b</a:t>
            </a:r>
            <a:r>
              <a:rPr kumimoji="0" lang="en-US" altLang="en-US" sz="1600" b="0" i="0" u="none" strike="noStrike" cap="none" normalizeH="0" baseline="0" dirty="0">
                <a:ln>
                  <a:noFill/>
                </a:ln>
                <a:solidFill>
                  <a:srgbClr val="B4960A"/>
                </a:solidFill>
                <a:effectLst/>
                <a:latin typeface="Arial Unicode MS"/>
                <a:ea typeface="JetBrains Mono"/>
              </a:rPr>
              <a:t>) </a:t>
            </a:r>
            <a:r>
              <a:rPr kumimoji="0" lang="en-US" altLang="en-US" sz="1600" b="0" i="0" u="none" strike="noStrike" cap="none" normalizeH="0" baseline="0" dirty="0">
                <a:ln>
                  <a:noFill/>
                </a:ln>
                <a:solidFill>
                  <a:srgbClr val="BC0BA2"/>
                </a:solidFill>
                <a:effectLst/>
                <a:latin typeface="Arial Unicode MS"/>
                <a:ea typeface="JetBrains Mono"/>
              </a:rPr>
              <a:t>{</a:t>
            </a:r>
            <a:br>
              <a:rPr kumimoji="0" lang="en-US" altLang="en-US" sz="1600" b="0" i="0" u="none" strike="noStrike" cap="none" normalizeH="0" baseline="0" dirty="0">
                <a:ln>
                  <a:noFill/>
                </a:ln>
                <a:solidFill>
                  <a:srgbClr val="BC0BA2"/>
                </a:solidFill>
                <a:effectLst/>
                <a:latin typeface="Arial Unicode MS"/>
                <a:ea typeface="JetBrains Mono"/>
              </a:rPr>
            </a:br>
            <a:r>
              <a:rPr lang="en-US" altLang="en-US" sz="1600" b="0" dirty="0">
                <a:solidFill>
                  <a:srgbClr val="BC0BA2"/>
                </a:solidFill>
                <a:latin typeface="Arial Unicode MS"/>
                <a:ea typeface="JetBrains Mono"/>
              </a:rPr>
              <a:t>    // loop body</a:t>
            </a:r>
            <a:r>
              <a:rPr kumimoji="0" lang="en-US" altLang="en-US" sz="1600" b="0" i="0" u="none" strike="noStrike" cap="none" normalizeH="0" baseline="0" dirty="0">
                <a:ln>
                  <a:noFill/>
                </a:ln>
                <a:solidFill>
                  <a:srgbClr val="BC0BA2"/>
                </a:solidFill>
                <a:effectLst/>
                <a:latin typeface="Arial Unicode MS"/>
                <a:ea typeface="JetBrains Mono"/>
              </a:rPr>
              <a:t>    </a:t>
            </a:r>
            <a:br>
              <a:rPr kumimoji="0" lang="en-US" altLang="en-US" sz="1600" b="0" i="0" u="none" strike="noStrike" cap="none" normalizeH="0" baseline="0" dirty="0">
                <a:ln>
                  <a:noFill/>
                </a:ln>
                <a:solidFill>
                  <a:srgbClr val="080808"/>
                </a:solidFill>
                <a:effectLst/>
                <a:latin typeface="Arial Unicode MS"/>
                <a:ea typeface="JetBrains Mono"/>
              </a:rPr>
            </a:br>
            <a:r>
              <a:rPr kumimoji="0" lang="en-US" altLang="en-US" sz="1600" b="0" i="0" u="none" strike="noStrike" cap="none" normalizeH="0" baseline="0" dirty="0">
                <a:ln>
                  <a:noFill/>
                </a:ln>
                <a:solidFill>
                  <a:srgbClr val="BC0BA2"/>
                </a:solidFill>
                <a:effectLst/>
                <a:latin typeface="Arial Unicode MS"/>
                <a:ea typeface="JetBrains Mono"/>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A72999D1-3728-428E-2525-ED57B1B19946}"/>
              </a:ext>
            </a:extLst>
          </p:cNvPr>
          <p:cNvSpPr txBox="1"/>
          <p:nvPr/>
        </p:nvSpPr>
        <p:spPr>
          <a:xfrm>
            <a:off x="554863" y="3311397"/>
            <a:ext cx="7772400" cy="584775"/>
          </a:xfrm>
          <a:prstGeom prst="rect">
            <a:avLst/>
          </a:prstGeom>
          <a:noFill/>
        </p:spPr>
        <p:txBody>
          <a:bodyPr wrap="square" rtlCol="0">
            <a:spAutoFit/>
          </a:bodyPr>
          <a:lstStyle/>
          <a:p>
            <a:r>
              <a:rPr lang="en-GB" sz="1600" b="0" dirty="0"/>
              <a:t>The code on the right is more efficient than the code on the left, as it doesn’t need to recalculate the sum in every iteration.</a:t>
            </a:r>
          </a:p>
        </p:txBody>
      </p:sp>
    </p:spTree>
    <p:extLst>
      <p:ext uri="{BB962C8B-B14F-4D97-AF65-F5344CB8AC3E}">
        <p14:creationId xmlns:p14="http://schemas.microsoft.com/office/powerpoint/2010/main" val="298214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B2911-C187-3F68-BBC7-A7F0C100101E}"/>
              </a:ext>
            </a:extLst>
          </p:cNvPr>
          <p:cNvSpPr>
            <a:spLocks noGrp="1"/>
          </p:cNvSpPr>
          <p:nvPr>
            <p:ph type="title"/>
          </p:nvPr>
        </p:nvSpPr>
        <p:spPr/>
        <p:txBody>
          <a:bodyPr/>
          <a:lstStyle/>
          <a:p>
            <a:r>
              <a:rPr lang="en-GB" dirty="0"/>
              <a:t>Improve Loop Performance</a:t>
            </a:r>
          </a:p>
        </p:txBody>
      </p:sp>
      <p:sp>
        <p:nvSpPr>
          <p:cNvPr id="3" name="Content Placeholder 2">
            <a:extLst>
              <a:ext uri="{FF2B5EF4-FFF2-40B4-BE49-F238E27FC236}">
                <a16:creationId xmlns:a16="http://schemas.microsoft.com/office/drawing/2014/main" id="{6157B3F1-247C-E5A6-6931-CA0264F5709B}"/>
              </a:ext>
            </a:extLst>
          </p:cNvPr>
          <p:cNvSpPr>
            <a:spLocks noGrp="1"/>
          </p:cNvSpPr>
          <p:nvPr>
            <p:ph idx="1"/>
          </p:nvPr>
        </p:nvSpPr>
        <p:spPr>
          <a:xfrm>
            <a:off x="395536" y="1347613"/>
            <a:ext cx="7772400" cy="2843387"/>
          </a:xfrm>
        </p:spPr>
        <p:txBody>
          <a:bodyPr/>
          <a:lstStyle/>
          <a:p>
            <a:pPr marL="0" indent="0">
              <a:buNone/>
            </a:pPr>
            <a:r>
              <a:rPr lang="en-GB" b="1" dirty="0">
                <a:solidFill>
                  <a:srgbClr val="0070C0"/>
                </a:solidFill>
                <a:cs typeface="Courier New" panose="02070309020205020404" pitchFamily="49" charset="0"/>
              </a:rPr>
              <a:t>The Order of Evaluation of Short-Circuit Operators</a:t>
            </a:r>
          </a:p>
          <a:p>
            <a:pPr marL="0" indent="0">
              <a:buNone/>
            </a:pPr>
            <a:r>
              <a:rPr lang="en-GB" dirty="0"/>
              <a:t>Short-circuit operators are logical operators in programming (e.g. &amp;&amp; and ||) that </a:t>
            </a:r>
            <a:r>
              <a:rPr lang="en-GB" dirty="0">
                <a:highlight>
                  <a:srgbClr val="FFFF00"/>
                </a:highlight>
              </a:rPr>
              <a:t>only evaluate the second operand if the first operand doesn't determine the outcome</a:t>
            </a:r>
            <a:r>
              <a:rPr lang="en-GB" dirty="0"/>
              <a:t>.</a:t>
            </a:r>
          </a:p>
          <a:p>
            <a:pPr marL="0" indent="0">
              <a:buNone/>
            </a:pPr>
            <a:r>
              <a:rPr lang="en-GB" sz="1400" b="1" kern="1200" dirty="0">
                <a:cs typeface="+mn-cs"/>
              </a:rPr>
              <a:t>Example: </a:t>
            </a:r>
            <a:r>
              <a:rPr lang="en-GB" sz="1200" kern="1200" dirty="0">
                <a:highlight>
                  <a:srgbClr val="C0C0C0"/>
                </a:highlight>
                <a:latin typeface="Courier New" panose="02070309020205020404" pitchFamily="49" charset="0"/>
                <a:ea typeface="ＭＳ Ｐゴシック" panose="020B0600070205080204" pitchFamily="34" charset="-128"/>
                <a:cs typeface="Courier New" panose="02070309020205020404" pitchFamily="49" charset="0"/>
              </a:rPr>
              <a:t>LoopExample10_SCO</a:t>
            </a:r>
          </a:p>
          <a:p>
            <a:pPr marL="0" indent="0">
              <a:buNone/>
            </a:pPr>
            <a:endParaRPr lang="en-GB" b="1" dirty="0">
              <a:solidFill>
                <a:srgbClr val="0070C0"/>
              </a:solidFill>
              <a:cs typeface="Courier New" panose="02070309020205020404" pitchFamily="49" charset="0"/>
            </a:endParaRPr>
          </a:p>
          <a:p>
            <a:r>
              <a:rPr lang="en-GB" dirty="0">
                <a:cs typeface="Courier New" panose="02070309020205020404" pitchFamily="49" charset="0"/>
              </a:rPr>
              <a:t>For the </a:t>
            </a:r>
            <a:r>
              <a:rPr lang="en-GB" kern="1200" dirty="0">
                <a:highlight>
                  <a:srgbClr val="C0C0C0"/>
                </a:highlight>
                <a:latin typeface="Courier New" panose="02070309020205020404" pitchFamily="49" charset="0"/>
                <a:ea typeface="ＭＳ Ｐゴシック" panose="020B0600070205080204" pitchFamily="34" charset="-128"/>
                <a:cs typeface="Courier New" panose="02070309020205020404" pitchFamily="49" charset="0"/>
              </a:rPr>
              <a:t>&amp;&amp;</a:t>
            </a:r>
            <a:r>
              <a:rPr lang="en-GB" dirty="0">
                <a:cs typeface="Courier New" panose="02070309020205020404" pitchFamily="49" charset="0"/>
              </a:rPr>
              <a:t> operator, test the least likely occurrence first.</a:t>
            </a:r>
          </a:p>
          <a:p>
            <a:r>
              <a:rPr lang="en-GB" dirty="0">
                <a:cs typeface="Courier New" panose="02070309020205020404" pitchFamily="49" charset="0"/>
              </a:rPr>
              <a:t>For the </a:t>
            </a:r>
            <a:r>
              <a:rPr lang="en-GB" kern="1200" dirty="0">
                <a:highlight>
                  <a:srgbClr val="C0C0C0"/>
                </a:highlight>
                <a:latin typeface="Courier New" panose="02070309020205020404" pitchFamily="49" charset="0"/>
                <a:ea typeface="ＭＳ Ｐゴシック" panose="020B0600070205080204" pitchFamily="34" charset="-128"/>
                <a:cs typeface="Courier New" panose="02070309020205020404" pitchFamily="49" charset="0"/>
              </a:rPr>
              <a:t>||</a:t>
            </a:r>
            <a:r>
              <a:rPr lang="en-GB" dirty="0">
                <a:cs typeface="Courier New" panose="02070309020205020404" pitchFamily="49" charset="0"/>
              </a:rPr>
              <a:t> operator, test the most likely occurrence first.</a:t>
            </a:r>
          </a:p>
          <a:p>
            <a:endParaRPr lang="en-GB" dirty="0">
              <a:cs typeface="Courier New" panose="02070309020205020404" pitchFamily="49" charset="0"/>
            </a:endParaRPr>
          </a:p>
          <a:p>
            <a:pPr marL="0" indent="0">
              <a:buNone/>
            </a:pPr>
            <a:endParaRPr lang="en-GB" b="1" dirty="0">
              <a:solidFill>
                <a:srgbClr val="0070C0"/>
              </a:solidFill>
              <a:cs typeface="Courier New" panose="02070309020205020404" pitchFamily="49" charset="0"/>
            </a:endParaRPr>
          </a:p>
          <a:p>
            <a:pPr marL="0" indent="0">
              <a:buNone/>
            </a:pPr>
            <a:endParaRPr lang="en-GB" dirty="0"/>
          </a:p>
        </p:txBody>
      </p:sp>
    </p:spTree>
    <p:extLst>
      <p:ext uri="{BB962C8B-B14F-4D97-AF65-F5344CB8AC3E}">
        <p14:creationId xmlns:p14="http://schemas.microsoft.com/office/powerpoint/2010/main" val="3245660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CB767-14B3-A8BC-A5B8-FC2B423FAAD8}"/>
              </a:ext>
            </a:extLst>
          </p:cNvPr>
          <p:cNvSpPr>
            <a:spLocks noGrp="1"/>
          </p:cNvSpPr>
          <p:nvPr>
            <p:ph type="title"/>
          </p:nvPr>
        </p:nvSpPr>
        <p:spPr/>
        <p:txBody>
          <a:bodyPr/>
          <a:lstStyle/>
          <a:p>
            <a:r>
              <a:rPr lang="en-GB" dirty="0"/>
              <a:t>Improve Loop Performance</a:t>
            </a:r>
          </a:p>
        </p:txBody>
      </p:sp>
      <p:sp>
        <p:nvSpPr>
          <p:cNvPr id="3" name="Content Placeholder 2">
            <a:extLst>
              <a:ext uri="{FF2B5EF4-FFF2-40B4-BE49-F238E27FC236}">
                <a16:creationId xmlns:a16="http://schemas.microsoft.com/office/drawing/2014/main" id="{DD3E241A-49B9-C5E3-1424-BA49EE266E66}"/>
              </a:ext>
            </a:extLst>
          </p:cNvPr>
          <p:cNvSpPr>
            <a:spLocks noGrp="1"/>
          </p:cNvSpPr>
          <p:nvPr>
            <p:ph idx="1"/>
          </p:nvPr>
        </p:nvSpPr>
        <p:spPr/>
        <p:txBody>
          <a:bodyPr/>
          <a:lstStyle/>
          <a:p>
            <a:pPr marL="0" indent="0">
              <a:buNone/>
            </a:pPr>
            <a:r>
              <a:rPr lang="en-GB" b="1" dirty="0">
                <a:solidFill>
                  <a:srgbClr val="0070C0"/>
                </a:solidFill>
                <a:cs typeface="Courier New" panose="02070309020205020404" pitchFamily="49" charset="0"/>
              </a:rPr>
              <a:t>Comparing to Zero</a:t>
            </a:r>
          </a:p>
          <a:p>
            <a:r>
              <a:rPr lang="en-GB" dirty="0"/>
              <a:t>Making a comparison to zero (0) is faster than making a comparison to any other value.</a:t>
            </a:r>
          </a:p>
          <a:p>
            <a:r>
              <a:rPr lang="en-GB" dirty="0"/>
              <a:t>To improve loop performance, compare the loop control variable to zero (0) if possible.</a:t>
            </a:r>
          </a:p>
          <a:p>
            <a:r>
              <a:rPr lang="en-GB" dirty="0"/>
              <a:t>Avoid: </a:t>
            </a:r>
            <a:r>
              <a:rPr lang="en-GB" kern="1200" dirty="0">
                <a:highlight>
                  <a:srgbClr val="C0C0C0"/>
                </a:highlight>
                <a:latin typeface="Courier New" panose="02070309020205020404" pitchFamily="49" charset="0"/>
                <a:ea typeface="ＭＳ Ｐゴシック" panose="020B0600070205080204" pitchFamily="34" charset="-128"/>
                <a:cs typeface="Courier New" panose="02070309020205020404" pitchFamily="49" charset="0"/>
              </a:rPr>
              <a:t>for (int i = 0; i &lt;= 9999; i++)</a:t>
            </a:r>
          </a:p>
          <a:p>
            <a:r>
              <a:rPr lang="en-GB" dirty="0"/>
              <a:t>Instead: </a:t>
            </a:r>
            <a:r>
              <a:rPr lang="en-GB" kern="1200" dirty="0">
                <a:highlight>
                  <a:srgbClr val="C0C0C0"/>
                </a:highlight>
                <a:latin typeface="Courier New" panose="02070309020205020404" pitchFamily="49" charset="0"/>
                <a:ea typeface="ＭＳ Ｐゴシック" panose="020B0600070205080204" pitchFamily="34" charset="-128"/>
                <a:cs typeface="Courier New" panose="02070309020205020404" pitchFamily="49" charset="0"/>
              </a:rPr>
              <a:t>for (int i = 9999; i &gt;= 0; i--)</a:t>
            </a:r>
          </a:p>
          <a:p>
            <a:endParaRPr lang="en-GB" dirty="0"/>
          </a:p>
        </p:txBody>
      </p:sp>
    </p:spTree>
    <p:extLst>
      <p:ext uri="{BB962C8B-B14F-4D97-AF65-F5344CB8AC3E}">
        <p14:creationId xmlns:p14="http://schemas.microsoft.com/office/powerpoint/2010/main" val="333833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2BF98-014D-0BFE-6EC3-285514000A26}"/>
              </a:ext>
            </a:extLst>
          </p:cNvPr>
          <p:cNvSpPr>
            <a:spLocks noGrp="1"/>
          </p:cNvSpPr>
          <p:nvPr>
            <p:ph type="title"/>
          </p:nvPr>
        </p:nvSpPr>
        <p:spPr/>
        <p:txBody>
          <a:bodyPr/>
          <a:lstStyle/>
          <a:p>
            <a:r>
              <a:rPr lang="en-GB" dirty="0"/>
              <a:t>Common Mistakes</a:t>
            </a:r>
          </a:p>
        </p:txBody>
      </p:sp>
      <p:sp>
        <p:nvSpPr>
          <p:cNvPr id="3" name="Content Placeholder 2">
            <a:extLst>
              <a:ext uri="{FF2B5EF4-FFF2-40B4-BE49-F238E27FC236}">
                <a16:creationId xmlns:a16="http://schemas.microsoft.com/office/drawing/2014/main" id="{44C13CE8-13D7-982E-6E53-02706B505719}"/>
              </a:ext>
            </a:extLst>
          </p:cNvPr>
          <p:cNvSpPr>
            <a:spLocks noGrp="1"/>
          </p:cNvSpPr>
          <p:nvPr>
            <p:ph idx="1"/>
          </p:nvPr>
        </p:nvSpPr>
        <p:spPr/>
        <p:txBody>
          <a:bodyPr/>
          <a:lstStyle/>
          <a:p>
            <a:r>
              <a:rPr lang="en-GB" dirty="0"/>
              <a:t>Forget to alter the control variable – </a:t>
            </a:r>
            <a:r>
              <a:rPr lang="en-GB" dirty="0">
                <a:solidFill>
                  <a:srgbClr val="FF0000"/>
                </a:solidFill>
              </a:rPr>
              <a:t>Infinite loop</a:t>
            </a:r>
            <a:r>
              <a:rPr lang="en-GB" dirty="0"/>
              <a:t>.</a:t>
            </a:r>
          </a:p>
          <a:p>
            <a:r>
              <a:rPr lang="en-GB" dirty="0"/>
              <a:t>Loop condition always be true. E.g.</a:t>
            </a:r>
          </a:p>
          <a:p>
            <a:pPr lvl="1"/>
            <a:r>
              <a:rPr lang="en-GB" kern="1200" dirty="0">
                <a:highlight>
                  <a:srgbClr val="C0C0C0"/>
                </a:highlight>
                <a:latin typeface="Courier New" panose="02070309020205020404" pitchFamily="49" charset="0"/>
                <a:ea typeface="ＭＳ Ｐゴシック" panose="020B0600070205080204" pitchFamily="34" charset="-128"/>
                <a:cs typeface="Courier New" panose="02070309020205020404" pitchFamily="49" charset="0"/>
              </a:rPr>
              <a:t>for (int i = 0; i &lt; 3; i--) </a:t>
            </a:r>
            <a:r>
              <a:rPr lang="en-GB" sz="1600" dirty="0"/>
              <a:t>–</a:t>
            </a:r>
            <a:r>
              <a:rPr lang="en-GB" sz="1600" dirty="0">
                <a:solidFill>
                  <a:srgbClr val="FF0000"/>
                </a:solidFill>
              </a:rPr>
              <a:t> Infinite loop</a:t>
            </a:r>
            <a:r>
              <a:rPr lang="en-GB" sz="1600" dirty="0"/>
              <a:t>.</a:t>
            </a:r>
            <a:endParaRPr lang="en-GB" dirty="0"/>
          </a:p>
          <a:p>
            <a:r>
              <a:rPr lang="en-GB" dirty="0"/>
              <a:t>Misuse the semicolon:</a:t>
            </a:r>
          </a:p>
          <a:p>
            <a:pPr lvl="1"/>
            <a:r>
              <a:rPr lang="en-GB" kern="1200" dirty="0">
                <a:highlight>
                  <a:srgbClr val="C0C0C0"/>
                </a:highlight>
                <a:latin typeface="Courier New" panose="02070309020205020404" pitchFamily="49" charset="0"/>
                <a:ea typeface="ＭＳ Ｐゴシック" panose="020B0600070205080204" pitchFamily="34" charset="-128"/>
                <a:cs typeface="Courier New" panose="02070309020205020404" pitchFamily="49" charset="0"/>
              </a:rPr>
              <a:t>while (i &lt; 3); </a:t>
            </a:r>
            <a:r>
              <a:rPr lang="en-GB" dirty="0"/>
              <a:t>-- </a:t>
            </a:r>
            <a:r>
              <a:rPr lang="en-GB" dirty="0">
                <a:solidFill>
                  <a:srgbClr val="FF0000"/>
                </a:solidFill>
              </a:rPr>
              <a:t>Empty loop body</a:t>
            </a:r>
            <a:r>
              <a:rPr lang="en-GB" dirty="0"/>
              <a:t>.</a:t>
            </a:r>
          </a:p>
          <a:p>
            <a:pPr lvl="1"/>
            <a:r>
              <a:rPr lang="en-GB" kern="1200" dirty="0">
                <a:highlight>
                  <a:srgbClr val="C0C0C0"/>
                </a:highlight>
                <a:latin typeface="Courier New" panose="02070309020205020404" pitchFamily="49" charset="0"/>
                <a:ea typeface="ＭＳ Ｐゴシック" panose="020B0600070205080204" pitchFamily="34" charset="-128"/>
                <a:cs typeface="Courier New" panose="02070309020205020404" pitchFamily="49" charset="0"/>
              </a:rPr>
              <a:t>for (int i = 0; i &lt; 3; i++); </a:t>
            </a:r>
            <a:r>
              <a:rPr lang="en-GB" dirty="0"/>
              <a:t>-- </a:t>
            </a:r>
            <a:r>
              <a:rPr lang="en-GB" dirty="0">
                <a:solidFill>
                  <a:srgbClr val="FF0000"/>
                </a:solidFill>
              </a:rPr>
              <a:t>Empty loop body</a:t>
            </a:r>
            <a:r>
              <a:rPr lang="en-GB" dirty="0"/>
              <a:t>.</a:t>
            </a:r>
          </a:p>
          <a:p>
            <a:pPr lvl="1"/>
            <a:r>
              <a:rPr lang="en-GB" kern="1200" dirty="0">
                <a:highlight>
                  <a:srgbClr val="C0C0C0"/>
                </a:highlight>
                <a:latin typeface="Courier New" panose="02070309020205020404" pitchFamily="49" charset="0"/>
                <a:ea typeface="ＭＳ Ｐゴシック" panose="020B0600070205080204" pitchFamily="34" charset="-128"/>
                <a:cs typeface="Courier New" panose="02070309020205020404" pitchFamily="49" charset="0"/>
              </a:rPr>
              <a:t>do {//loop body} while (i &lt; 3) </a:t>
            </a:r>
            <a:r>
              <a:rPr lang="en-GB" dirty="0"/>
              <a:t>– </a:t>
            </a:r>
            <a:r>
              <a:rPr lang="en-GB" dirty="0">
                <a:solidFill>
                  <a:srgbClr val="FF0000"/>
                </a:solidFill>
              </a:rPr>
              <a:t>Syntax error</a:t>
            </a:r>
            <a:r>
              <a:rPr lang="en-GB" dirty="0"/>
              <a:t>.</a:t>
            </a:r>
          </a:p>
          <a:p>
            <a:r>
              <a:rPr lang="en-GB" dirty="0"/>
              <a:t>Forget to include {} when there are more than one statements. – </a:t>
            </a:r>
            <a:r>
              <a:rPr lang="en-GB" dirty="0">
                <a:solidFill>
                  <a:srgbClr val="FF0000"/>
                </a:solidFill>
              </a:rPr>
              <a:t>Incomplete loop body.</a:t>
            </a:r>
          </a:p>
          <a:p>
            <a:r>
              <a:rPr lang="en-GB" dirty="0"/>
              <a:t>Repeat steps within a loop that could just as well be placed outside the loop </a:t>
            </a:r>
            <a:r>
              <a:rPr lang="en-GB" dirty="0">
                <a:solidFill>
                  <a:srgbClr val="FF0000"/>
                </a:solidFill>
              </a:rPr>
              <a:t>– Poor performance.</a:t>
            </a:r>
          </a:p>
          <a:p>
            <a:endParaRPr lang="en-GB" sz="1800" dirty="0"/>
          </a:p>
        </p:txBody>
      </p:sp>
    </p:spTree>
    <p:extLst>
      <p:ext uri="{BB962C8B-B14F-4D97-AF65-F5344CB8AC3E}">
        <p14:creationId xmlns:p14="http://schemas.microsoft.com/office/powerpoint/2010/main" val="838386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fade">
                                      <p:cBhvr>
                                        <p:cTn id="39"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4D0DB-D595-444B-B735-EB67A1EF4B1C}"/>
              </a:ext>
            </a:extLst>
          </p:cNvPr>
          <p:cNvSpPr>
            <a:spLocks noGrp="1"/>
          </p:cNvSpPr>
          <p:nvPr>
            <p:ph type="title"/>
          </p:nvPr>
        </p:nvSpPr>
        <p:spPr/>
        <p:txBody>
          <a:bodyPr/>
          <a:lstStyle/>
          <a:p>
            <a:r>
              <a:rPr lang="en-GB"/>
              <a:t>Q &amp; A</a:t>
            </a:r>
          </a:p>
        </p:txBody>
      </p:sp>
      <p:pic>
        <p:nvPicPr>
          <p:cNvPr id="5" name="Content Placeholder 4" descr="Yellow and blue symbols">
            <a:extLst>
              <a:ext uri="{FF2B5EF4-FFF2-40B4-BE49-F238E27FC236}">
                <a16:creationId xmlns:a16="http://schemas.microsoft.com/office/drawing/2014/main" id="{C44561B0-5A23-46D2-B9FB-CB172994600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52311" y="1347788"/>
            <a:ext cx="3858354" cy="2952750"/>
          </a:xfrm>
        </p:spPr>
      </p:pic>
      <p:sp>
        <p:nvSpPr>
          <p:cNvPr id="4" name="TextBox 3">
            <a:extLst>
              <a:ext uri="{FF2B5EF4-FFF2-40B4-BE49-F238E27FC236}">
                <a16:creationId xmlns:a16="http://schemas.microsoft.com/office/drawing/2014/main" id="{36B545BA-13D3-C48A-2E3E-7DA002AFFB8F}"/>
              </a:ext>
            </a:extLst>
          </p:cNvPr>
          <p:cNvSpPr txBox="1"/>
          <p:nvPr/>
        </p:nvSpPr>
        <p:spPr>
          <a:xfrm>
            <a:off x="2085109" y="785054"/>
            <a:ext cx="4572000" cy="523220"/>
          </a:xfrm>
          <a:prstGeom prst="rect">
            <a:avLst/>
          </a:prstGeom>
          <a:noFill/>
        </p:spPr>
        <p:txBody>
          <a:bodyPr wrap="square">
            <a:spAutoFit/>
          </a:bodyPr>
          <a:lstStyle/>
          <a:p>
            <a:pPr algn="ctr"/>
            <a:r>
              <a:rPr lang="en-GB" sz="2800" b="1" dirty="0"/>
              <a:t>Code: 26906366 </a:t>
            </a:r>
          </a:p>
        </p:txBody>
      </p:sp>
    </p:spTree>
    <p:extLst>
      <p:ext uri="{BB962C8B-B14F-4D97-AF65-F5344CB8AC3E}">
        <p14:creationId xmlns:p14="http://schemas.microsoft.com/office/powerpoint/2010/main" val="3826308776"/>
      </p:ext>
    </p:extLst>
  </p:cSld>
  <p:clrMapOvr>
    <a:masterClrMapping/>
  </p:clrMapOvr>
</p:sld>
</file>

<file path=ppt/theme/theme1.xml><?xml version="1.0" encoding="utf-8"?>
<a:theme xmlns:a="http://schemas.openxmlformats.org/drawingml/2006/main" name="Default Design">
  <a:themeElements>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fontScheme name="Default Design">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28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2800" b="1"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2302</TotalTime>
  <Words>740</Words>
  <Application>Microsoft Office PowerPoint</Application>
  <PresentationFormat>On-screen Show (16:9)</PresentationFormat>
  <Paragraphs>103</Paragraphs>
  <Slides>15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Arial Unicode MS</vt:lpstr>
      <vt:lpstr>Wingdings</vt:lpstr>
      <vt:lpstr>Georgia</vt:lpstr>
      <vt:lpstr>Courier New</vt:lpstr>
      <vt:lpstr>Times New Roman</vt:lpstr>
      <vt:lpstr>Default Design</vt:lpstr>
      <vt:lpstr>PowerPoint Presentation</vt:lpstr>
      <vt:lpstr>OOP – Week 4 Looping</vt:lpstr>
      <vt:lpstr>Learning Objectives</vt:lpstr>
      <vt:lpstr>for Loop</vt:lpstr>
      <vt:lpstr>for Loop</vt:lpstr>
      <vt:lpstr>for Loop</vt:lpstr>
      <vt:lpstr>for Loop</vt:lpstr>
      <vt:lpstr>Nested Loop</vt:lpstr>
      <vt:lpstr>Nested Loop</vt:lpstr>
      <vt:lpstr>Loop control statements</vt:lpstr>
      <vt:lpstr>Improve Loop Performance</vt:lpstr>
      <vt:lpstr>Improve Loop Performance</vt:lpstr>
      <vt:lpstr>Improve Loop Performance</vt:lpstr>
      <vt:lpstr>Common Mistakes</vt:lpstr>
      <vt:lpstr>Q &amp; A</vt:lpstr>
    </vt:vector>
  </TitlesOfParts>
  <Company>The University of Birmingham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Design and Publications</dc:creator>
  <cp:lastModifiedBy>Jizheng Wan</cp:lastModifiedBy>
  <cp:revision>2</cp:revision>
  <cp:lastPrinted>2019-07-31T08:58:40Z</cp:lastPrinted>
  <dcterms:created xsi:type="dcterms:W3CDTF">2005-06-08T11:15:47Z</dcterms:created>
  <dcterms:modified xsi:type="dcterms:W3CDTF">2023-10-19T11:28:38Z</dcterms:modified>
</cp:coreProperties>
</file>