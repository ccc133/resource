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2" r:id="rId2"/>
    <p:sldId id="267" r:id="rId3"/>
    <p:sldId id="333" r:id="rId4"/>
    <p:sldId id="332" r:id="rId5"/>
    <p:sldId id="334" r:id="rId6"/>
    <p:sldId id="337" r:id="rId7"/>
    <p:sldId id="335" r:id="rId8"/>
    <p:sldId id="338" r:id="rId9"/>
    <p:sldId id="336" r:id="rId10"/>
    <p:sldId id="339" r:id="rId11"/>
    <p:sldId id="341" r:id="rId12"/>
    <p:sldId id="342" r:id="rId13"/>
    <p:sldId id="343" r:id="rId14"/>
    <p:sldId id="344" r:id="rId15"/>
    <p:sldId id="345" r:id="rId16"/>
    <p:sldId id="316" r:id="rId17"/>
  </p:sldIdLst>
  <p:sldSz cx="9144000" cy="5143500" type="screen16x9"/>
  <p:notesSz cx="9144000" cy="6858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</p:embeddedFont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680A"/>
    <a:srgbClr val="9F6D09"/>
    <a:srgbClr val="9966FF"/>
    <a:srgbClr val="489EBD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CC200-E1C0-4364-A674-D4E4B3B66CCC}" v="539" dt="2023-10-17T01:12:44.206"/>
  </p1510:revLst>
</p1510:revInfo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58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zheng Wan" userId="02e35b87-44bd-4455-aecc-56042df92991" providerId="ADAL" clId="{F3959B82-9950-43F8-975E-1FE564E7CA72}"/>
    <pc:docChg chg="custSel modSld">
      <pc:chgData name="Jizheng Wan" userId="02e35b87-44bd-4455-aecc-56042df92991" providerId="ADAL" clId="{F3959B82-9950-43F8-975E-1FE564E7CA72}" dt="2022-11-01T23:40:30.402" v="8" actId="478"/>
      <pc:docMkLst>
        <pc:docMk/>
      </pc:docMkLst>
      <pc:sldChg chg="modSp mod">
        <pc:chgData name="Jizheng Wan" userId="02e35b87-44bd-4455-aecc-56042df92991" providerId="ADAL" clId="{F3959B82-9950-43F8-975E-1FE564E7CA72}" dt="2022-11-01T23:39:56.116" v="2" actId="20577"/>
        <pc:sldMkLst>
          <pc:docMk/>
          <pc:sldMk cId="978461468" sldId="267"/>
        </pc:sldMkLst>
        <pc:spChg chg="mod">
          <ac:chgData name="Jizheng Wan" userId="02e35b87-44bd-4455-aecc-56042df92991" providerId="ADAL" clId="{F3959B82-9950-43F8-975E-1FE564E7CA72}" dt="2022-11-01T23:39:56.116" v="2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modSp mod">
        <pc:chgData name="Jizheng Wan" userId="02e35b87-44bd-4455-aecc-56042df92991" providerId="ADAL" clId="{F3959B82-9950-43F8-975E-1FE564E7CA72}" dt="2022-11-01T23:39:50.704" v="0" actId="6549"/>
        <pc:sldMkLst>
          <pc:docMk/>
          <pc:sldMk cId="364580180" sldId="319"/>
        </pc:sldMkLst>
        <pc:spChg chg="mod">
          <ac:chgData name="Jizheng Wan" userId="02e35b87-44bd-4455-aecc-56042df92991" providerId="ADAL" clId="{F3959B82-9950-43F8-975E-1FE564E7CA72}" dt="2022-11-01T23:39:50.704" v="0" actId="6549"/>
          <ac:spMkLst>
            <pc:docMk/>
            <pc:sldMk cId="364580180" sldId="319"/>
            <ac:spMk id="4" creationId="{969C17DE-685A-6C89-0FE4-92759F840CD1}"/>
          </ac:spMkLst>
        </pc:spChg>
      </pc:sldChg>
      <pc:sldChg chg="delSp mod">
        <pc:chgData name="Jizheng Wan" userId="02e35b87-44bd-4455-aecc-56042df92991" providerId="ADAL" clId="{F3959B82-9950-43F8-975E-1FE564E7CA72}" dt="2022-11-01T23:40:18.809" v="4" actId="478"/>
        <pc:sldMkLst>
          <pc:docMk/>
          <pc:sldMk cId="2774230203" sldId="321"/>
        </pc:sldMkLst>
        <pc:inkChg chg="del">
          <ac:chgData name="Jizheng Wan" userId="02e35b87-44bd-4455-aecc-56042df92991" providerId="ADAL" clId="{F3959B82-9950-43F8-975E-1FE564E7CA72}" dt="2022-11-01T23:40:18.809" v="4" actId="478"/>
          <ac:inkMkLst>
            <pc:docMk/>
            <pc:sldMk cId="2774230203" sldId="321"/>
            <ac:inkMk id="5" creationId="{5D9C3CFE-A64B-0451-616F-2F826039F123}"/>
          </ac:inkMkLst>
        </pc:inkChg>
      </pc:sldChg>
      <pc:sldChg chg="delSp mod">
        <pc:chgData name="Jizheng Wan" userId="02e35b87-44bd-4455-aecc-56042df92991" providerId="ADAL" clId="{F3959B82-9950-43F8-975E-1FE564E7CA72}" dt="2022-11-01T23:40:15.260" v="3" actId="478"/>
        <pc:sldMkLst>
          <pc:docMk/>
          <pc:sldMk cId="585716244" sldId="322"/>
        </pc:sldMkLst>
        <pc:inkChg chg="del">
          <ac:chgData name="Jizheng Wan" userId="02e35b87-44bd-4455-aecc-56042df92991" providerId="ADAL" clId="{F3959B82-9950-43F8-975E-1FE564E7CA72}" dt="2022-11-01T23:40:15.260" v="3" actId="478"/>
          <ac:inkMkLst>
            <pc:docMk/>
            <pc:sldMk cId="585716244" sldId="322"/>
            <ac:inkMk id="6" creationId="{596C9936-815E-BFDB-A85E-619DE24130D2}"/>
          </ac:inkMkLst>
        </pc:inkChg>
      </pc:sldChg>
      <pc:sldChg chg="delSp mod">
        <pc:chgData name="Jizheng Wan" userId="02e35b87-44bd-4455-aecc-56042df92991" providerId="ADAL" clId="{F3959B82-9950-43F8-975E-1FE564E7CA72}" dt="2022-11-01T23:40:22.362" v="5" actId="478"/>
        <pc:sldMkLst>
          <pc:docMk/>
          <pc:sldMk cId="3543225394" sldId="324"/>
        </pc:sldMkLst>
        <pc:inkChg chg="del">
          <ac:chgData name="Jizheng Wan" userId="02e35b87-44bd-4455-aecc-56042df92991" providerId="ADAL" clId="{F3959B82-9950-43F8-975E-1FE564E7CA72}" dt="2022-11-01T23:40:22.362" v="5" actId="478"/>
          <ac:inkMkLst>
            <pc:docMk/>
            <pc:sldMk cId="3543225394" sldId="324"/>
            <ac:inkMk id="5" creationId="{5A8E88AA-CB29-2C3C-6F3B-15D43E62176F}"/>
          </ac:inkMkLst>
        </pc:inkChg>
      </pc:sldChg>
      <pc:sldChg chg="delSp mod">
        <pc:chgData name="Jizheng Wan" userId="02e35b87-44bd-4455-aecc-56042df92991" providerId="ADAL" clId="{F3959B82-9950-43F8-975E-1FE564E7CA72}" dt="2022-11-01T23:40:25.613" v="6" actId="478"/>
        <pc:sldMkLst>
          <pc:docMk/>
          <pc:sldMk cId="2843695421" sldId="328"/>
        </pc:sldMkLst>
        <pc:inkChg chg="del">
          <ac:chgData name="Jizheng Wan" userId="02e35b87-44bd-4455-aecc-56042df92991" providerId="ADAL" clId="{F3959B82-9950-43F8-975E-1FE564E7CA72}" dt="2022-11-01T23:40:25.613" v="6" actId="478"/>
          <ac:inkMkLst>
            <pc:docMk/>
            <pc:sldMk cId="2843695421" sldId="328"/>
            <ac:inkMk id="9" creationId="{DA27154C-09E8-3501-3D3C-E57C7A37A617}"/>
          </ac:inkMkLst>
        </pc:inkChg>
      </pc:sldChg>
      <pc:sldChg chg="delSp mod">
        <pc:chgData name="Jizheng Wan" userId="02e35b87-44bd-4455-aecc-56042df92991" providerId="ADAL" clId="{F3959B82-9950-43F8-975E-1FE564E7CA72}" dt="2022-11-01T23:40:27.787" v="7" actId="478"/>
        <pc:sldMkLst>
          <pc:docMk/>
          <pc:sldMk cId="4236375752" sldId="329"/>
        </pc:sldMkLst>
        <pc:inkChg chg="del">
          <ac:chgData name="Jizheng Wan" userId="02e35b87-44bd-4455-aecc-56042df92991" providerId="ADAL" clId="{F3959B82-9950-43F8-975E-1FE564E7CA72}" dt="2022-11-01T23:40:27.787" v="7" actId="478"/>
          <ac:inkMkLst>
            <pc:docMk/>
            <pc:sldMk cId="4236375752" sldId="329"/>
            <ac:inkMk id="9" creationId="{A2E74113-A377-8A1F-AABE-67769885F0F4}"/>
          </ac:inkMkLst>
        </pc:inkChg>
      </pc:sldChg>
      <pc:sldChg chg="delSp mod">
        <pc:chgData name="Jizheng Wan" userId="02e35b87-44bd-4455-aecc-56042df92991" providerId="ADAL" clId="{F3959B82-9950-43F8-975E-1FE564E7CA72}" dt="2022-11-01T23:40:30.402" v="8" actId="478"/>
        <pc:sldMkLst>
          <pc:docMk/>
          <pc:sldMk cId="1399123181" sldId="330"/>
        </pc:sldMkLst>
        <pc:inkChg chg="del">
          <ac:chgData name="Jizheng Wan" userId="02e35b87-44bd-4455-aecc-56042df92991" providerId="ADAL" clId="{F3959B82-9950-43F8-975E-1FE564E7CA72}" dt="2022-11-01T23:40:30.402" v="8" actId="478"/>
          <ac:inkMkLst>
            <pc:docMk/>
            <pc:sldMk cId="1399123181" sldId="330"/>
            <ac:inkMk id="17" creationId="{64C36D47-F817-7492-096F-C314A436F9C6}"/>
          </ac:inkMkLst>
        </pc:inkChg>
      </pc:sldChg>
    </pc:docChg>
  </pc:docChgLst>
  <pc:docChgLst>
    <pc:chgData name="Jizheng Wan (Computer Science)" userId="02e35b87-44bd-4455-aecc-56042df92991" providerId="ADAL" clId="{8D731162-E575-4FD6-89DA-2E990B88FFAC}"/>
    <pc:docChg chg="undo redo custSel addSld delSld modSld sldOrd">
      <pc:chgData name="Jizheng Wan (Computer Science)" userId="02e35b87-44bd-4455-aecc-56042df92991" providerId="ADAL" clId="{8D731162-E575-4FD6-89DA-2E990B88FFAC}" dt="2023-10-13T17:02:34.818" v="2349" actId="20577"/>
      <pc:docMkLst>
        <pc:docMk/>
      </pc:docMkLst>
      <pc:sldChg chg="addSp delSp modSp mod">
        <pc:chgData name="Jizheng Wan (Computer Science)" userId="02e35b87-44bd-4455-aecc-56042df92991" providerId="ADAL" clId="{8D731162-E575-4FD6-89DA-2E990B88FFAC}" dt="2023-10-13T09:36:39.958" v="33" actId="21"/>
        <pc:sldMkLst>
          <pc:docMk/>
          <pc:sldMk cId="3855887011" sldId="262"/>
        </pc:sldMkLst>
        <pc:spChg chg="mod">
          <ac:chgData name="Jizheng Wan (Computer Science)" userId="02e35b87-44bd-4455-aecc-56042df92991" providerId="ADAL" clId="{8D731162-E575-4FD6-89DA-2E990B88FFAC}" dt="2023-10-13T09:31:44.418" v="19" actId="20577"/>
          <ac:spMkLst>
            <pc:docMk/>
            <pc:sldMk cId="3855887011" sldId="262"/>
            <ac:spMk id="5" creationId="{00000000-0000-0000-0000-000000000000}"/>
          </ac:spMkLst>
        </pc:spChg>
        <pc:spChg chg="mod">
          <ac:chgData name="Jizheng Wan (Computer Science)" userId="02e35b87-44bd-4455-aecc-56042df92991" providerId="ADAL" clId="{8D731162-E575-4FD6-89DA-2E990B88FFAC}" dt="2023-10-13T09:31:24.025" v="11" actId="20577"/>
          <ac:spMkLst>
            <pc:docMk/>
            <pc:sldMk cId="3855887011" sldId="262"/>
            <ac:spMk id="6" creationId="{00000000-0000-0000-0000-000000000000}"/>
          </ac:spMkLst>
        </pc:spChg>
        <pc:picChg chg="add del mod">
          <ac:chgData name="Jizheng Wan (Computer Science)" userId="02e35b87-44bd-4455-aecc-56042df92991" providerId="ADAL" clId="{8D731162-E575-4FD6-89DA-2E990B88FFAC}" dt="2023-10-13T09:33:13.529" v="22" actId="21"/>
          <ac:picMkLst>
            <pc:docMk/>
            <pc:sldMk cId="3855887011" sldId="262"/>
            <ac:picMk id="3" creationId="{45320A86-6F16-4585-9774-310F16CD2C58}"/>
          </ac:picMkLst>
        </pc:picChg>
        <pc:picChg chg="add del mod">
          <ac:chgData name="Jizheng Wan (Computer Science)" userId="02e35b87-44bd-4455-aecc-56042df92991" providerId="ADAL" clId="{8D731162-E575-4FD6-89DA-2E990B88FFAC}" dt="2023-10-13T09:36:39.958" v="33" actId="21"/>
          <ac:picMkLst>
            <pc:docMk/>
            <pc:sldMk cId="3855887011" sldId="262"/>
            <ac:picMk id="7" creationId="{8075D01F-4778-EB84-F9D7-9909BE5618C1}"/>
          </ac:picMkLst>
        </pc:picChg>
      </pc:sldChg>
      <pc:sldChg chg="addSp delSp modSp mod">
        <pc:chgData name="Jizheng Wan (Computer Science)" userId="02e35b87-44bd-4455-aecc-56042df92991" providerId="ADAL" clId="{8D731162-E575-4FD6-89DA-2E990B88FFAC}" dt="2023-10-13T10:14:08.731" v="791" actId="20577"/>
        <pc:sldMkLst>
          <pc:docMk/>
          <pc:sldMk cId="978461468" sldId="267"/>
        </pc:sldMkLst>
        <pc:spChg chg="mod">
          <ac:chgData name="Jizheng Wan (Computer Science)" userId="02e35b87-44bd-4455-aecc-56042df92991" providerId="ADAL" clId="{8D731162-E575-4FD6-89DA-2E990B88FFAC}" dt="2023-10-13T10:14:08.731" v="791" actId="20577"/>
          <ac:spMkLst>
            <pc:docMk/>
            <pc:sldMk cId="978461468" sldId="267"/>
            <ac:spMk id="3" creationId="{1905B739-ADE8-406B-B5BB-21B7DCB250D3}"/>
          </ac:spMkLst>
        </pc:spChg>
        <pc:picChg chg="add del mod">
          <ac:chgData name="Jizheng Wan (Computer Science)" userId="02e35b87-44bd-4455-aecc-56042df92991" providerId="ADAL" clId="{8D731162-E575-4FD6-89DA-2E990B88FFAC}" dt="2023-10-13T09:36:19.382" v="27" actId="478"/>
          <ac:picMkLst>
            <pc:docMk/>
            <pc:sldMk cId="978461468" sldId="267"/>
            <ac:picMk id="4" creationId="{96153969-F91D-6D28-7346-775567DF3824}"/>
          </ac:picMkLst>
        </pc:picChg>
        <pc:picChg chg="add mod">
          <ac:chgData name="Jizheng Wan (Computer Science)" userId="02e35b87-44bd-4455-aecc-56042df92991" providerId="ADAL" clId="{8D731162-E575-4FD6-89DA-2E990B88FFAC}" dt="2023-10-13T10:06:05.309" v="412" actId="1076"/>
          <ac:picMkLst>
            <pc:docMk/>
            <pc:sldMk cId="978461468" sldId="267"/>
            <ac:picMk id="6" creationId="{09A8CD62-6EE0-011E-8E67-2E3BC96A16C5}"/>
          </ac:picMkLst>
        </pc:picChg>
      </pc:sldChg>
      <pc:sldChg chg="ord">
        <pc:chgData name="Jizheng Wan (Computer Science)" userId="02e35b87-44bd-4455-aecc-56042df92991" providerId="ADAL" clId="{8D731162-E575-4FD6-89DA-2E990B88FFAC}" dt="2023-10-13T10:07:20.579" v="416"/>
        <pc:sldMkLst>
          <pc:docMk/>
          <pc:sldMk cId="3826308776" sldId="316"/>
        </pc:sldMkLst>
      </pc:sldChg>
      <pc:sldChg chg="del">
        <pc:chgData name="Jizheng Wan (Computer Science)" userId="02e35b87-44bd-4455-aecc-56042df92991" providerId="ADAL" clId="{8D731162-E575-4FD6-89DA-2E990B88FFAC}" dt="2023-10-13T09:31:09.875" v="0" actId="47"/>
        <pc:sldMkLst>
          <pc:docMk/>
          <pc:sldMk cId="364580180" sldId="319"/>
        </pc:sldMkLst>
      </pc:sldChg>
      <pc:sldChg chg="new">
        <pc:chgData name="Jizheng Wan (Computer Science)" userId="02e35b87-44bd-4455-aecc-56042df92991" providerId="ADAL" clId="{8D731162-E575-4FD6-89DA-2E990B88FFAC}" dt="2023-10-13T10:07:09.785" v="413" actId="680"/>
        <pc:sldMkLst>
          <pc:docMk/>
          <pc:sldMk cId="835391776" sldId="331"/>
        </pc:sldMkLst>
      </pc:sldChg>
      <pc:sldChg chg="addSp delSp modSp new mod">
        <pc:chgData name="Jizheng Wan (Computer Science)" userId="02e35b87-44bd-4455-aecc-56042df92991" providerId="ADAL" clId="{8D731162-E575-4FD6-89DA-2E990B88FFAC}" dt="2023-10-13T15:11:16.900" v="1424" actId="207"/>
        <pc:sldMkLst>
          <pc:docMk/>
          <pc:sldMk cId="2727082368" sldId="332"/>
        </pc:sldMkLst>
        <pc:spChg chg="mod">
          <ac:chgData name="Jizheng Wan (Computer Science)" userId="02e35b87-44bd-4455-aecc-56042df92991" providerId="ADAL" clId="{8D731162-E575-4FD6-89DA-2E990B88FFAC}" dt="2023-10-13T10:14:18.220" v="811" actId="6549"/>
          <ac:spMkLst>
            <pc:docMk/>
            <pc:sldMk cId="2727082368" sldId="332"/>
            <ac:spMk id="2" creationId="{33A38F5A-5813-E254-DD8C-51A94F1BD663}"/>
          </ac:spMkLst>
        </pc:spChg>
        <pc:spChg chg="mod">
          <ac:chgData name="Jizheng Wan (Computer Science)" userId="02e35b87-44bd-4455-aecc-56042df92991" providerId="ADAL" clId="{8D731162-E575-4FD6-89DA-2E990B88FFAC}" dt="2023-10-13T15:11:16.900" v="1424" actId="207"/>
          <ac:spMkLst>
            <pc:docMk/>
            <pc:sldMk cId="2727082368" sldId="332"/>
            <ac:spMk id="3" creationId="{449309EE-AA1A-368F-66F2-A405CECEECAB}"/>
          </ac:spMkLst>
        </pc:spChg>
        <pc:graphicFrameChg chg="add del modGraphic">
          <ac:chgData name="Jizheng Wan (Computer Science)" userId="02e35b87-44bd-4455-aecc-56042df92991" providerId="ADAL" clId="{8D731162-E575-4FD6-89DA-2E990B88FFAC}" dt="2023-10-13T10:19:07.138" v="913" actId="21"/>
          <ac:graphicFrameMkLst>
            <pc:docMk/>
            <pc:sldMk cId="2727082368" sldId="332"/>
            <ac:graphicFrameMk id="4" creationId="{9E776C76-0EF8-455E-ECB8-CC8991C1997B}"/>
          </ac:graphicFrameMkLst>
        </pc:graphicFrameChg>
        <pc:graphicFrameChg chg="add del mod">
          <ac:chgData name="Jizheng Wan (Computer Science)" userId="02e35b87-44bd-4455-aecc-56042df92991" providerId="ADAL" clId="{8D731162-E575-4FD6-89DA-2E990B88FFAC}" dt="2023-10-13T10:25:44.992" v="915"/>
          <ac:graphicFrameMkLst>
            <pc:docMk/>
            <pc:sldMk cId="2727082368" sldId="332"/>
            <ac:graphicFrameMk id="5" creationId="{AA8B658F-9A11-DF91-33E7-E6B700BC1FC7}"/>
          </ac:graphicFrameMkLst>
        </pc:graphicFrameChg>
        <pc:graphicFrameChg chg="add mod modGraphic">
          <ac:chgData name="Jizheng Wan (Computer Science)" userId="02e35b87-44bd-4455-aecc-56042df92991" providerId="ADAL" clId="{8D731162-E575-4FD6-89DA-2E990B88FFAC}" dt="2023-10-13T11:56:10.147" v="1082" actId="1076"/>
          <ac:graphicFrameMkLst>
            <pc:docMk/>
            <pc:sldMk cId="2727082368" sldId="332"/>
            <ac:graphicFrameMk id="6" creationId="{E61D871A-30E5-6967-4087-17766395DE7D}"/>
          </ac:graphicFrameMkLst>
        </pc:graphicFrameChg>
      </pc:sldChg>
      <pc:sldChg chg="modSp new mod">
        <pc:chgData name="Jizheng Wan (Computer Science)" userId="02e35b87-44bd-4455-aecc-56042df92991" providerId="ADAL" clId="{8D731162-E575-4FD6-89DA-2E990B88FFAC}" dt="2023-10-13T10:10:53.217" v="681" actId="108"/>
        <pc:sldMkLst>
          <pc:docMk/>
          <pc:sldMk cId="3292710201" sldId="333"/>
        </pc:sldMkLst>
        <pc:spChg chg="mod">
          <ac:chgData name="Jizheng Wan (Computer Science)" userId="02e35b87-44bd-4455-aecc-56042df92991" providerId="ADAL" clId="{8D731162-E575-4FD6-89DA-2E990B88FFAC}" dt="2023-10-13T10:08:14.407" v="455" actId="20577"/>
          <ac:spMkLst>
            <pc:docMk/>
            <pc:sldMk cId="3292710201" sldId="333"/>
            <ac:spMk id="2" creationId="{A4B4A37C-CADD-233F-1E1C-7403BB126D1A}"/>
          </ac:spMkLst>
        </pc:spChg>
        <pc:spChg chg="mod">
          <ac:chgData name="Jizheng Wan (Computer Science)" userId="02e35b87-44bd-4455-aecc-56042df92991" providerId="ADAL" clId="{8D731162-E575-4FD6-89DA-2E990B88FFAC}" dt="2023-10-13T10:10:53.217" v="681" actId="108"/>
          <ac:spMkLst>
            <pc:docMk/>
            <pc:sldMk cId="3292710201" sldId="333"/>
            <ac:spMk id="3" creationId="{E99E2B0F-B6A8-9482-B8B5-E0A922C317C6}"/>
          </ac:spMkLst>
        </pc:spChg>
      </pc:sldChg>
      <pc:sldChg chg="addSp delSp modSp new mod">
        <pc:chgData name="Jizheng Wan (Computer Science)" userId="02e35b87-44bd-4455-aecc-56042df92991" providerId="ADAL" clId="{8D731162-E575-4FD6-89DA-2E990B88FFAC}" dt="2023-10-13T16:58:34.726" v="2299" actId="1076"/>
        <pc:sldMkLst>
          <pc:docMk/>
          <pc:sldMk cId="1038994971" sldId="334"/>
        </pc:sldMkLst>
        <pc:spChg chg="mod">
          <ac:chgData name="Jizheng Wan (Computer Science)" userId="02e35b87-44bd-4455-aecc-56042df92991" providerId="ADAL" clId="{8D731162-E575-4FD6-89DA-2E990B88FFAC}" dt="2023-10-13T15:30:36.784" v="1451" actId="20577"/>
          <ac:spMkLst>
            <pc:docMk/>
            <pc:sldMk cId="1038994971" sldId="334"/>
            <ac:spMk id="2" creationId="{7FB70FF6-B525-4AF9-C9AE-0FF35FBDACF3}"/>
          </ac:spMkLst>
        </pc:spChg>
        <pc:spChg chg="mod">
          <ac:chgData name="Jizheng Wan (Computer Science)" userId="02e35b87-44bd-4455-aecc-56042df92991" providerId="ADAL" clId="{8D731162-E575-4FD6-89DA-2E990B88FFAC}" dt="2023-10-13T16:57:42.244" v="2290" actId="13926"/>
          <ac:spMkLst>
            <pc:docMk/>
            <pc:sldMk cId="1038994971" sldId="334"/>
            <ac:spMk id="3" creationId="{94A82FD5-DF64-E2EB-144C-899AA045E3CF}"/>
          </ac:spMkLst>
        </pc:spChg>
        <pc:spChg chg="add del mod">
          <ac:chgData name="Jizheng Wan (Computer Science)" userId="02e35b87-44bd-4455-aecc-56042df92991" providerId="ADAL" clId="{8D731162-E575-4FD6-89DA-2E990B88FFAC}" dt="2023-10-13T12:17:33.598" v="1182" actId="478"/>
          <ac:spMkLst>
            <pc:docMk/>
            <pc:sldMk cId="1038994971" sldId="334"/>
            <ac:spMk id="4" creationId="{1DCEDFBB-F93B-BC13-DE7C-F6A17A6278EE}"/>
          </ac:spMkLst>
        </pc:spChg>
        <pc:spChg chg="add mod">
          <ac:chgData name="Jizheng Wan (Computer Science)" userId="02e35b87-44bd-4455-aecc-56042df92991" providerId="ADAL" clId="{8D731162-E575-4FD6-89DA-2E990B88FFAC}" dt="2023-10-13T16:58:01.797" v="2292" actId="1076"/>
          <ac:spMkLst>
            <pc:docMk/>
            <pc:sldMk cId="1038994971" sldId="334"/>
            <ac:spMk id="5" creationId="{68B60B6D-E1A3-6546-6D93-51EC9EB8BD0A}"/>
          </ac:spMkLst>
        </pc:spChg>
        <pc:spChg chg="add del mod">
          <ac:chgData name="Jizheng Wan (Computer Science)" userId="02e35b87-44bd-4455-aecc-56042df92991" providerId="ADAL" clId="{8D731162-E575-4FD6-89DA-2E990B88FFAC}" dt="2023-10-13T12:24:03.676" v="1298" actId="478"/>
          <ac:spMkLst>
            <pc:docMk/>
            <pc:sldMk cId="1038994971" sldId="334"/>
            <ac:spMk id="6" creationId="{7EB31DDA-EB0B-7D94-6D5D-ACB58BF611D5}"/>
          </ac:spMkLst>
        </pc:spChg>
        <pc:spChg chg="add del">
          <ac:chgData name="Jizheng Wan (Computer Science)" userId="02e35b87-44bd-4455-aecc-56042df92991" providerId="ADAL" clId="{8D731162-E575-4FD6-89DA-2E990B88FFAC}" dt="2023-10-13T12:24:11.382" v="1300" actId="11529"/>
          <ac:spMkLst>
            <pc:docMk/>
            <pc:sldMk cId="1038994971" sldId="334"/>
            <ac:spMk id="7" creationId="{BC1C1F0F-84D2-656C-A216-94F1F0716C4F}"/>
          </ac:spMkLst>
        </pc:spChg>
        <pc:spChg chg="add mod">
          <ac:chgData name="Jizheng Wan (Computer Science)" userId="02e35b87-44bd-4455-aecc-56042df92991" providerId="ADAL" clId="{8D731162-E575-4FD6-89DA-2E990B88FFAC}" dt="2023-10-13T16:58:28.309" v="2298" actId="1076"/>
          <ac:spMkLst>
            <pc:docMk/>
            <pc:sldMk cId="1038994971" sldId="334"/>
            <ac:spMk id="9" creationId="{01A86E7F-B31A-5A81-5B28-B18596A207C8}"/>
          </ac:spMkLst>
        </pc:spChg>
        <pc:picChg chg="add mod">
          <ac:chgData name="Jizheng Wan (Computer Science)" userId="02e35b87-44bd-4455-aecc-56042df92991" providerId="ADAL" clId="{8D731162-E575-4FD6-89DA-2E990B88FFAC}" dt="2023-10-13T16:58:34.726" v="2299" actId="1076"/>
          <ac:picMkLst>
            <pc:docMk/>
            <pc:sldMk cId="1038994971" sldId="334"/>
            <ac:picMk id="8" creationId="{CA01E0A4-1217-AC44-10C3-85F2773B5789}"/>
          </ac:picMkLst>
        </pc:picChg>
      </pc:sldChg>
      <pc:sldChg chg="addSp delSp modSp new mod ord">
        <pc:chgData name="Jizheng Wan (Computer Science)" userId="02e35b87-44bd-4455-aecc-56042df92991" providerId="ADAL" clId="{8D731162-E575-4FD6-89DA-2E990B88FFAC}" dt="2023-10-13T16:59:39.978" v="2327" actId="20577"/>
        <pc:sldMkLst>
          <pc:docMk/>
          <pc:sldMk cId="1579410143" sldId="335"/>
        </pc:sldMkLst>
        <pc:spChg chg="mod">
          <ac:chgData name="Jizheng Wan (Computer Science)" userId="02e35b87-44bd-4455-aecc-56042df92991" providerId="ADAL" clId="{8D731162-E575-4FD6-89DA-2E990B88FFAC}" dt="2023-10-13T16:08:15.126" v="2075" actId="20577"/>
          <ac:spMkLst>
            <pc:docMk/>
            <pc:sldMk cId="1579410143" sldId="335"/>
            <ac:spMk id="2" creationId="{6F632C8A-26FF-59FD-A26A-46EFBE17ECA9}"/>
          </ac:spMkLst>
        </pc:spChg>
        <pc:spChg chg="mod">
          <ac:chgData name="Jizheng Wan (Computer Science)" userId="02e35b87-44bd-4455-aecc-56042df92991" providerId="ADAL" clId="{8D731162-E575-4FD6-89DA-2E990B88FFAC}" dt="2023-10-13T16:59:39.978" v="2327" actId="20577"/>
          <ac:spMkLst>
            <pc:docMk/>
            <pc:sldMk cId="1579410143" sldId="335"/>
            <ac:spMk id="3" creationId="{0F44EC6E-A748-81ED-EB09-355234D42034}"/>
          </ac:spMkLst>
        </pc:spChg>
        <pc:spChg chg="add del">
          <ac:chgData name="Jizheng Wan (Computer Science)" userId="02e35b87-44bd-4455-aecc-56042df92991" providerId="ADAL" clId="{8D731162-E575-4FD6-89DA-2E990B88FFAC}" dt="2023-10-13T15:52:35.481" v="1683"/>
          <ac:spMkLst>
            <pc:docMk/>
            <pc:sldMk cId="1579410143" sldId="335"/>
            <ac:spMk id="4" creationId="{C73CCF5E-82B0-FDDC-EC4A-033F3EE1390E}"/>
          </ac:spMkLst>
        </pc:spChg>
        <pc:spChg chg="add del mod">
          <ac:chgData name="Jizheng Wan (Computer Science)" userId="02e35b87-44bd-4455-aecc-56042df92991" providerId="ADAL" clId="{8D731162-E575-4FD6-89DA-2E990B88FFAC}" dt="2023-10-13T16:13:17.787" v="2171" actId="478"/>
          <ac:spMkLst>
            <pc:docMk/>
            <pc:sldMk cId="1579410143" sldId="335"/>
            <ac:spMk id="5" creationId="{BE92A9CD-0D86-6B52-AFDB-2C5290D426A1}"/>
          </ac:spMkLst>
        </pc:spChg>
        <pc:spChg chg="add del mod">
          <ac:chgData name="Jizheng Wan (Computer Science)" userId="02e35b87-44bd-4455-aecc-56042df92991" providerId="ADAL" clId="{8D731162-E575-4FD6-89DA-2E990B88FFAC}" dt="2023-10-13T15:57:57.383" v="1789" actId="478"/>
          <ac:spMkLst>
            <pc:docMk/>
            <pc:sldMk cId="1579410143" sldId="335"/>
            <ac:spMk id="6" creationId="{049AD7EA-DB62-A055-220E-274AA1A79954}"/>
          </ac:spMkLst>
        </pc:spChg>
        <pc:spChg chg="add del mod ord">
          <ac:chgData name="Jizheng Wan (Computer Science)" userId="02e35b87-44bd-4455-aecc-56042df92991" providerId="ADAL" clId="{8D731162-E575-4FD6-89DA-2E990B88FFAC}" dt="2023-10-13T16:20:31.935" v="2191" actId="478"/>
          <ac:spMkLst>
            <pc:docMk/>
            <pc:sldMk cId="1579410143" sldId="335"/>
            <ac:spMk id="7" creationId="{4DB19B78-ACDA-868B-9F00-BFE862BBA1DB}"/>
          </ac:spMkLst>
        </pc:spChg>
        <pc:spChg chg="add del mod">
          <ac:chgData name="Jizheng Wan (Computer Science)" userId="02e35b87-44bd-4455-aecc-56042df92991" providerId="ADAL" clId="{8D731162-E575-4FD6-89DA-2E990B88FFAC}" dt="2023-10-13T16:13:47.235" v="2173" actId="478"/>
          <ac:spMkLst>
            <pc:docMk/>
            <pc:sldMk cId="1579410143" sldId="335"/>
            <ac:spMk id="8" creationId="{FB5C68B9-0942-59FC-1C2C-E1F9E6FF554A}"/>
          </ac:spMkLst>
        </pc:spChg>
        <pc:spChg chg="add del mod">
          <ac:chgData name="Jizheng Wan (Computer Science)" userId="02e35b87-44bd-4455-aecc-56042df92991" providerId="ADAL" clId="{8D731162-E575-4FD6-89DA-2E990B88FFAC}" dt="2023-10-13T16:19:55.992" v="2187" actId="478"/>
          <ac:spMkLst>
            <pc:docMk/>
            <pc:sldMk cId="1579410143" sldId="335"/>
            <ac:spMk id="9" creationId="{9E40EAEE-56A3-53AF-3EF4-3D910DDB1326}"/>
          </ac:spMkLst>
        </pc:spChg>
        <pc:spChg chg="add mod">
          <ac:chgData name="Jizheng Wan (Computer Science)" userId="02e35b87-44bd-4455-aecc-56042df92991" providerId="ADAL" clId="{8D731162-E575-4FD6-89DA-2E990B88FFAC}" dt="2023-10-13T16:20:34.631" v="2192" actId="1076"/>
          <ac:spMkLst>
            <pc:docMk/>
            <pc:sldMk cId="1579410143" sldId="335"/>
            <ac:spMk id="10" creationId="{ED86E551-9247-FBA0-D2FC-FC8F08A134E7}"/>
          </ac:spMkLst>
        </pc:spChg>
      </pc:sldChg>
      <pc:sldChg chg="new">
        <pc:chgData name="Jizheng Wan (Computer Science)" userId="02e35b87-44bd-4455-aecc-56042df92991" providerId="ADAL" clId="{8D731162-E575-4FD6-89DA-2E990B88FFAC}" dt="2023-10-13T15:35:33.734" v="1595" actId="680"/>
        <pc:sldMkLst>
          <pc:docMk/>
          <pc:sldMk cId="4230761882" sldId="336"/>
        </pc:sldMkLst>
      </pc:sldChg>
      <pc:sldChg chg="addSp delSp modSp add mod ord">
        <pc:chgData name="Jizheng Wan (Computer Science)" userId="02e35b87-44bd-4455-aecc-56042df92991" providerId="ADAL" clId="{8D731162-E575-4FD6-89DA-2E990B88FFAC}" dt="2023-10-13T16:59:55.304" v="2336" actId="20577"/>
        <pc:sldMkLst>
          <pc:docMk/>
          <pc:sldMk cId="2153679663" sldId="337"/>
        </pc:sldMkLst>
        <pc:spChg chg="mod">
          <ac:chgData name="Jizheng Wan (Computer Science)" userId="02e35b87-44bd-4455-aecc-56042df92991" providerId="ADAL" clId="{8D731162-E575-4FD6-89DA-2E990B88FFAC}" dt="2023-10-13T16:59:55.304" v="2336" actId="20577"/>
          <ac:spMkLst>
            <pc:docMk/>
            <pc:sldMk cId="2153679663" sldId="337"/>
            <ac:spMk id="3" creationId="{0F44EC6E-A748-81ED-EB09-355234D42034}"/>
          </ac:spMkLst>
        </pc:spChg>
        <pc:spChg chg="add mod ord">
          <ac:chgData name="Jizheng Wan (Computer Science)" userId="02e35b87-44bd-4455-aecc-56042df92991" providerId="ADAL" clId="{8D731162-E575-4FD6-89DA-2E990B88FFAC}" dt="2023-10-13T16:05:45.203" v="2046" actId="14100"/>
          <ac:spMkLst>
            <pc:docMk/>
            <pc:sldMk cId="2153679663" sldId="337"/>
            <ac:spMk id="4" creationId="{D24E521E-5E15-47E5-0BCB-7B1B0D74EDC4}"/>
          </ac:spMkLst>
        </pc:spChg>
        <pc:spChg chg="mod">
          <ac:chgData name="Jizheng Wan (Computer Science)" userId="02e35b87-44bd-4455-aecc-56042df92991" providerId="ADAL" clId="{8D731162-E575-4FD6-89DA-2E990B88FFAC}" dt="2023-10-13T16:10:54.116" v="2157" actId="6549"/>
          <ac:spMkLst>
            <pc:docMk/>
            <pc:sldMk cId="2153679663" sldId="337"/>
            <ac:spMk id="5" creationId="{BE92A9CD-0D86-6B52-AFDB-2C5290D426A1}"/>
          </ac:spMkLst>
        </pc:spChg>
        <pc:spChg chg="add mod ord">
          <ac:chgData name="Jizheng Wan (Computer Science)" userId="02e35b87-44bd-4455-aecc-56042df92991" providerId="ADAL" clId="{8D731162-E575-4FD6-89DA-2E990B88FFAC}" dt="2023-10-13T16:06:47.760" v="2058" actId="208"/>
          <ac:spMkLst>
            <pc:docMk/>
            <pc:sldMk cId="2153679663" sldId="337"/>
            <ac:spMk id="6" creationId="{6387DFF6-5961-AE0E-20CE-FDFFC7D80DAB}"/>
          </ac:spMkLst>
        </pc:spChg>
        <pc:spChg chg="mod">
          <ac:chgData name="Jizheng Wan (Computer Science)" userId="02e35b87-44bd-4455-aecc-56042df92991" providerId="ADAL" clId="{8D731162-E575-4FD6-89DA-2E990B88FFAC}" dt="2023-10-13T16:05:52.163" v="2048" actId="14100"/>
          <ac:spMkLst>
            <pc:docMk/>
            <pc:sldMk cId="2153679663" sldId="337"/>
            <ac:spMk id="7" creationId="{4DB19B78-ACDA-868B-9F00-BFE862BBA1DB}"/>
          </ac:spMkLst>
        </pc:spChg>
        <pc:spChg chg="del">
          <ac:chgData name="Jizheng Wan (Computer Science)" userId="02e35b87-44bd-4455-aecc-56042df92991" providerId="ADAL" clId="{8D731162-E575-4FD6-89DA-2E990B88FFAC}" dt="2023-10-13T16:05:47.053" v="2047" actId="478"/>
          <ac:spMkLst>
            <pc:docMk/>
            <pc:sldMk cId="2153679663" sldId="337"/>
            <ac:spMk id="8" creationId="{FB5C68B9-0942-59FC-1C2C-E1F9E6FF554A}"/>
          </ac:spMkLst>
        </pc:spChg>
      </pc:sldChg>
      <pc:sldChg chg="modSp add modAnim">
        <pc:chgData name="Jizheng Wan (Computer Science)" userId="02e35b87-44bd-4455-aecc-56042df92991" providerId="ADAL" clId="{8D731162-E575-4FD6-89DA-2E990B88FFAC}" dt="2023-10-13T17:02:34.818" v="2349" actId="20577"/>
        <pc:sldMkLst>
          <pc:docMk/>
          <pc:sldMk cId="2355184716" sldId="338"/>
        </pc:sldMkLst>
        <pc:spChg chg="mod">
          <ac:chgData name="Jizheng Wan (Computer Science)" userId="02e35b87-44bd-4455-aecc-56042df92991" providerId="ADAL" clId="{8D731162-E575-4FD6-89DA-2E990B88FFAC}" dt="2023-10-13T17:02:34.818" v="2349" actId="20577"/>
          <ac:spMkLst>
            <pc:docMk/>
            <pc:sldMk cId="2355184716" sldId="338"/>
            <ac:spMk id="3" creationId="{3F20E2D4-5ECD-A796-5EFA-0D16F3D3F556}"/>
          </ac:spMkLst>
        </pc:spChg>
      </pc:sldChg>
    </pc:docChg>
  </pc:docChgLst>
  <pc:docChgLst>
    <pc:chgData name="Jizheng Wan (Computer Science)" userId="02e35b87-44bd-4455-aecc-56042df92991" providerId="ADAL" clId="{12ACC200-E1C0-4364-A674-D4E4B3B66CCC}"/>
    <pc:docChg chg="undo custSel addSld delSld modSld sldOrd">
      <pc:chgData name="Jizheng Wan (Computer Science)" userId="02e35b87-44bd-4455-aecc-56042df92991" providerId="ADAL" clId="{12ACC200-E1C0-4364-A674-D4E4B3B66CCC}" dt="2023-10-17T01:12:44.205" v="2280" actId="20577"/>
      <pc:docMkLst>
        <pc:docMk/>
      </pc:docMkLst>
      <pc:sldChg chg="modSp mod">
        <pc:chgData name="Jizheng Wan (Computer Science)" userId="02e35b87-44bd-4455-aecc-56042df92991" providerId="ADAL" clId="{12ACC200-E1C0-4364-A674-D4E4B3B66CCC}" dt="2023-10-15T00:38:10.634" v="2027" actId="6549"/>
        <pc:sldMkLst>
          <pc:docMk/>
          <pc:sldMk cId="978461468" sldId="267"/>
        </pc:sldMkLst>
        <pc:spChg chg="mod">
          <ac:chgData name="Jizheng Wan (Computer Science)" userId="02e35b87-44bd-4455-aecc-56042df92991" providerId="ADAL" clId="{12ACC200-E1C0-4364-A674-D4E4B3B66CCC}" dt="2023-10-15T00:38:10.634" v="2027" actId="6549"/>
          <ac:spMkLst>
            <pc:docMk/>
            <pc:sldMk cId="978461468" sldId="267"/>
            <ac:spMk id="3" creationId="{1905B739-ADE8-406B-B5BB-21B7DCB250D3}"/>
          </ac:spMkLst>
        </pc:spChg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4127697669" sldId="283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1995752480" sldId="320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2774230203" sldId="321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585716244" sldId="322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3724970255" sldId="323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3543225394" sldId="324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3990925061" sldId="325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2525370200" sldId="326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3722161878" sldId="327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2843695421" sldId="328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4236375752" sldId="329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1399123181" sldId="330"/>
        </pc:sldMkLst>
      </pc:sldChg>
      <pc:sldChg chg="del">
        <pc:chgData name="Jizheng Wan (Computer Science)" userId="02e35b87-44bd-4455-aecc-56042df92991" providerId="ADAL" clId="{12ACC200-E1C0-4364-A674-D4E4B3B66CCC}" dt="2023-10-15T00:36:38.998" v="2026" actId="47"/>
        <pc:sldMkLst>
          <pc:docMk/>
          <pc:sldMk cId="835391776" sldId="331"/>
        </pc:sldMkLst>
      </pc:sldChg>
      <pc:sldChg chg="modSp modAnim">
        <pc:chgData name="Jizheng Wan (Computer Science)" userId="02e35b87-44bd-4455-aecc-56042df92991" providerId="ADAL" clId="{12ACC200-E1C0-4364-A674-D4E4B3B66CCC}" dt="2023-10-15T01:17:43.363" v="2209" actId="108"/>
        <pc:sldMkLst>
          <pc:docMk/>
          <pc:sldMk cId="2727082368" sldId="332"/>
        </pc:sldMkLst>
        <pc:spChg chg="mod">
          <ac:chgData name="Jizheng Wan (Computer Science)" userId="02e35b87-44bd-4455-aecc-56042df92991" providerId="ADAL" clId="{12ACC200-E1C0-4364-A674-D4E4B3B66CCC}" dt="2023-10-15T01:17:43.363" v="2209" actId="108"/>
          <ac:spMkLst>
            <pc:docMk/>
            <pc:sldMk cId="2727082368" sldId="332"/>
            <ac:spMk id="3" creationId="{449309EE-AA1A-368F-66F2-A405CECEECAB}"/>
          </ac:spMkLst>
        </pc:spChg>
      </pc:sldChg>
      <pc:sldChg chg="modSp modAnim">
        <pc:chgData name="Jizheng Wan (Computer Science)" userId="02e35b87-44bd-4455-aecc-56042df92991" providerId="ADAL" clId="{12ACC200-E1C0-4364-A674-D4E4B3B66CCC}" dt="2023-10-15T13:29:40.268" v="2252" actId="20577"/>
        <pc:sldMkLst>
          <pc:docMk/>
          <pc:sldMk cId="3292710201" sldId="333"/>
        </pc:sldMkLst>
        <pc:spChg chg="mod">
          <ac:chgData name="Jizheng Wan (Computer Science)" userId="02e35b87-44bd-4455-aecc-56042df92991" providerId="ADAL" clId="{12ACC200-E1C0-4364-A674-D4E4B3B66CCC}" dt="2023-10-15T13:29:35.731" v="2250" actId="20577"/>
          <ac:spMkLst>
            <pc:docMk/>
            <pc:sldMk cId="3292710201" sldId="333"/>
            <ac:spMk id="3" creationId="{E99E2B0F-B6A8-9482-B8B5-E0A922C317C6}"/>
          </ac:spMkLst>
        </pc:spChg>
      </pc:sldChg>
      <pc:sldChg chg="modSp mod modAnim">
        <pc:chgData name="Jizheng Wan (Computer Science)" userId="02e35b87-44bd-4455-aecc-56042df92991" providerId="ADAL" clId="{12ACC200-E1C0-4364-A674-D4E4B3B66CCC}" dt="2023-10-15T00:47:54.863" v="2057"/>
        <pc:sldMkLst>
          <pc:docMk/>
          <pc:sldMk cId="1038994971" sldId="334"/>
        </pc:sldMkLst>
        <pc:spChg chg="mod">
          <ac:chgData name="Jizheng Wan (Computer Science)" userId="02e35b87-44bd-4455-aecc-56042df92991" providerId="ADAL" clId="{12ACC200-E1C0-4364-A674-D4E4B3B66CCC}" dt="2023-10-15T00:33:46.359" v="1996" actId="14100"/>
          <ac:spMkLst>
            <pc:docMk/>
            <pc:sldMk cId="1038994971" sldId="334"/>
            <ac:spMk id="3" creationId="{94A82FD5-DF64-E2EB-144C-899AA045E3CF}"/>
          </ac:spMkLst>
        </pc:spChg>
        <pc:spChg chg="mod">
          <ac:chgData name="Jizheng Wan (Computer Science)" userId="02e35b87-44bd-4455-aecc-56042df92991" providerId="ADAL" clId="{12ACC200-E1C0-4364-A674-D4E4B3B66CCC}" dt="2023-10-15T00:28:12.029" v="1905" actId="13822"/>
          <ac:spMkLst>
            <pc:docMk/>
            <pc:sldMk cId="1038994971" sldId="334"/>
            <ac:spMk id="5" creationId="{68B60B6D-E1A3-6546-6D93-51EC9EB8BD0A}"/>
          </ac:spMkLst>
        </pc:spChg>
      </pc:sldChg>
      <pc:sldChg chg="addSp delSp modSp mod modAnim">
        <pc:chgData name="Jizheng Wan (Computer Science)" userId="02e35b87-44bd-4455-aecc-56042df92991" providerId="ADAL" clId="{12ACC200-E1C0-4364-A674-D4E4B3B66CCC}" dt="2023-10-15T01:03:42.361" v="2083"/>
        <pc:sldMkLst>
          <pc:docMk/>
          <pc:sldMk cId="4230761882" sldId="336"/>
        </pc:sldMkLst>
        <pc:spChg chg="mod">
          <ac:chgData name="Jizheng Wan (Computer Science)" userId="02e35b87-44bd-4455-aecc-56042df92991" providerId="ADAL" clId="{12ACC200-E1C0-4364-A674-D4E4B3B66CCC}" dt="2023-10-13T22:27:33.443" v="34" actId="20577"/>
          <ac:spMkLst>
            <pc:docMk/>
            <pc:sldMk cId="4230761882" sldId="336"/>
            <ac:spMk id="2" creationId="{4372772C-1F60-81DA-2DBC-FEBB6EF8F3F6}"/>
          </ac:spMkLst>
        </pc:spChg>
        <pc:spChg chg="mod">
          <ac:chgData name="Jizheng Wan (Computer Science)" userId="02e35b87-44bd-4455-aecc-56042df92991" providerId="ADAL" clId="{12ACC200-E1C0-4364-A674-D4E4B3B66CCC}" dt="2023-10-13T23:04:36.521" v="186" actId="108"/>
          <ac:spMkLst>
            <pc:docMk/>
            <pc:sldMk cId="4230761882" sldId="336"/>
            <ac:spMk id="3" creationId="{1F9E9A34-2CD6-C22F-F408-56C48332B877}"/>
          </ac:spMkLst>
        </pc:spChg>
        <pc:spChg chg="add del mod">
          <ac:chgData name="Jizheng Wan (Computer Science)" userId="02e35b87-44bd-4455-aecc-56042df92991" providerId="ADAL" clId="{12ACC200-E1C0-4364-A674-D4E4B3B66CCC}" dt="2023-10-13T23:02:38.548" v="114" actId="478"/>
          <ac:spMkLst>
            <pc:docMk/>
            <pc:sldMk cId="4230761882" sldId="336"/>
            <ac:spMk id="5" creationId="{75A3A872-2D30-8771-9F83-FC2D55DDB691}"/>
          </ac:spMkLst>
        </pc:spChg>
        <pc:spChg chg="add del mod">
          <ac:chgData name="Jizheng Wan (Computer Science)" userId="02e35b87-44bd-4455-aecc-56042df92991" providerId="ADAL" clId="{12ACC200-E1C0-4364-A674-D4E4B3B66CCC}" dt="2023-10-13T23:04:19.513" v="180" actId="478"/>
          <ac:spMkLst>
            <pc:docMk/>
            <pc:sldMk cId="4230761882" sldId="336"/>
            <ac:spMk id="7" creationId="{4320B8BE-3F68-BAAE-1535-3DD7F48BA500}"/>
          </ac:spMkLst>
        </pc:spChg>
        <pc:spChg chg="add mod">
          <ac:chgData name="Jizheng Wan (Computer Science)" userId="02e35b87-44bd-4455-aecc-56042df92991" providerId="ADAL" clId="{12ACC200-E1C0-4364-A674-D4E4B3B66CCC}" dt="2023-10-13T23:04:47.432" v="187" actId="1076"/>
          <ac:spMkLst>
            <pc:docMk/>
            <pc:sldMk cId="4230761882" sldId="336"/>
            <ac:spMk id="8" creationId="{E49A69E7-CE08-6F63-B977-D1FF5CFF6E3B}"/>
          </ac:spMkLst>
        </pc:spChg>
        <pc:spChg chg="add mod ord">
          <ac:chgData name="Jizheng Wan (Computer Science)" userId="02e35b87-44bd-4455-aecc-56042df92991" providerId="ADAL" clId="{12ACC200-E1C0-4364-A674-D4E4B3B66CCC}" dt="2023-10-13T23:06:39.632" v="210" actId="207"/>
          <ac:spMkLst>
            <pc:docMk/>
            <pc:sldMk cId="4230761882" sldId="336"/>
            <ac:spMk id="9" creationId="{BB9D0E62-1936-EA04-B480-EFD8B5F7B7D1}"/>
          </ac:spMkLst>
        </pc:spChg>
        <pc:spChg chg="add mod">
          <ac:chgData name="Jizheng Wan (Computer Science)" userId="02e35b87-44bd-4455-aecc-56042df92991" providerId="ADAL" clId="{12ACC200-E1C0-4364-A674-D4E4B3B66CCC}" dt="2023-10-13T23:07:13.614" v="223" actId="1076"/>
          <ac:spMkLst>
            <pc:docMk/>
            <pc:sldMk cId="4230761882" sldId="336"/>
            <ac:spMk id="11" creationId="{E1C52524-2453-9458-43A3-3C6340292CB7}"/>
          </ac:spMkLst>
        </pc:spChg>
      </pc:sldChg>
      <pc:sldChg chg="addSp modSp mod modAnim">
        <pc:chgData name="Jizheng Wan (Computer Science)" userId="02e35b87-44bd-4455-aecc-56042df92991" providerId="ADAL" clId="{12ACC200-E1C0-4364-A674-D4E4B3B66CCC}" dt="2023-10-15T01:01:33.726" v="2076"/>
        <pc:sldMkLst>
          <pc:docMk/>
          <pc:sldMk cId="2153679663" sldId="337"/>
        </pc:sldMkLst>
        <pc:spChg chg="mod">
          <ac:chgData name="Jizheng Wan (Computer Science)" userId="02e35b87-44bd-4455-aecc-56042df92991" providerId="ADAL" clId="{12ACC200-E1C0-4364-A674-D4E4B3B66CCC}" dt="2023-10-15T00:47:34.136" v="2056" actId="20577"/>
          <ac:spMkLst>
            <pc:docMk/>
            <pc:sldMk cId="2153679663" sldId="337"/>
            <ac:spMk id="2" creationId="{6F632C8A-26FF-59FD-A26A-46EFBE17ECA9}"/>
          </ac:spMkLst>
        </pc:spChg>
        <pc:spChg chg="mod">
          <ac:chgData name="Jizheng Wan (Computer Science)" userId="02e35b87-44bd-4455-aecc-56042df92991" providerId="ADAL" clId="{12ACC200-E1C0-4364-A674-D4E4B3B66CCC}" dt="2023-10-13T22:28:39.943" v="45" actId="20577"/>
          <ac:spMkLst>
            <pc:docMk/>
            <pc:sldMk cId="2153679663" sldId="337"/>
            <ac:spMk id="3" creationId="{0F44EC6E-A748-81ED-EB09-355234D42034}"/>
          </ac:spMkLst>
        </pc:spChg>
        <pc:spChg chg="add mod">
          <ac:chgData name="Jizheng Wan (Computer Science)" userId="02e35b87-44bd-4455-aecc-56042df92991" providerId="ADAL" clId="{12ACC200-E1C0-4364-A674-D4E4B3B66CCC}" dt="2023-10-15T01:00:23.212" v="2065" actId="571"/>
          <ac:spMkLst>
            <pc:docMk/>
            <pc:sldMk cId="2153679663" sldId="337"/>
            <ac:spMk id="8" creationId="{A5C0D7A1-DA67-C196-F8E7-C0B1476B33FB}"/>
          </ac:spMkLst>
        </pc:spChg>
        <pc:spChg chg="add mod">
          <ac:chgData name="Jizheng Wan (Computer Science)" userId="02e35b87-44bd-4455-aecc-56042df92991" providerId="ADAL" clId="{12ACC200-E1C0-4364-A674-D4E4B3B66CCC}" dt="2023-10-15T01:00:23.212" v="2065" actId="571"/>
          <ac:spMkLst>
            <pc:docMk/>
            <pc:sldMk cId="2153679663" sldId="337"/>
            <ac:spMk id="9" creationId="{DD2ADE28-4F51-26F5-9936-77C6A9E3BD0D}"/>
          </ac:spMkLst>
        </pc:spChg>
      </pc:sldChg>
      <pc:sldChg chg="modAnim">
        <pc:chgData name="Jizheng Wan (Computer Science)" userId="02e35b87-44bd-4455-aecc-56042df92991" providerId="ADAL" clId="{12ACC200-E1C0-4364-A674-D4E4B3B66CCC}" dt="2023-10-15T01:02:13.561" v="2078"/>
        <pc:sldMkLst>
          <pc:docMk/>
          <pc:sldMk cId="2355184716" sldId="338"/>
        </pc:sldMkLst>
      </pc:sldChg>
      <pc:sldChg chg="addSp delSp modSp add mod modAnim">
        <pc:chgData name="Jizheng Wan (Computer Science)" userId="02e35b87-44bd-4455-aecc-56042df92991" providerId="ADAL" clId="{12ACC200-E1C0-4364-A674-D4E4B3B66CCC}" dt="2023-10-15T01:51:04.721" v="2238"/>
        <pc:sldMkLst>
          <pc:docMk/>
          <pc:sldMk cId="2661740522" sldId="339"/>
        </pc:sldMkLst>
        <pc:spChg chg="mod">
          <ac:chgData name="Jizheng Wan (Computer Science)" userId="02e35b87-44bd-4455-aecc-56042df92991" providerId="ADAL" clId="{12ACC200-E1C0-4364-A674-D4E4B3B66CCC}" dt="2023-10-15T01:50:27.888" v="2236" actId="20577"/>
          <ac:spMkLst>
            <pc:docMk/>
            <pc:sldMk cId="2661740522" sldId="339"/>
            <ac:spMk id="3" creationId="{1F9E9A34-2CD6-C22F-F408-56C48332B877}"/>
          </ac:spMkLst>
        </pc:spChg>
        <pc:spChg chg="add mod">
          <ac:chgData name="Jizheng Wan (Computer Science)" userId="02e35b87-44bd-4455-aecc-56042df92991" providerId="ADAL" clId="{12ACC200-E1C0-4364-A674-D4E4B3B66CCC}" dt="2023-10-13T23:35:43.006" v="405" actId="20577"/>
          <ac:spMkLst>
            <pc:docMk/>
            <pc:sldMk cId="2661740522" sldId="339"/>
            <ac:spMk id="4" creationId="{968A6A1C-F39B-7B4E-2A94-F13678D64800}"/>
          </ac:spMkLst>
        </pc:spChg>
        <pc:spChg chg="add mod">
          <ac:chgData name="Jizheng Wan (Computer Science)" userId="02e35b87-44bd-4455-aecc-56042df92991" providerId="ADAL" clId="{12ACC200-E1C0-4364-A674-D4E4B3B66CCC}" dt="2023-10-13T23:35:54.265" v="412" actId="122"/>
          <ac:spMkLst>
            <pc:docMk/>
            <pc:sldMk cId="2661740522" sldId="339"/>
            <ac:spMk id="5" creationId="{9A46DE85-9B03-51CE-28D9-3C5E98B28A60}"/>
          </ac:spMkLst>
        </pc:spChg>
        <pc:spChg chg="add del mod">
          <ac:chgData name="Jizheng Wan (Computer Science)" userId="02e35b87-44bd-4455-aecc-56042df92991" providerId="ADAL" clId="{12ACC200-E1C0-4364-A674-D4E4B3B66CCC}" dt="2023-10-13T23:34:46.319" v="393" actId="478"/>
          <ac:spMkLst>
            <pc:docMk/>
            <pc:sldMk cId="2661740522" sldId="339"/>
            <ac:spMk id="6" creationId="{C06CC935-A567-7D7E-3685-1110B4A85905}"/>
          </ac:spMkLst>
        </pc:spChg>
        <pc:spChg chg="add del mod">
          <ac:chgData name="Jizheng Wan (Computer Science)" userId="02e35b87-44bd-4455-aecc-56042df92991" providerId="ADAL" clId="{12ACC200-E1C0-4364-A674-D4E4B3B66CCC}" dt="2023-10-13T23:34:47.713" v="394" actId="478"/>
          <ac:spMkLst>
            <pc:docMk/>
            <pc:sldMk cId="2661740522" sldId="339"/>
            <ac:spMk id="7" creationId="{65C1DDC3-FD66-3537-B2B9-98F757647F2C}"/>
          </ac:spMkLst>
        </pc:spChg>
        <pc:spChg chg="add mod">
          <ac:chgData name="Jizheng Wan (Computer Science)" userId="02e35b87-44bd-4455-aecc-56042df92991" providerId="ADAL" clId="{12ACC200-E1C0-4364-A674-D4E4B3B66CCC}" dt="2023-10-13T23:35:03.396" v="396" actId="1076"/>
          <ac:spMkLst>
            <pc:docMk/>
            <pc:sldMk cId="2661740522" sldId="339"/>
            <ac:spMk id="10" creationId="{835BEFA7-F1C2-F6E0-5142-64A4FFB4C5E2}"/>
          </ac:spMkLst>
        </pc:spChg>
        <pc:spChg chg="mod">
          <ac:chgData name="Jizheng Wan (Computer Science)" userId="02e35b87-44bd-4455-aecc-56042df92991" providerId="ADAL" clId="{12ACC200-E1C0-4364-A674-D4E4B3B66CCC}" dt="2023-10-13T23:33:34.123" v="382" actId="20577"/>
          <ac:spMkLst>
            <pc:docMk/>
            <pc:sldMk cId="2661740522" sldId="339"/>
            <ac:spMk id="11" creationId="{E1C52524-2453-9458-43A3-3C6340292CB7}"/>
          </ac:spMkLst>
        </pc:spChg>
        <pc:spChg chg="add mod">
          <ac:chgData name="Jizheng Wan (Computer Science)" userId="02e35b87-44bd-4455-aecc-56042df92991" providerId="ADAL" clId="{12ACC200-E1C0-4364-A674-D4E4B3B66CCC}" dt="2023-10-13T23:35:08.656" v="397" actId="571"/>
          <ac:spMkLst>
            <pc:docMk/>
            <pc:sldMk cId="2661740522" sldId="339"/>
            <ac:spMk id="12" creationId="{A687A72F-E168-70C4-905A-C18516E03970}"/>
          </ac:spMkLst>
        </pc:spChg>
      </pc:sldChg>
      <pc:sldChg chg="addSp delSp modSp add del mod">
        <pc:chgData name="Jizheng Wan (Computer Science)" userId="02e35b87-44bd-4455-aecc-56042df92991" providerId="ADAL" clId="{12ACC200-E1C0-4364-A674-D4E4B3B66CCC}" dt="2023-10-14T23:46:55.238" v="1258" actId="47"/>
        <pc:sldMkLst>
          <pc:docMk/>
          <pc:sldMk cId="3717185509" sldId="340"/>
        </pc:sldMkLst>
        <pc:spChg chg="mod">
          <ac:chgData name="Jizheng Wan (Computer Science)" userId="02e35b87-44bd-4455-aecc-56042df92991" providerId="ADAL" clId="{12ACC200-E1C0-4364-A674-D4E4B3B66CCC}" dt="2023-10-14T22:53:53.837" v="510" actId="20577"/>
          <ac:spMkLst>
            <pc:docMk/>
            <pc:sldMk cId="3717185509" sldId="340"/>
            <ac:spMk id="2" creationId="{4372772C-1F60-81DA-2DBC-FEBB6EF8F3F6}"/>
          </ac:spMkLst>
        </pc:spChg>
        <pc:spChg chg="mod">
          <ac:chgData name="Jizheng Wan (Computer Science)" userId="02e35b87-44bd-4455-aecc-56042df92991" providerId="ADAL" clId="{12ACC200-E1C0-4364-A674-D4E4B3B66CCC}" dt="2023-10-14T23:25:44.064" v="782" actId="20577"/>
          <ac:spMkLst>
            <pc:docMk/>
            <pc:sldMk cId="3717185509" sldId="340"/>
            <ac:spMk id="3" creationId="{1F9E9A34-2CD6-C22F-F408-56C48332B877}"/>
          </ac:spMkLst>
        </pc:spChg>
        <pc:spChg chg="del">
          <ac:chgData name="Jizheng Wan (Computer Science)" userId="02e35b87-44bd-4455-aecc-56042df92991" providerId="ADAL" clId="{12ACC200-E1C0-4364-A674-D4E4B3B66CCC}" dt="2023-10-14T00:06:26.900" v="467" actId="478"/>
          <ac:spMkLst>
            <pc:docMk/>
            <pc:sldMk cId="3717185509" sldId="340"/>
            <ac:spMk id="4" creationId="{968A6A1C-F39B-7B4E-2A94-F13678D64800}"/>
          </ac:spMkLst>
        </pc:spChg>
        <pc:spChg chg="add mod">
          <ac:chgData name="Jizheng Wan (Computer Science)" userId="02e35b87-44bd-4455-aecc-56042df92991" providerId="ADAL" clId="{12ACC200-E1C0-4364-A674-D4E4B3B66CCC}" dt="2023-10-14T23:18:56.942" v="762" actId="20577"/>
          <ac:spMkLst>
            <pc:docMk/>
            <pc:sldMk cId="3717185509" sldId="340"/>
            <ac:spMk id="4" creationId="{EFBF0E6D-7B40-0546-D9D7-F2EA81E84F59}"/>
          </ac:spMkLst>
        </pc:spChg>
        <pc:spChg chg="add mod">
          <ac:chgData name="Jizheng Wan (Computer Science)" userId="02e35b87-44bd-4455-aecc-56042df92991" providerId="ADAL" clId="{12ACC200-E1C0-4364-A674-D4E4B3B66CCC}" dt="2023-10-14T23:19:05.496" v="763" actId="1076"/>
          <ac:spMkLst>
            <pc:docMk/>
            <pc:sldMk cId="3717185509" sldId="340"/>
            <ac:spMk id="5" creationId="{4A89D84E-9755-414D-F76D-9ED0992D9CA7}"/>
          </ac:spMkLst>
        </pc:spChg>
        <pc:spChg chg="del">
          <ac:chgData name="Jizheng Wan (Computer Science)" userId="02e35b87-44bd-4455-aecc-56042df92991" providerId="ADAL" clId="{12ACC200-E1C0-4364-A674-D4E4B3B66CCC}" dt="2023-10-14T00:06:26.900" v="467" actId="478"/>
          <ac:spMkLst>
            <pc:docMk/>
            <pc:sldMk cId="3717185509" sldId="340"/>
            <ac:spMk id="5" creationId="{9A46DE85-9B03-51CE-28D9-3C5E98B28A60}"/>
          </ac:spMkLst>
        </pc:spChg>
        <pc:spChg chg="del">
          <ac:chgData name="Jizheng Wan (Computer Science)" userId="02e35b87-44bd-4455-aecc-56042df92991" providerId="ADAL" clId="{12ACC200-E1C0-4364-A674-D4E4B3B66CCC}" dt="2023-10-14T00:06:23.331" v="464" actId="478"/>
          <ac:spMkLst>
            <pc:docMk/>
            <pc:sldMk cId="3717185509" sldId="340"/>
            <ac:spMk id="8" creationId="{E49A69E7-CE08-6F63-B977-D1FF5CFF6E3B}"/>
          </ac:spMkLst>
        </pc:spChg>
        <pc:spChg chg="del">
          <ac:chgData name="Jizheng Wan (Computer Science)" userId="02e35b87-44bd-4455-aecc-56042df92991" providerId="ADAL" clId="{12ACC200-E1C0-4364-A674-D4E4B3B66CCC}" dt="2023-10-14T00:06:24.486" v="465" actId="478"/>
          <ac:spMkLst>
            <pc:docMk/>
            <pc:sldMk cId="3717185509" sldId="340"/>
            <ac:spMk id="9" creationId="{BB9D0E62-1936-EA04-B480-EFD8B5F7B7D1}"/>
          </ac:spMkLst>
        </pc:spChg>
        <pc:spChg chg="del">
          <ac:chgData name="Jizheng Wan (Computer Science)" userId="02e35b87-44bd-4455-aecc-56042df92991" providerId="ADAL" clId="{12ACC200-E1C0-4364-A674-D4E4B3B66CCC}" dt="2023-10-14T00:06:26.900" v="467" actId="478"/>
          <ac:spMkLst>
            <pc:docMk/>
            <pc:sldMk cId="3717185509" sldId="340"/>
            <ac:spMk id="10" creationId="{835BEFA7-F1C2-F6E0-5142-64A4FFB4C5E2}"/>
          </ac:spMkLst>
        </pc:spChg>
        <pc:spChg chg="del">
          <ac:chgData name="Jizheng Wan (Computer Science)" userId="02e35b87-44bd-4455-aecc-56042df92991" providerId="ADAL" clId="{12ACC200-E1C0-4364-A674-D4E4B3B66CCC}" dt="2023-10-14T00:06:25.814" v="466" actId="478"/>
          <ac:spMkLst>
            <pc:docMk/>
            <pc:sldMk cId="3717185509" sldId="340"/>
            <ac:spMk id="11" creationId="{E1C52524-2453-9458-43A3-3C6340292CB7}"/>
          </ac:spMkLst>
        </pc:spChg>
        <pc:spChg chg="del">
          <ac:chgData name="Jizheng Wan (Computer Science)" userId="02e35b87-44bd-4455-aecc-56042df92991" providerId="ADAL" clId="{12ACC200-E1C0-4364-A674-D4E4B3B66CCC}" dt="2023-10-14T00:06:26.900" v="467" actId="478"/>
          <ac:spMkLst>
            <pc:docMk/>
            <pc:sldMk cId="3717185509" sldId="340"/>
            <ac:spMk id="12" creationId="{A687A72F-E168-70C4-905A-C18516E03970}"/>
          </ac:spMkLst>
        </pc:spChg>
      </pc:sldChg>
      <pc:sldChg chg="addSp modSp add mod ord modAnim">
        <pc:chgData name="Jizheng Wan (Computer Science)" userId="02e35b87-44bd-4455-aecc-56042df92991" providerId="ADAL" clId="{12ACC200-E1C0-4364-A674-D4E4B3B66CCC}" dt="2023-10-15T01:10:35.284" v="2103"/>
        <pc:sldMkLst>
          <pc:docMk/>
          <pc:sldMk cId="3188129572" sldId="341"/>
        </pc:sldMkLst>
        <pc:spChg chg="mod">
          <ac:chgData name="Jizheng Wan (Computer Science)" userId="02e35b87-44bd-4455-aecc-56042df92991" providerId="ADAL" clId="{12ACC200-E1C0-4364-A674-D4E4B3B66CCC}" dt="2023-10-14T23:31:19.190" v="879" actId="6549"/>
          <ac:spMkLst>
            <pc:docMk/>
            <pc:sldMk cId="3188129572" sldId="341"/>
            <ac:spMk id="3" creationId="{1F9E9A34-2CD6-C22F-F408-56C48332B877}"/>
          </ac:spMkLst>
        </pc:spChg>
        <pc:spChg chg="add mod">
          <ac:chgData name="Jizheng Wan (Computer Science)" userId="02e35b87-44bd-4455-aecc-56042df92991" providerId="ADAL" clId="{12ACC200-E1C0-4364-A674-D4E4B3B66CCC}" dt="2023-10-14T23:33:03.532" v="954" actId="20577"/>
          <ac:spMkLst>
            <pc:docMk/>
            <pc:sldMk cId="3188129572" sldId="341"/>
            <ac:spMk id="6" creationId="{183C2676-0110-68E6-17C3-244D3444BD63}"/>
          </ac:spMkLst>
        </pc:spChg>
        <pc:spChg chg="add mod">
          <ac:chgData name="Jizheng Wan (Computer Science)" userId="02e35b87-44bd-4455-aecc-56042df92991" providerId="ADAL" clId="{12ACC200-E1C0-4364-A674-D4E4B3B66CCC}" dt="2023-10-14T23:33:29.944" v="970" actId="20577"/>
          <ac:spMkLst>
            <pc:docMk/>
            <pc:sldMk cId="3188129572" sldId="341"/>
            <ac:spMk id="7" creationId="{FAC5418C-8407-FAEC-8EB8-0C77CB5C7AD0}"/>
          </ac:spMkLst>
        </pc:spChg>
      </pc:sldChg>
      <pc:sldChg chg="modSp add modAnim">
        <pc:chgData name="Jizheng Wan (Computer Science)" userId="02e35b87-44bd-4455-aecc-56042df92991" providerId="ADAL" clId="{12ACC200-E1C0-4364-A674-D4E4B3B66CCC}" dt="2023-10-15T01:11:46.979" v="2104"/>
        <pc:sldMkLst>
          <pc:docMk/>
          <pc:sldMk cId="2227325397" sldId="342"/>
        </pc:sldMkLst>
        <pc:spChg chg="mod">
          <ac:chgData name="Jizheng Wan (Computer Science)" userId="02e35b87-44bd-4455-aecc-56042df92991" providerId="ADAL" clId="{12ACC200-E1C0-4364-A674-D4E4B3B66CCC}" dt="2023-10-14T23:38:54.075" v="1257" actId="20577"/>
          <ac:spMkLst>
            <pc:docMk/>
            <pc:sldMk cId="2227325397" sldId="342"/>
            <ac:spMk id="3" creationId="{3F20E2D4-5ECD-A796-5EFA-0D16F3D3F556}"/>
          </ac:spMkLst>
        </pc:spChg>
      </pc:sldChg>
      <pc:sldChg chg="addSp delSp modSp add mod modAnim">
        <pc:chgData name="Jizheng Wan (Computer Science)" userId="02e35b87-44bd-4455-aecc-56042df92991" providerId="ADAL" clId="{12ACC200-E1C0-4364-A674-D4E4B3B66CCC}" dt="2023-10-17T01:12:44.205" v="2280" actId="20577"/>
        <pc:sldMkLst>
          <pc:docMk/>
          <pc:sldMk cId="1218909475" sldId="343"/>
        </pc:sldMkLst>
        <pc:spChg chg="mod">
          <ac:chgData name="Jizheng Wan (Computer Science)" userId="02e35b87-44bd-4455-aecc-56042df92991" providerId="ADAL" clId="{12ACC200-E1C0-4364-A674-D4E4B3B66CCC}" dt="2023-10-15T00:01:39.991" v="1706" actId="20577"/>
          <ac:spMkLst>
            <pc:docMk/>
            <pc:sldMk cId="1218909475" sldId="343"/>
            <ac:spMk id="3" creationId="{3F20E2D4-5ECD-A796-5EFA-0D16F3D3F556}"/>
          </ac:spMkLst>
        </pc:spChg>
        <pc:spChg chg="add del mod">
          <ac:chgData name="Jizheng Wan (Computer Science)" userId="02e35b87-44bd-4455-aecc-56042df92991" providerId="ADAL" clId="{12ACC200-E1C0-4364-A674-D4E4B3B66CCC}" dt="2023-10-17T01:12:44.205" v="2280" actId="20577"/>
          <ac:spMkLst>
            <pc:docMk/>
            <pc:sldMk cId="1218909475" sldId="343"/>
            <ac:spMk id="4" creationId="{FE0B7627-CEB0-C3E0-BADA-09B320B0906D}"/>
          </ac:spMkLst>
        </pc:spChg>
      </pc:sldChg>
      <pc:sldChg chg="addSp delSp modSp new mod modAnim">
        <pc:chgData name="Jizheng Wan (Computer Science)" userId="02e35b87-44bd-4455-aecc-56042df92991" providerId="ADAL" clId="{12ACC200-E1C0-4364-A674-D4E4B3B66CCC}" dt="2023-10-15T01:16:51.436" v="2208" actId="20577"/>
        <pc:sldMkLst>
          <pc:docMk/>
          <pc:sldMk cId="1703844242" sldId="344"/>
        </pc:sldMkLst>
        <pc:spChg chg="mod">
          <ac:chgData name="Jizheng Wan (Computer Science)" userId="02e35b87-44bd-4455-aecc-56042df92991" providerId="ADAL" clId="{12ACC200-E1C0-4364-A674-D4E4B3B66CCC}" dt="2023-10-15T00:16:08.473" v="1732" actId="20577"/>
          <ac:spMkLst>
            <pc:docMk/>
            <pc:sldMk cId="1703844242" sldId="344"/>
            <ac:spMk id="2" creationId="{48D92448-6B32-28F3-A49D-7699B8D6358F}"/>
          </ac:spMkLst>
        </pc:spChg>
        <pc:spChg chg="mod">
          <ac:chgData name="Jizheng Wan (Computer Science)" userId="02e35b87-44bd-4455-aecc-56042df92991" providerId="ADAL" clId="{12ACC200-E1C0-4364-A674-D4E4B3B66CCC}" dt="2023-10-15T01:16:51.436" v="2208" actId="20577"/>
          <ac:spMkLst>
            <pc:docMk/>
            <pc:sldMk cId="1703844242" sldId="344"/>
            <ac:spMk id="3" creationId="{6BC428FF-44B8-5906-5318-58AE491CBF88}"/>
          </ac:spMkLst>
        </pc:spChg>
        <pc:picChg chg="add del mod">
          <ac:chgData name="Jizheng Wan (Computer Science)" userId="02e35b87-44bd-4455-aecc-56042df92991" providerId="ADAL" clId="{12ACC200-E1C0-4364-A674-D4E4B3B66CCC}" dt="2023-10-15T00:27:23.016" v="1889" actId="478"/>
          <ac:picMkLst>
            <pc:docMk/>
            <pc:sldMk cId="1703844242" sldId="344"/>
            <ac:picMk id="4" creationId="{D338F5EE-CDB7-5F1D-3554-BF2C9134D102}"/>
          </ac:picMkLst>
        </pc:picChg>
      </pc:sldChg>
      <pc:sldChg chg="addSp delSp modSp add mod">
        <pc:chgData name="Jizheng Wan (Computer Science)" userId="02e35b87-44bd-4455-aecc-56042df92991" providerId="ADAL" clId="{12ACC200-E1C0-4364-A674-D4E4B3B66CCC}" dt="2023-10-15T01:18:36.866" v="2233" actId="20577"/>
        <pc:sldMkLst>
          <pc:docMk/>
          <pc:sldMk cId="3303899973" sldId="345"/>
        </pc:sldMkLst>
        <pc:spChg chg="mod">
          <ac:chgData name="Jizheng Wan (Computer Science)" userId="02e35b87-44bd-4455-aecc-56042df92991" providerId="ADAL" clId="{12ACC200-E1C0-4364-A674-D4E4B3B66CCC}" dt="2023-10-15T00:27:35.750" v="1898" actId="20577"/>
          <ac:spMkLst>
            <pc:docMk/>
            <pc:sldMk cId="3303899973" sldId="345"/>
            <ac:spMk id="2" creationId="{7FB70FF6-B525-4AF9-C9AE-0FF35FBDACF3}"/>
          </ac:spMkLst>
        </pc:spChg>
        <pc:spChg chg="mod">
          <ac:chgData name="Jizheng Wan (Computer Science)" userId="02e35b87-44bd-4455-aecc-56042df92991" providerId="ADAL" clId="{12ACC200-E1C0-4364-A674-D4E4B3B66CCC}" dt="2023-10-15T01:18:36.866" v="2233" actId="20577"/>
          <ac:spMkLst>
            <pc:docMk/>
            <pc:sldMk cId="3303899973" sldId="345"/>
            <ac:spMk id="3" creationId="{94A82FD5-DF64-E2EB-144C-899AA045E3CF}"/>
          </ac:spMkLst>
        </pc:spChg>
        <pc:spChg chg="del">
          <ac:chgData name="Jizheng Wan (Computer Science)" userId="02e35b87-44bd-4455-aecc-56042df92991" providerId="ADAL" clId="{12ACC200-E1C0-4364-A674-D4E4B3B66CCC}" dt="2023-10-15T00:28:04.832" v="1904" actId="478"/>
          <ac:spMkLst>
            <pc:docMk/>
            <pc:sldMk cId="3303899973" sldId="345"/>
            <ac:spMk id="5" creationId="{68B60B6D-E1A3-6546-6D93-51EC9EB8BD0A}"/>
          </ac:spMkLst>
        </pc:spChg>
        <pc:spChg chg="del">
          <ac:chgData name="Jizheng Wan (Computer Science)" userId="02e35b87-44bd-4455-aecc-56042df92991" providerId="ADAL" clId="{12ACC200-E1C0-4364-A674-D4E4B3B66CCC}" dt="2023-10-15T00:28:56.795" v="1914" actId="478"/>
          <ac:spMkLst>
            <pc:docMk/>
            <pc:sldMk cId="3303899973" sldId="345"/>
            <ac:spMk id="9" creationId="{01A86E7F-B31A-5A81-5B28-B18596A207C8}"/>
          </ac:spMkLst>
        </pc:spChg>
        <pc:picChg chg="add mod">
          <ac:chgData name="Jizheng Wan (Computer Science)" userId="02e35b87-44bd-4455-aecc-56042df92991" providerId="ADAL" clId="{12ACC200-E1C0-4364-A674-D4E4B3B66CCC}" dt="2023-10-15T00:35:14.305" v="2025" actId="1076"/>
          <ac:picMkLst>
            <pc:docMk/>
            <pc:sldMk cId="3303899973" sldId="345"/>
            <ac:picMk id="4" creationId="{EBC12469-FCBE-0FC7-904A-324F66B0C09A}"/>
          </ac:picMkLst>
        </pc:picChg>
        <pc:picChg chg="del">
          <ac:chgData name="Jizheng Wan (Computer Science)" userId="02e35b87-44bd-4455-aecc-56042df92991" providerId="ADAL" clId="{12ACC200-E1C0-4364-A674-D4E4B3B66CCC}" dt="2023-10-15T00:27:53.527" v="1899" actId="478"/>
          <ac:picMkLst>
            <pc:docMk/>
            <pc:sldMk cId="3303899973" sldId="345"/>
            <ac:picMk id="8" creationId="{CA01E0A4-1217-AC44-10C3-85F2773B5789}"/>
          </ac:picMkLst>
        </pc:picChg>
      </pc:sldChg>
    </pc:docChg>
  </pc:docChgLst>
  <pc:docChgLst>
    <pc:chgData name="Jizheng Wan" userId="02e35b87-44bd-4455-aecc-56042df92991" providerId="ADAL" clId="{702691A6-40BF-4444-AEDF-3F58A60EA10D}"/>
    <pc:docChg chg="modSld">
      <pc:chgData name="Jizheng Wan" userId="02e35b87-44bd-4455-aecc-56042df92991" providerId="ADAL" clId="{702691A6-40BF-4444-AEDF-3F58A60EA10D}" dt="2022-11-01T18:56:57.899" v="0"/>
      <pc:docMkLst>
        <pc:docMk/>
      </pc:docMkLst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2774230203" sldId="321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2774230203" sldId="321"/>
            <ac:inkMk id="5" creationId="{5D9C3CFE-A64B-0451-616F-2F826039F123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585716244" sldId="322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585716244" sldId="322"/>
            <ac:inkMk id="6" creationId="{596C9936-815E-BFDB-A85E-619DE24130D2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3543225394" sldId="324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3543225394" sldId="324"/>
            <ac:inkMk id="5" creationId="{5A8E88AA-CB29-2C3C-6F3B-15D43E62176F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3990925061" sldId="325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3990925061" sldId="325"/>
            <ac:inkMk id="4" creationId="{AE90F526-E594-70F4-76E9-564C15DA7214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2843695421" sldId="328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2843695421" sldId="328"/>
            <ac:inkMk id="9" creationId="{DA27154C-09E8-3501-3D3C-E57C7A37A617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4236375752" sldId="329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4236375752" sldId="329"/>
            <ac:inkMk id="9" creationId="{A2E74113-A377-8A1F-AABE-67769885F0F4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1399123181" sldId="330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1399123181" sldId="330"/>
            <ac:inkMk id="17" creationId="{64C36D47-F817-7492-096F-C314A436F9C6}"/>
          </ac:inkMkLst>
        </pc:ink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BEC6A3-2353-4129-91D9-349D3327E84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74663A55-8B8D-421D-B637-C07377AF2009}">
      <dgm:prSet phldrT="[Text]"/>
      <dgm:spPr>
        <a:xfrm>
          <a:off x="0" y="390489"/>
          <a:ext cx="6096000" cy="36225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GB" sz="15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Sequential</a:t>
          </a:r>
        </a:p>
      </dgm:t>
    </dgm:pt>
    <dgm:pt modelId="{011FD3F0-2C66-4DA8-8672-BCDFE1F48A1C}" type="parTrans" cxnId="{C22B676F-F436-437F-9386-7F96343910B0}">
      <dgm:prSet/>
      <dgm:spPr/>
      <dgm:t>
        <a:bodyPr/>
        <a:lstStyle/>
        <a:p>
          <a:endParaRPr lang="en-GB"/>
        </a:p>
      </dgm:t>
    </dgm:pt>
    <dgm:pt modelId="{E8C5044E-062D-4817-9F47-A7A9508DDB4A}" type="sibTrans" cxnId="{C22B676F-F436-437F-9386-7F96343910B0}">
      <dgm:prSet/>
      <dgm:spPr/>
      <dgm:t>
        <a:bodyPr/>
        <a:lstStyle/>
        <a:p>
          <a:endParaRPr lang="en-GB"/>
        </a:p>
      </dgm:t>
    </dgm:pt>
    <dgm:pt modelId="{2B8CA584-76DA-4106-A57C-4979A38A90A1}">
      <dgm:prSet phldrT="[Text]"/>
      <dgm:spPr>
        <a:xfrm>
          <a:off x="0" y="390489"/>
          <a:ext cx="6096000" cy="36225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GB" sz="1500" dirty="0">
              <a:solidFill>
                <a:srgbClr val="0070C0"/>
              </a:solidFill>
              <a:latin typeface="Calibri" panose="020F0502020204030204"/>
              <a:ea typeface="+mn-ea"/>
              <a:cs typeface="+mn-cs"/>
            </a:rPr>
            <a:t>Selection (Decisions)</a:t>
          </a:r>
        </a:p>
      </dgm:t>
    </dgm:pt>
    <dgm:pt modelId="{BFC1E060-CE1E-42DC-BFEF-991B92199927}" type="parTrans" cxnId="{B51B40D4-832F-4D77-AAF0-6ADE18CBDBD2}">
      <dgm:prSet/>
      <dgm:spPr/>
      <dgm:t>
        <a:bodyPr/>
        <a:lstStyle/>
        <a:p>
          <a:endParaRPr lang="en-GB"/>
        </a:p>
      </dgm:t>
    </dgm:pt>
    <dgm:pt modelId="{38E6A581-D124-4821-830B-CA8F3F8C0E41}" type="sibTrans" cxnId="{B51B40D4-832F-4D77-AAF0-6ADE18CBDBD2}">
      <dgm:prSet/>
      <dgm:spPr/>
      <dgm:t>
        <a:bodyPr/>
        <a:lstStyle/>
        <a:p>
          <a:endParaRPr lang="en-GB"/>
        </a:p>
      </dgm:t>
    </dgm:pt>
    <dgm:pt modelId="{04710BC4-0F2B-44BD-8AF8-471D9A1DECFC}">
      <dgm:prSet phldrT="[Text]"/>
      <dgm:spPr>
        <a:xfrm>
          <a:off x="0" y="390489"/>
          <a:ext cx="6096000" cy="36225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GB" sz="1500" dirty="0">
              <a:solidFill>
                <a:srgbClr val="7030A0"/>
              </a:solidFill>
              <a:latin typeface="Calibri" panose="020F0502020204030204"/>
              <a:ea typeface="+mn-ea"/>
              <a:cs typeface="+mn-cs"/>
            </a:rPr>
            <a:t>Repetition (Loops)</a:t>
          </a:r>
        </a:p>
      </dgm:t>
    </dgm:pt>
    <dgm:pt modelId="{D9299AC2-AAE7-4550-B4FD-87024A6D3710}" type="parTrans" cxnId="{A415511E-F31A-44F0-BFE8-C36313F63A22}">
      <dgm:prSet/>
      <dgm:spPr/>
      <dgm:t>
        <a:bodyPr/>
        <a:lstStyle/>
        <a:p>
          <a:endParaRPr lang="en-GB"/>
        </a:p>
      </dgm:t>
    </dgm:pt>
    <dgm:pt modelId="{7C7A7283-2977-4DFE-B719-90364D2757B1}" type="sibTrans" cxnId="{A415511E-F31A-44F0-BFE8-C36313F63A22}">
      <dgm:prSet/>
      <dgm:spPr/>
      <dgm:t>
        <a:bodyPr/>
        <a:lstStyle/>
        <a:p>
          <a:endParaRPr lang="en-GB"/>
        </a:p>
      </dgm:t>
    </dgm:pt>
    <dgm:pt modelId="{5BFDDCD4-8B8C-4C17-B113-6DAEAE5BA86D}">
      <dgm:prSet phldrT="[Text]"/>
      <dgm:spPr>
        <a:xfrm>
          <a:off x="0" y="390489"/>
          <a:ext cx="6096000" cy="36225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GB" sz="1500" dirty="0">
              <a:solidFill>
                <a:srgbClr val="00B050"/>
              </a:solidFill>
              <a:latin typeface="Calibri" panose="020F0502020204030204"/>
              <a:ea typeface="+mn-ea"/>
              <a:cs typeface="+mn-cs"/>
            </a:rPr>
            <a:t>Jump (Control Statements)</a:t>
          </a:r>
        </a:p>
      </dgm:t>
    </dgm:pt>
    <dgm:pt modelId="{CAB7B209-5505-44CD-AD72-113B431CFC4D}" type="parTrans" cxnId="{3BB9E4A0-2946-420E-B8A0-0C1AE31C1482}">
      <dgm:prSet/>
      <dgm:spPr/>
      <dgm:t>
        <a:bodyPr/>
        <a:lstStyle/>
        <a:p>
          <a:endParaRPr lang="en-GB"/>
        </a:p>
      </dgm:t>
    </dgm:pt>
    <dgm:pt modelId="{EF4A0026-E314-40B4-BCEB-BA3DBC34B381}" type="sibTrans" cxnId="{3BB9E4A0-2946-420E-B8A0-0C1AE31C1482}">
      <dgm:prSet/>
      <dgm:spPr/>
      <dgm:t>
        <a:bodyPr/>
        <a:lstStyle/>
        <a:p>
          <a:endParaRPr lang="en-GB"/>
        </a:p>
      </dgm:t>
    </dgm:pt>
    <dgm:pt modelId="{48272E4E-2E6A-4C2A-829C-2122D2E219F2}">
      <dgm:prSet phldrT="[Text]"/>
      <dgm:spPr>
        <a:xfrm>
          <a:off x="304800" y="51009"/>
          <a:ext cx="4267200" cy="678960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Java Control Structures</a:t>
          </a:r>
        </a:p>
      </dgm:t>
    </dgm:pt>
    <dgm:pt modelId="{380F2539-BAE1-4CBE-85FA-C370BA29F838}" type="sibTrans" cxnId="{32C4AE2B-848A-441D-A1AD-8285306952AB}">
      <dgm:prSet/>
      <dgm:spPr/>
      <dgm:t>
        <a:bodyPr/>
        <a:lstStyle/>
        <a:p>
          <a:endParaRPr lang="en-GB"/>
        </a:p>
      </dgm:t>
    </dgm:pt>
    <dgm:pt modelId="{F5E8DE0E-4E11-4891-A834-F0BFC06C524F}" type="parTrans" cxnId="{32C4AE2B-848A-441D-A1AD-8285306952AB}">
      <dgm:prSet/>
      <dgm:spPr/>
      <dgm:t>
        <a:bodyPr/>
        <a:lstStyle/>
        <a:p>
          <a:endParaRPr lang="en-GB"/>
        </a:p>
      </dgm:t>
    </dgm:pt>
    <dgm:pt modelId="{2C591C08-C2E7-427C-B4B2-94DD3A79A627}">
      <dgm:prSet phldrT="[Text]" custT="1"/>
      <dgm:spPr>
        <a:xfrm>
          <a:off x="0" y="390489"/>
          <a:ext cx="6096000" cy="36225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GB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Default structure, run line by line</a:t>
          </a:r>
        </a:p>
      </dgm:t>
    </dgm:pt>
    <dgm:pt modelId="{A2770D3A-EE0E-4FA7-9C15-B788F7CADE76}" type="parTrans" cxnId="{3A8D4F03-1076-407F-9AFD-B3866A44067A}">
      <dgm:prSet/>
      <dgm:spPr/>
      <dgm:t>
        <a:bodyPr/>
        <a:lstStyle/>
        <a:p>
          <a:endParaRPr lang="en-GB"/>
        </a:p>
      </dgm:t>
    </dgm:pt>
    <dgm:pt modelId="{D91E06B4-2997-483D-A10C-4854195E38E8}" type="sibTrans" cxnId="{3A8D4F03-1076-407F-9AFD-B3866A44067A}">
      <dgm:prSet/>
      <dgm:spPr/>
      <dgm:t>
        <a:bodyPr/>
        <a:lstStyle/>
        <a:p>
          <a:endParaRPr lang="en-GB"/>
        </a:p>
      </dgm:t>
    </dgm:pt>
    <dgm:pt modelId="{354214D8-1E6B-4CA7-8CFD-7F3F8C528BF1}">
      <dgm:prSet phldrT="[Text]" custT="1"/>
      <dgm:spPr>
        <a:xfrm>
          <a:off x="0" y="390489"/>
          <a:ext cx="6096000" cy="36225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GB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if, if-else, switch</a:t>
          </a:r>
        </a:p>
      </dgm:t>
    </dgm:pt>
    <dgm:pt modelId="{8F44B14F-46C5-4736-8C99-DABE29B0AD5C}" type="parTrans" cxnId="{E5A4BD36-B138-46C7-AAA7-A55D5B119FA5}">
      <dgm:prSet/>
      <dgm:spPr/>
      <dgm:t>
        <a:bodyPr/>
        <a:lstStyle/>
        <a:p>
          <a:endParaRPr lang="en-GB"/>
        </a:p>
      </dgm:t>
    </dgm:pt>
    <dgm:pt modelId="{CC4B6DC4-B1FC-4D54-8EEB-D4B36A96AF67}" type="sibTrans" cxnId="{E5A4BD36-B138-46C7-AAA7-A55D5B119FA5}">
      <dgm:prSet/>
      <dgm:spPr/>
      <dgm:t>
        <a:bodyPr/>
        <a:lstStyle/>
        <a:p>
          <a:endParaRPr lang="en-GB"/>
        </a:p>
      </dgm:t>
    </dgm:pt>
    <dgm:pt modelId="{AAFD2C8A-56FB-4C15-8CB9-536892993331}">
      <dgm:prSet phldrT="[Text]" custT="1"/>
      <dgm:spPr>
        <a:xfrm>
          <a:off x="0" y="390489"/>
          <a:ext cx="6096000" cy="36225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GB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while, do-while, for</a:t>
          </a:r>
        </a:p>
      </dgm:t>
    </dgm:pt>
    <dgm:pt modelId="{012D2C02-408A-476C-B64F-758FDBF5A649}" type="parTrans" cxnId="{1A3ABBCF-570F-4161-A187-71E2BE6964E2}">
      <dgm:prSet/>
      <dgm:spPr/>
      <dgm:t>
        <a:bodyPr/>
        <a:lstStyle/>
        <a:p>
          <a:endParaRPr lang="en-GB"/>
        </a:p>
      </dgm:t>
    </dgm:pt>
    <dgm:pt modelId="{6B4E5CE3-CAFA-487E-8AA4-4005F7DB9029}" type="sibTrans" cxnId="{1A3ABBCF-570F-4161-A187-71E2BE6964E2}">
      <dgm:prSet/>
      <dgm:spPr/>
      <dgm:t>
        <a:bodyPr/>
        <a:lstStyle/>
        <a:p>
          <a:endParaRPr lang="en-GB"/>
        </a:p>
      </dgm:t>
    </dgm:pt>
    <dgm:pt modelId="{5C040696-8FD8-4647-A3A7-632E3F0FB025}">
      <dgm:prSet phldrT="[Text]" custT="1"/>
      <dgm:spPr>
        <a:xfrm>
          <a:off x="0" y="390489"/>
          <a:ext cx="6096000" cy="36225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GB" sz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break, continue, return, throw</a:t>
          </a:r>
        </a:p>
      </dgm:t>
    </dgm:pt>
    <dgm:pt modelId="{C0E1343F-01F5-45E7-8ECB-C43F4FE7441A}" type="parTrans" cxnId="{B6BBD0BD-139C-4018-A527-C9D7D4F8A26C}">
      <dgm:prSet/>
      <dgm:spPr/>
      <dgm:t>
        <a:bodyPr/>
        <a:lstStyle/>
        <a:p>
          <a:endParaRPr lang="en-GB"/>
        </a:p>
      </dgm:t>
    </dgm:pt>
    <dgm:pt modelId="{F61DFA70-951F-416F-B1BD-8BCA18D66B36}" type="sibTrans" cxnId="{B6BBD0BD-139C-4018-A527-C9D7D4F8A26C}">
      <dgm:prSet/>
      <dgm:spPr/>
      <dgm:t>
        <a:bodyPr/>
        <a:lstStyle/>
        <a:p>
          <a:endParaRPr lang="en-GB"/>
        </a:p>
      </dgm:t>
    </dgm:pt>
    <dgm:pt modelId="{705B508E-AF4E-4B77-8393-73B33F812981}" type="pres">
      <dgm:prSet presAssocID="{70BEC6A3-2353-4129-91D9-349D3327E84C}" presName="linear" presStyleCnt="0">
        <dgm:presLayoutVars>
          <dgm:dir/>
          <dgm:animLvl val="lvl"/>
          <dgm:resizeHandles val="exact"/>
        </dgm:presLayoutVars>
      </dgm:prSet>
      <dgm:spPr/>
    </dgm:pt>
    <dgm:pt modelId="{F0F624B2-A7D5-48ED-8109-056646EC6CAA}" type="pres">
      <dgm:prSet presAssocID="{48272E4E-2E6A-4C2A-829C-2122D2E219F2}" presName="parentLin" presStyleCnt="0"/>
      <dgm:spPr/>
    </dgm:pt>
    <dgm:pt modelId="{094AE259-F5E8-487F-A3B5-99517C2BCCF3}" type="pres">
      <dgm:prSet presAssocID="{48272E4E-2E6A-4C2A-829C-2122D2E219F2}" presName="parentLeftMargin" presStyleLbl="node1" presStyleIdx="0" presStyleCnt="1"/>
      <dgm:spPr/>
    </dgm:pt>
    <dgm:pt modelId="{7893ED58-B33A-4A6E-A3FF-271258902329}" type="pres">
      <dgm:prSet presAssocID="{48272E4E-2E6A-4C2A-829C-2122D2E219F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A2925EC-91DE-4FF3-88B9-E8559DD4B0CD}" type="pres">
      <dgm:prSet presAssocID="{48272E4E-2E6A-4C2A-829C-2122D2E219F2}" presName="negativeSpace" presStyleCnt="0"/>
      <dgm:spPr/>
    </dgm:pt>
    <dgm:pt modelId="{29D8DAC3-AF65-454E-B4B3-BFEC839A978A}" type="pres">
      <dgm:prSet presAssocID="{48272E4E-2E6A-4C2A-829C-2122D2E219F2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A8D4F03-1076-407F-9AFD-B3866A44067A}" srcId="{74663A55-8B8D-421D-B637-C07377AF2009}" destId="{2C591C08-C2E7-427C-B4B2-94DD3A79A627}" srcOrd="0" destOrd="0" parTransId="{A2770D3A-EE0E-4FA7-9C15-B788F7CADE76}" sibTransId="{D91E06B4-2997-483D-A10C-4854195E38E8}"/>
    <dgm:cxn modelId="{7B609910-E875-4824-9CB1-6CB99DBF52A3}" type="presOf" srcId="{70BEC6A3-2353-4129-91D9-349D3327E84C}" destId="{705B508E-AF4E-4B77-8393-73B33F812981}" srcOrd="0" destOrd="0" presId="urn:microsoft.com/office/officeart/2005/8/layout/list1"/>
    <dgm:cxn modelId="{A415511E-F31A-44F0-BFE8-C36313F63A22}" srcId="{48272E4E-2E6A-4C2A-829C-2122D2E219F2}" destId="{04710BC4-0F2B-44BD-8AF8-471D9A1DECFC}" srcOrd="2" destOrd="0" parTransId="{D9299AC2-AAE7-4550-B4FD-87024A6D3710}" sibTransId="{7C7A7283-2977-4DFE-B719-90364D2757B1}"/>
    <dgm:cxn modelId="{32C4AE2B-848A-441D-A1AD-8285306952AB}" srcId="{70BEC6A3-2353-4129-91D9-349D3327E84C}" destId="{48272E4E-2E6A-4C2A-829C-2122D2E219F2}" srcOrd="0" destOrd="0" parTransId="{F5E8DE0E-4E11-4891-A834-F0BFC06C524F}" sibTransId="{380F2539-BAE1-4CBE-85FA-C370BA29F838}"/>
    <dgm:cxn modelId="{E5A4BD36-B138-46C7-AAA7-A55D5B119FA5}" srcId="{2B8CA584-76DA-4106-A57C-4979A38A90A1}" destId="{354214D8-1E6B-4CA7-8CFD-7F3F8C528BF1}" srcOrd="0" destOrd="0" parTransId="{8F44B14F-46C5-4736-8C99-DABE29B0AD5C}" sibTransId="{CC4B6DC4-B1FC-4D54-8EEB-D4B36A96AF67}"/>
    <dgm:cxn modelId="{C22B676F-F436-437F-9386-7F96343910B0}" srcId="{48272E4E-2E6A-4C2A-829C-2122D2E219F2}" destId="{74663A55-8B8D-421D-B637-C07377AF2009}" srcOrd="0" destOrd="0" parTransId="{011FD3F0-2C66-4DA8-8672-BCDFE1F48A1C}" sibTransId="{E8C5044E-062D-4817-9F47-A7A9508DDB4A}"/>
    <dgm:cxn modelId="{597E2F74-D9F4-4967-950D-E38EAC99CF3E}" type="presOf" srcId="{AAFD2C8A-56FB-4C15-8CB9-536892993331}" destId="{29D8DAC3-AF65-454E-B4B3-BFEC839A978A}" srcOrd="0" destOrd="5" presId="urn:microsoft.com/office/officeart/2005/8/layout/list1"/>
    <dgm:cxn modelId="{F8B8635A-38FB-41B3-AAD0-36CDF9EC962A}" type="presOf" srcId="{48272E4E-2E6A-4C2A-829C-2122D2E219F2}" destId="{094AE259-F5E8-487F-A3B5-99517C2BCCF3}" srcOrd="0" destOrd="0" presId="urn:microsoft.com/office/officeart/2005/8/layout/list1"/>
    <dgm:cxn modelId="{066F4E7D-C813-493D-AB46-3FA9C851B3A2}" type="presOf" srcId="{48272E4E-2E6A-4C2A-829C-2122D2E219F2}" destId="{7893ED58-B33A-4A6E-A3FF-271258902329}" srcOrd="1" destOrd="0" presId="urn:microsoft.com/office/officeart/2005/8/layout/list1"/>
    <dgm:cxn modelId="{DC601190-5027-4E01-8CE4-61E7CE13A1FD}" type="presOf" srcId="{5C040696-8FD8-4647-A3A7-632E3F0FB025}" destId="{29D8DAC3-AF65-454E-B4B3-BFEC839A978A}" srcOrd="0" destOrd="7" presId="urn:microsoft.com/office/officeart/2005/8/layout/list1"/>
    <dgm:cxn modelId="{28A04794-4074-4344-A65A-86F56CF0561E}" type="presOf" srcId="{354214D8-1E6B-4CA7-8CFD-7F3F8C528BF1}" destId="{29D8DAC3-AF65-454E-B4B3-BFEC839A978A}" srcOrd="0" destOrd="3" presId="urn:microsoft.com/office/officeart/2005/8/layout/list1"/>
    <dgm:cxn modelId="{3BB9E4A0-2946-420E-B8A0-0C1AE31C1482}" srcId="{48272E4E-2E6A-4C2A-829C-2122D2E219F2}" destId="{5BFDDCD4-8B8C-4C17-B113-6DAEAE5BA86D}" srcOrd="3" destOrd="0" parTransId="{CAB7B209-5505-44CD-AD72-113B431CFC4D}" sibTransId="{EF4A0026-E314-40B4-BCEB-BA3DBC34B381}"/>
    <dgm:cxn modelId="{0675BAB1-4BB3-422B-9A4C-7DB69F000612}" type="presOf" srcId="{2B8CA584-76DA-4106-A57C-4979A38A90A1}" destId="{29D8DAC3-AF65-454E-B4B3-BFEC839A978A}" srcOrd="0" destOrd="2" presId="urn:microsoft.com/office/officeart/2005/8/layout/list1"/>
    <dgm:cxn modelId="{B658D3B2-42D9-4310-8F36-EF62B33266D8}" type="presOf" srcId="{74663A55-8B8D-421D-B637-C07377AF2009}" destId="{29D8DAC3-AF65-454E-B4B3-BFEC839A978A}" srcOrd="0" destOrd="0" presId="urn:microsoft.com/office/officeart/2005/8/layout/list1"/>
    <dgm:cxn modelId="{1679E8B9-0CA9-4C4F-9CFA-B8BF0DA045DA}" type="presOf" srcId="{04710BC4-0F2B-44BD-8AF8-471D9A1DECFC}" destId="{29D8DAC3-AF65-454E-B4B3-BFEC839A978A}" srcOrd="0" destOrd="4" presId="urn:microsoft.com/office/officeart/2005/8/layout/list1"/>
    <dgm:cxn modelId="{B6BBD0BD-139C-4018-A527-C9D7D4F8A26C}" srcId="{5BFDDCD4-8B8C-4C17-B113-6DAEAE5BA86D}" destId="{5C040696-8FD8-4647-A3A7-632E3F0FB025}" srcOrd="0" destOrd="0" parTransId="{C0E1343F-01F5-45E7-8ECB-C43F4FE7441A}" sibTransId="{F61DFA70-951F-416F-B1BD-8BCA18D66B36}"/>
    <dgm:cxn modelId="{1A3ABBCF-570F-4161-A187-71E2BE6964E2}" srcId="{04710BC4-0F2B-44BD-8AF8-471D9A1DECFC}" destId="{AAFD2C8A-56FB-4C15-8CB9-536892993331}" srcOrd="0" destOrd="0" parTransId="{012D2C02-408A-476C-B64F-758FDBF5A649}" sibTransId="{6B4E5CE3-CAFA-487E-8AA4-4005F7DB9029}"/>
    <dgm:cxn modelId="{B51B40D4-832F-4D77-AAF0-6ADE18CBDBD2}" srcId="{48272E4E-2E6A-4C2A-829C-2122D2E219F2}" destId="{2B8CA584-76DA-4106-A57C-4979A38A90A1}" srcOrd="1" destOrd="0" parTransId="{BFC1E060-CE1E-42DC-BFEF-991B92199927}" sibTransId="{38E6A581-D124-4821-830B-CA8F3F8C0E41}"/>
    <dgm:cxn modelId="{41EA5AEB-074E-4053-BA82-C9C90998DDDE}" type="presOf" srcId="{5BFDDCD4-8B8C-4C17-B113-6DAEAE5BA86D}" destId="{29D8DAC3-AF65-454E-B4B3-BFEC839A978A}" srcOrd="0" destOrd="6" presId="urn:microsoft.com/office/officeart/2005/8/layout/list1"/>
    <dgm:cxn modelId="{CD1D59EE-D1FB-458B-878D-406A5698B532}" type="presOf" srcId="{2C591C08-C2E7-427C-B4B2-94DD3A79A627}" destId="{29D8DAC3-AF65-454E-B4B3-BFEC839A978A}" srcOrd="0" destOrd="1" presId="urn:microsoft.com/office/officeart/2005/8/layout/list1"/>
    <dgm:cxn modelId="{55F67693-1B74-472F-973E-6DE62266F0E9}" type="presParOf" srcId="{705B508E-AF4E-4B77-8393-73B33F812981}" destId="{F0F624B2-A7D5-48ED-8109-056646EC6CAA}" srcOrd="0" destOrd="0" presId="urn:microsoft.com/office/officeart/2005/8/layout/list1"/>
    <dgm:cxn modelId="{808E136C-99AB-42C9-A760-DD6B4BE623F2}" type="presParOf" srcId="{F0F624B2-A7D5-48ED-8109-056646EC6CAA}" destId="{094AE259-F5E8-487F-A3B5-99517C2BCCF3}" srcOrd="0" destOrd="0" presId="urn:microsoft.com/office/officeart/2005/8/layout/list1"/>
    <dgm:cxn modelId="{1CE1FA77-FDC4-48FA-B1E8-93A8FB2EEF07}" type="presParOf" srcId="{F0F624B2-A7D5-48ED-8109-056646EC6CAA}" destId="{7893ED58-B33A-4A6E-A3FF-271258902329}" srcOrd="1" destOrd="0" presId="urn:microsoft.com/office/officeart/2005/8/layout/list1"/>
    <dgm:cxn modelId="{4A40DBEE-72A7-4197-86A4-4D2959A82DF0}" type="presParOf" srcId="{705B508E-AF4E-4B77-8393-73B33F812981}" destId="{9A2925EC-91DE-4FF3-88B9-E8559DD4B0CD}" srcOrd="1" destOrd="0" presId="urn:microsoft.com/office/officeart/2005/8/layout/list1"/>
    <dgm:cxn modelId="{EC4ADBE2-FD67-4C65-AB4F-6C906EA03263}" type="presParOf" srcId="{705B508E-AF4E-4B77-8393-73B33F812981}" destId="{29D8DAC3-AF65-454E-B4B3-BFEC839A978A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8DAC3-AF65-454E-B4B3-BFEC839A978A}">
      <dsp:nvSpPr>
        <dsp:cNvPr id="0" name=""/>
        <dsp:cNvSpPr/>
      </dsp:nvSpPr>
      <dsp:spPr>
        <a:xfrm>
          <a:off x="0" y="359452"/>
          <a:ext cx="3713018" cy="22144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8171" tIns="395732" rIns="288171" bIns="85344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GB" sz="15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Sequential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GB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Default structure, run line by line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GB" sz="1500" kern="1200" dirty="0">
              <a:solidFill>
                <a:srgbClr val="0070C0"/>
              </a:solidFill>
              <a:latin typeface="Calibri" panose="020F0502020204030204"/>
              <a:ea typeface="+mn-ea"/>
              <a:cs typeface="+mn-cs"/>
            </a:rPr>
            <a:t>Selection (Decisions)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GB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if, if-else, switch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GB" sz="1500" kern="1200" dirty="0">
              <a:solidFill>
                <a:srgbClr val="7030A0"/>
              </a:solidFill>
              <a:latin typeface="Calibri" panose="020F0502020204030204"/>
              <a:ea typeface="+mn-ea"/>
              <a:cs typeface="+mn-cs"/>
            </a:rPr>
            <a:t>Repetition (Loops)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GB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while, do-while, for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GB" sz="1500" kern="1200" dirty="0">
              <a:solidFill>
                <a:srgbClr val="00B050"/>
              </a:solidFill>
              <a:latin typeface="Calibri" panose="020F0502020204030204"/>
              <a:ea typeface="+mn-ea"/>
              <a:cs typeface="+mn-cs"/>
            </a:rPr>
            <a:t>Jump (Control Statements)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GB" sz="1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break, continue, return, throw</a:t>
          </a:r>
        </a:p>
      </dsp:txBody>
      <dsp:txXfrm>
        <a:off x="0" y="359452"/>
        <a:ext cx="3713018" cy="2214450"/>
      </dsp:txXfrm>
    </dsp:sp>
    <dsp:sp modelId="{7893ED58-B33A-4A6E-A3FF-271258902329}">
      <dsp:nvSpPr>
        <dsp:cNvPr id="0" name=""/>
        <dsp:cNvSpPr/>
      </dsp:nvSpPr>
      <dsp:spPr>
        <a:xfrm>
          <a:off x="185650" y="79012"/>
          <a:ext cx="2599112" cy="560880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240" tIns="0" rIns="9824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Java Control Structures</a:t>
          </a:r>
        </a:p>
      </dsp:txBody>
      <dsp:txXfrm>
        <a:off x="213030" y="106392"/>
        <a:ext cx="2544352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8000E5-E1BF-1B49-8B13-714438104D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6E7D2-FA68-9F43-935B-5C4FB410B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3251F9C-DD71-D44B-BC61-B9FFF09B63D6}" type="datetimeFigureOut">
              <a:rPr lang="en-US" altLang="en-US"/>
              <a:pPr>
                <a:defRPr/>
              </a:pPr>
              <a:t>10/17/2023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5D875-A649-3A4B-8E3B-058149450C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01212-A529-7F40-936E-A515A995FD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870662C-C48F-D348-A8B1-EF16E88601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4C16E-B00C-4FA4-8953-2E262D1684AF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C3CB-3118-423E-861A-757A9737E9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5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693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302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94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552728" cy="59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211388"/>
            <a:ext cx="6551612" cy="360362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803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95232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</a:defRPr>
            </a:lvl1pPr>
            <a:lvl2pPr marL="742950" indent="-285750">
              <a:buClrTx/>
              <a:buFont typeface="Wingdings" panose="05000000000000000000" pitchFamily="2" charset="2"/>
              <a:buChar char="Ø"/>
              <a:defRPr sz="1400" b="0"/>
            </a:lvl2pPr>
            <a:lvl3pPr marL="1143000" indent="-2286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Click to add content</a:t>
            </a:r>
          </a:p>
          <a:p>
            <a:pPr lvl="2"/>
            <a:r>
              <a:rPr lang="en-US"/>
              <a:t>Click to add content</a:t>
            </a:r>
          </a:p>
          <a:p>
            <a:pPr lvl="2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1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33843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998955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907"/>
            <a:ext cx="4535165" cy="9182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440607"/>
            <a:ext cx="4535165" cy="271531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129032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946925" y="2215474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946925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5126154" y="222126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3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74200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08394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6" r:id="rId2"/>
    <p:sldLayoutId id="2147483949" r:id="rId3"/>
    <p:sldLayoutId id="2147483948" r:id="rId4"/>
    <p:sldLayoutId id="2147483947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489EBD"/>
          </a:solidFill>
          <a:latin typeface="Georgia"/>
          <a:ea typeface="ＭＳ Ｐゴシック" charset="0"/>
          <a:cs typeface="Georgia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Font typeface="Wingdings" pitchFamily="2" charset="2"/>
        <a:buNone/>
        <a:defRPr sz="2000" baseline="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None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65000"/>
        <a:buFont typeface="Wingdings" pitchFamily="2" charset="2"/>
        <a:buChar char="o"/>
        <a:defRPr sz="2800">
          <a:solidFill>
            <a:schemeClr val="bg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Char char="–"/>
        <a:defRPr sz="2800">
          <a:solidFill>
            <a:schemeClr val="bg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90000"/>
        <a:buChar char="»"/>
        <a:defRPr sz="2800">
          <a:solidFill>
            <a:schemeClr val="bg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984776" cy="1244724"/>
          </a:xfrm>
        </p:spPr>
        <p:txBody>
          <a:bodyPr/>
          <a:lstStyle/>
          <a:p>
            <a:pPr algn="ctr"/>
            <a:r>
              <a:rPr lang="en-GB" dirty="0"/>
              <a:t>OOP – Week 4</a:t>
            </a:r>
            <a:br>
              <a:rPr lang="en-GB" dirty="0"/>
            </a:br>
            <a:r>
              <a:rPr lang="en-GB" dirty="0"/>
              <a:t>Looping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584052" y="2768750"/>
            <a:ext cx="4751759" cy="1244724"/>
          </a:xfrm>
        </p:spPr>
        <p:txBody>
          <a:bodyPr/>
          <a:lstStyle/>
          <a:p>
            <a:endParaRPr lang="en-GB" dirty="0"/>
          </a:p>
          <a:p>
            <a:pPr algn="ctr"/>
            <a:r>
              <a:rPr lang="en-GB" dirty="0"/>
              <a:t>Dr. Jizheng Wan</a:t>
            </a:r>
          </a:p>
          <a:p>
            <a:pPr algn="ctr"/>
            <a:r>
              <a:rPr lang="en-GB" dirty="0"/>
              <a:t>Oct 2023</a:t>
            </a:r>
          </a:p>
        </p:txBody>
      </p:sp>
    </p:spTree>
    <p:extLst>
      <p:ext uri="{BB962C8B-B14F-4D97-AF65-F5344CB8AC3E}">
        <p14:creationId xmlns:p14="http://schemas.microsoft.com/office/powerpoint/2010/main" val="3855887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BA0B-EED1-40DB-AEB4-613DF7BB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B739-ADE8-406B-B5BB-21B7DCB25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453555" cy="2952328"/>
          </a:xfrm>
        </p:spPr>
        <p:txBody>
          <a:bodyPr/>
          <a:lstStyle/>
          <a:p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r>
              <a:rPr lang="en-GB" dirty="0"/>
              <a:t> introduction– Lecture 1</a:t>
            </a:r>
          </a:p>
          <a:p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GB" dirty="0"/>
              <a:t> loop – Lecture 1 </a:t>
            </a:r>
          </a:p>
          <a:p>
            <a:r>
              <a:rPr lang="en-GB" dirty="0"/>
              <a:t>Shortcut Arithmetic Operators – Lecture 1</a:t>
            </a:r>
          </a:p>
          <a:p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GB" dirty="0"/>
              <a:t> loop – Lecture 1</a:t>
            </a:r>
          </a:p>
          <a:p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GB" dirty="0"/>
              <a:t> loop – Lecture 2</a:t>
            </a:r>
          </a:p>
          <a:p>
            <a:r>
              <a:rPr lang="en-GB" dirty="0"/>
              <a:t>Nested loop – Lecture 2</a:t>
            </a:r>
          </a:p>
          <a:p>
            <a:r>
              <a:rPr lang="en-GB" dirty="0"/>
              <a:t>Loop control statements – Lecture 2</a:t>
            </a:r>
          </a:p>
          <a:p>
            <a:r>
              <a:rPr lang="en-GB" dirty="0"/>
              <a:t>Loop performance – Lecture 2 </a:t>
            </a:r>
          </a:p>
          <a:p>
            <a:endParaRPr lang="en-GB" dirty="0"/>
          </a:p>
        </p:txBody>
      </p:sp>
      <p:pic>
        <p:nvPicPr>
          <p:cNvPr id="6" name="Picture 5" descr="A roller coaster with people in it&#10;&#10;Description automatically generated">
            <a:extLst>
              <a:ext uri="{FF2B5EF4-FFF2-40B4-BE49-F238E27FC236}">
                <a16:creationId xmlns:a16="http://schemas.microsoft.com/office/drawing/2014/main" id="{09A8CD62-6EE0-011E-8E67-2E3BC96A1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293" y="1602846"/>
            <a:ext cx="3570898" cy="24418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7846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A37C-CADD-233F-1E1C-7403BB12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E2B0F-B6A8-9482-B8B5-E0A922C31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loop structure.</a:t>
            </a:r>
          </a:p>
          <a:p>
            <a:r>
              <a:rPr lang="en-GB" dirty="0"/>
              <a:t>Understand how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GB" dirty="0"/>
              <a:t> loop works.</a:t>
            </a:r>
          </a:p>
          <a:p>
            <a:r>
              <a:rPr lang="en-GB" dirty="0"/>
              <a:t>Learn to use the shortcut arithmetic operators.</a:t>
            </a:r>
          </a:p>
          <a:p>
            <a:pPr lvl="1"/>
            <a:r>
              <a:rPr lang="en-GB" dirty="0"/>
              <a:t>Prefix</a:t>
            </a:r>
          </a:p>
          <a:p>
            <a:pPr lvl="1"/>
            <a:r>
              <a:rPr lang="en-GB" dirty="0"/>
              <a:t>Postfix</a:t>
            </a:r>
          </a:p>
          <a:p>
            <a:r>
              <a:rPr lang="en-GB" dirty="0"/>
              <a:t>Understand how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GB" dirty="0"/>
              <a:t> loop works.</a:t>
            </a:r>
          </a:p>
          <a:p>
            <a:r>
              <a:rPr lang="en-GB" dirty="0"/>
              <a:t>Understand the differences between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GB" dirty="0"/>
              <a:t> loop and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GB" dirty="0"/>
              <a:t> loop. </a:t>
            </a:r>
          </a:p>
        </p:txBody>
      </p:sp>
    </p:spTree>
    <p:extLst>
      <p:ext uri="{BB962C8B-B14F-4D97-AF65-F5344CB8AC3E}">
        <p14:creationId xmlns:p14="http://schemas.microsoft.com/office/powerpoint/2010/main" val="329271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8F5A-5813-E254-DD8C-51A94F1B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09EE-AA1A-368F-66F2-A405CECEE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28959"/>
            <a:ext cx="4841482" cy="3494550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What?</a:t>
            </a:r>
          </a:p>
          <a:p>
            <a:pPr marL="0" indent="0">
              <a:buNone/>
            </a:pPr>
            <a:r>
              <a:rPr lang="en-GB" dirty="0"/>
              <a:t>Loop is a </a:t>
            </a:r>
            <a:r>
              <a:rPr lang="en-GB" dirty="0">
                <a:solidFill>
                  <a:srgbClr val="FF0000"/>
                </a:solidFill>
              </a:rPr>
              <a:t>control structure </a:t>
            </a:r>
            <a:r>
              <a:rPr lang="en-GB" dirty="0"/>
              <a:t>that allows repeated execution of a block of statements (</a:t>
            </a:r>
            <a:r>
              <a:rPr lang="en-GB" dirty="0">
                <a:solidFill>
                  <a:srgbClr val="FF0000"/>
                </a:solidFill>
              </a:rPr>
              <a:t>loop body</a:t>
            </a:r>
            <a:r>
              <a:rPr lang="en-GB" dirty="0"/>
              <a:t>). </a:t>
            </a:r>
          </a:p>
          <a:p>
            <a:pPr marL="0" indent="0">
              <a:buNone/>
            </a:pPr>
            <a:r>
              <a:rPr lang="en-GB" dirty="0"/>
              <a:t>In Java, we have:</a:t>
            </a:r>
          </a:p>
          <a:p>
            <a:pPr marL="0" indent="0" algn="ctr">
              <a:buNone/>
            </a:pP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GB" dirty="0"/>
              <a:t>    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GB" dirty="0"/>
              <a:t>    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Why?</a:t>
            </a:r>
          </a:p>
          <a:p>
            <a:pPr marL="0" indent="0">
              <a:buNone/>
            </a:pPr>
            <a:r>
              <a:rPr lang="en-GB" dirty="0"/>
              <a:t>Essential for tasks that require the same action(s) to be performed multiple times.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How?</a:t>
            </a:r>
          </a:p>
          <a:p>
            <a:pPr marL="0" indent="0">
              <a:buNone/>
            </a:pPr>
            <a:r>
              <a:rPr lang="en-GB" sz="12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LoopExample1_Vote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1D871A-30E5-6967-4087-17766395DE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020728"/>
              </p:ext>
            </p:extLst>
          </p:nvPr>
        </p:nvGraphicFramePr>
        <p:xfrm>
          <a:off x="5237018" y="1320790"/>
          <a:ext cx="3713018" cy="2652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708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70FF6-B525-4AF9-C9AE-0FF35FBD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While loop –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2FD5-DF64-E2EB-144C-899AA045E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7" y="1156862"/>
            <a:ext cx="3449100" cy="1738738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Syntax of the while loop</a:t>
            </a:r>
          </a:p>
          <a:p>
            <a:pPr>
              <a:buFont typeface="+mj-lt"/>
              <a:buAutoNum type="arabicPeriod"/>
            </a:pPr>
            <a:r>
              <a:rPr lang="en-GB" dirty="0"/>
              <a:t>Keyword: </a:t>
            </a:r>
            <a:r>
              <a:rPr lang="en-GB" b="1" dirty="0">
                <a:solidFill>
                  <a:srgbClr val="002060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>
              <a:buFont typeface="+mj-lt"/>
              <a:buAutoNum type="arabicPeriod"/>
            </a:pPr>
            <a:r>
              <a:rPr lang="en-GB" dirty="0"/>
              <a:t>Boolean expression within </a:t>
            </a:r>
            <a:r>
              <a:rPr lang="en-GB" b="1" dirty="0">
                <a:solidFill>
                  <a:srgbClr val="9F6D09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Loop body within </a:t>
            </a:r>
            <a:r>
              <a:rPr lang="en-GB" b="1" dirty="0">
                <a:solidFill>
                  <a:srgbClr val="7030A0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GB" dirty="0"/>
              <a:t>.</a:t>
            </a:r>
          </a:p>
          <a:p>
            <a:pPr marL="0" indent="0" algn="ctr">
              <a:buNone/>
            </a:pPr>
            <a:r>
              <a:rPr lang="en-GB" dirty="0"/>
              <a:t>     </a:t>
            </a:r>
            <a:r>
              <a:rPr lang="en-GB" sz="1100" dirty="0">
                <a:highlight>
                  <a:srgbClr val="FFFF00"/>
                </a:highlight>
              </a:rPr>
              <a:t>N.B. Don’t need {} if there is only one statement in the loop body.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B60B6D-E1A3-6546-6D93-51EC9EB8B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372" y="2616628"/>
            <a:ext cx="4502727" cy="230832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while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"Enter your age &gt; 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keyboard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.nextInt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"Can vote!"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else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"Cannot vote!"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part of a flowchart. Decision: boolean expression. If true, process: loop body. Loop to decision. If false, proceed to next step.">
            <a:extLst>
              <a:ext uri="{FF2B5EF4-FFF2-40B4-BE49-F238E27FC236}">
                <a16:creationId xmlns:a16="http://schemas.microsoft.com/office/drawing/2014/main" id="{CA01E0A4-1217-AC44-10C3-85F2773B5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46222" y="466174"/>
            <a:ext cx="3607026" cy="18766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A86E7F-B31A-5A81-5B28-B18596A207C8}"/>
              </a:ext>
            </a:extLst>
          </p:cNvPr>
          <p:cNvSpPr txBox="1"/>
          <p:nvPr/>
        </p:nvSpPr>
        <p:spPr>
          <a:xfrm>
            <a:off x="1558636" y="3416847"/>
            <a:ext cx="2646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0" dirty="0">
                <a:solidFill>
                  <a:srgbClr val="FF0000"/>
                </a:solidFill>
              </a:rPr>
              <a:t>This loop body will be executed infinitely.</a:t>
            </a:r>
          </a:p>
        </p:txBody>
      </p:sp>
    </p:spTree>
    <p:extLst>
      <p:ext uri="{BB962C8B-B14F-4D97-AF65-F5344CB8AC3E}">
        <p14:creationId xmlns:p14="http://schemas.microsoft.com/office/powerpoint/2010/main" val="103899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out: Line with Accent Bar 3">
            <a:extLst>
              <a:ext uri="{FF2B5EF4-FFF2-40B4-BE49-F238E27FC236}">
                <a16:creationId xmlns:a16="http://schemas.microsoft.com/office/drawing/2014/main" id="{D24E521E-5E15-47E5-0BCB-7B1B0D74EDC4}"/>
              </a:ext>
            </a:extLst>
          </p:cNvPr>
          <p:cNvSpPr/>
          <p:nvPr/>
        </p:nvSpPr>
        <p:spPr bwMode="auto">
          <a:xfrm>
            <a:off x="5548745" y="1995055"/>
            <a:ext cx="1440873" cy="180111"/>
          </a:xfrm>
          <a:prstGeom prst="accentCallout1">
            <a:avLst>
              <a:gd name="adj1" fmla="val 18750"/>
              <a:gd name="adj2" fmla="val -8333"/>
              <a:gd name="adj3" fmla="val 335574"/>
              <a:gd name="adj4" fmla="val -108978"/>
            </a:avLst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32C8A-26FF-59FD-A26A-46EFBE17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While loop – Definite vs Indefinite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4EC6E-A748-81ED-EB09-355234D42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495119" cy="2952328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Definite Loop (Counted Loop)</a:t>
            </a:r>
          </a:p>
          <a:p>
            <a:r>
              <a:rPr lang="en-GB" dirty="0"/>
              <a:t>A loop that executes a specific number of times. </a:t>
            </a:r>
            <a:r>
              <a:rPr lang="en-GB" sz="1200" dirty="0"/>
              <a:t>(</a:t>
            </a:r>
            <a:r>
              <a:rPr lang="en-GB" sz="12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LoopExample2_DefiniteVote</a:t>
            </a:r>
            <a:r>
              <a:rPr lang="en-GB" sz="1200" dirty="0"/>
              <a:t>)</a:t>
            </a:r>
          </a:p>
          <a:p>
            <a:pPr lvl="1"/>
            <a:r>
              <a:rPr lang="en-GB" b="1" dirty="0">
                <a:solidFill>
                  <a:srgbClr val="C6680A"/>
                </a:solidFill>
              </a:rPr>
              <a:t>Define and initialise </a:t>
            </a:r>
            <a:r>
              <a:rPr lang="en-GB" dirty="0">
                <a:solidFill>
                  <a:srgbClr val="C6680A"/>
                </a:solidFill>
              </a:rPr>
              <a:t>a control variable.</a:t>
            </a:r>
          </a:p>
          <a:p>
            <a:pPr lvl="1"/>
            <a:r>
              <a:rPr lang="en-GB" b="1" dirty="0">
                <a:solidFill>
                  <a:srgbClr val="0070C0"/>
                </a:solidFill>
              </a:rPr>
              <a:t>Test </a:t>
            </a:r>
            <a:r>
              <a:rPr lang="en-GB" dirty="0">
                <a:solidFill>
                  <a:srgbClr val="0070C0"/>
                </a:solidFill>
              </a:rPr>
              <a:t>the control variable (Boolean Expression).</a:t>
            </a:r>
          </a:p>
          <a:p>
            <a:pPr lvl="1"/>
            <a:r>
              <a:rPr lang="en-GB" b="1" dirty="0">
                <a:solidFill>
                  <a:srgbClr val="FF0000"/>
                </a:solidFill>
              </a:rPr>
              <a:t>Alter</a:t>
            </a:r>
            <a:r>
              <a:rPr lang="en-GB" dirty="0">
                <a:solidFill>
                  <a:srgbClr val="FF0000"/>
                </a:solidFill>
              </a:rPr>
              <a:t> the control variable in the loop body.</a:t>
            </a:r>
          </a:p>
          <a:p>
            <a:pPr marL="457200" lvl="1" indent="0" algn="ctr">
              <a:buNone/>
            </a:pPr>
            <a:endParaRPr lang="en-GB" sz="1600" dirty="0"/>
          </a:p>
          <a:p>
            <a:pPr marL="457200" lvl="1" indent="0" algn="ctr">
              <a:buNone/>
            </a:pPr>
            <a:r>
              <a:rPr lang="en-GB" sz="1600" dirty="0"/>
              <a:t>**Will turn into an infinite loop without altering the control variable!**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allout: Line with Accent Bar 5">
            <a:extLst>
              <a:ext uri="{FF2B5EF4-FFF2-40B4-BE49-F238E27FC236}">
                <a16:creationId xmlns:a16="http://schemas.microsoft.com/office/drawing/2014/main" id="{6387DFF6-5961-AE0E-20CE-FDFFC7D80DAB}"/>
              </a:ext>
            </a:extLst>
          </p:cNvPr>
          <p:cNvSpPr/>
          <p:nvPr/>
        </p:nvSpPr>
        <p:spPr bwMode="auto">
          <a:xfrm>
            <a:off x="5277899" y="3470564"/>
            <a:ext cx="2750810" cy="180111"/>
          </a:xfrm>
          <a:prstGeom prst="accentCallout1">
            <a:avLst>
              <a:gd name="adj1" fmla="val 18750"/>
              <a:gd name="adj2" fmla="val -8333"/>
              <a:gd name="adj3" fmla="val -164420"/>
              <a:gd name="adj4" fmla="val -28142"/>
            </a:avLst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Callout: Line with Accent Bar 6">
            <a:extLst>
              <a:ext uri="{FF2B5EF4-FFF2-40B4-BE49-F238E27FC236}">
                <a16:creationId xmlns:a16="http://schemas.microsoft.com/office/drawing/2014/main" id="{4DB19B78-ACDA-868B-9F00-BFE862BBA1DB}"/>
              </a:ext>
            </a:extLst>
          </p:cNvPr>
          <p:cNvSpPr/>
          <p:nvPr/>
        </p:nvSpPr>
        <p:spPr bwMode="auto">
          <a:xfrm>
            <a:off x="5077009" y="1814944"/>
            <a:ext cx="1842655" cy="180111"/>
          </a:xfrm>
          <a:prstGeom prst="accentCallout1">
            <a:avLst>
              <a:gd name="adj1" fmla="val 18750"/>
              <a:gd name="adj2" fmla="val -8333"/>
              <a:gd name="adj3" fmla="val 277883"/>
              <a:gd name="adj4" fmla="val -45476"/>
            </a:avLst>
          </a:prstGeom>
          <a:solidFill>
            <a:srgbClr val="FFC000"/>
          </a:solidFill>
          <a:ln w="9525" cap="flat" cmpd="sng" algn="ctr">
            <a:solidFill>
              <a:srgbClr val="C668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92A9CD-0D86-6B52-AFDB-2C5290D42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7009" y="1761949"/>
            <a:ext cx="3609109" cy="212365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while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&lt;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"Enter your age &gt;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keyboard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.nextInt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"Can vote!"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else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"Cannot vote!"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67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2C8A-26FF-59FD-A26A-46EFBE17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While loop – Definite vs Indefinite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4EC6E-A748-81ED-EB09-355234D42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495119" cy="2952328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Indefinite Loop (Event-controlled Loop)</a:t>
            </a:r>
          </a:p>
          <a:p>
            <a:r>
              <a:rPr lang="en-GB" dirty="0"/>
              <a:t>The number of iterations is determined while the program is running. </a:t>
            </a:r>
            <a:r>
              <a:rPr lang="en-GB" sz="1200" dirty="0"/>
              <a:t>(</a:t>
            </a:r>
            <a:r>
              <a:rPr lang="en-GB" sz="12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LoopExample3_IndefiniteVote</a:t>
            </a:r>
            <a:r>
              <a:rPr lang="en-GB" sz="1200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D86E551-9247-FBA0-D2FC-FC8F08A13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156" y="1761949"/>
            <a:ext cx="4211781" cy="212365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01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"Enter your age (-1 to exit) &gt;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02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keyboard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.nextInt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03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while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!= -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04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05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"Can vote!"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06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else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07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"Cannot vote!"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08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09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"Enter your age (-1 to exit) &gt;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10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keyboard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.nextInt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11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41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086C-B797-B851-D876-568DFE0A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0E2D4-5ECD-A796-5EFA-0D16F3D3F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execution of a loop is called a(n) ___________.</a:t>
            </a:r>
          </a:p>
          <a:p>
            <a:pPr marL="457200" indent="-457200">
              <a:buAutoNum type="alphaLcPeriod"/>
            </a:pPr>
            <a:r>
              <a:rPr lang="en-US" dirty="0"/>
              <a:t>instance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AutoNum type="alphaLcPeriod"/>
            </a:pPr>
            <a:r>
              <a:rPr lang="en-US" dirty="0"/>
              <a:t>repetition</a:t>
            </a:r>
          </a:p>
          <a:p>
            <a:pPr marL="457200" indent="-457200">
              <a:buAutoNum type="alphaLcPeriod"/>
            </a:pPr>
            <a:r>
              <a:rPr lang="en-US" dirty="0"/>
              <a:t>occurrence </a:t>
            </a:r>
          </a:p>
          <a:p>
            <a:pPr marL="457200" indent="-457200">
              <a:buAutoNum type="alphaLcPeriod"/>
            </a:pPr>
            <a:r>
              <a:rPr lang="en-US" dirty="0"/>
              <a:t>iteration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/>
              <a:t>Answer: d. iteration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A loop is a structure that allows repeated execution of a block of statements. Each time the loop is executed is a single iteration.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18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772C-1F60-81DA-2DBC-FEBB6EF8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Shortcut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E9A34-2CD6-C22F-F408-56C48332B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869191" cy="2651246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Accumulating</a:t>
            </a:r>
          </a:p>
          <a:p>
            <a:r>
              <a:rPr lang="en-GB" dirty="0"/>
              <a:t>Repeatedly increasing a value by some amount.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Shortcuts for incrementing and accumulating</a:t>
            </a:r>
          </a:p>
          <a:p>
            <a:r>
              <a:rPr lang="en-GB" dirty="0"/>
              <a:t>+= add and assign operator</a:t>
            </a:r>
          </a:p>
          <a:p>
            <a:r>
              <a:rPr lang="en-GB" dirty="0"/>
              <a:t>-= subtract and assign operator</a:t>
            </a:r>
          </a:p>
          <a:p>
            <a:r>
              <a:rPr lang="en-GB" dirty="0"/>
              <a:t>*= multiply and assign operator</a:t>
            </a:r>
          </a:p>
          <a:p>
            <a:r>
              <a:rPr lang="en-GB" dirty="0"/>
              <a:t>/= divide and assign operator</a:t>
            </a:r>
          </a:p>
          <a:p>
            <a:r>
              <a:rPr lang="en-GB" dirty="0"/>
              <a:t>%= remainder and assign operator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9" name="Callout: Down Arrow 8">
            <a:extLst>
              <a:ext uri="{FF2B5EF4-FFF2-40B4-BE49-F238E27FC236}">
                <a16:creationId xmlns:a16="http://schemas.microsoft.com/office/drawing/2014/main" id="{BB9D0E62-1936-EA04-B480-EFD8B5F7B7D1}"/>
              </a:ext>
            </a:extLst>
          </p:cNvPr>
          <p:cNvSpPr/>
          <p:nvPr/>
        </p:nvSpPr>
        <p:spPr bwMode="auto">
          <a:xfrm>
            <a:off x="5590308" y="3061855"/>
            <a:ext cx="2722419" cy="803563"/>
          </a:xfrm>
          <a:prstGeom prst="downArrowCallout">
            <a:avLst>
              <a:gd name="adj1" fmla="val 8444"/>
              <a:gd name="adj2" fmla="val 14993"/>
              <a:gd name="adj3" fmla="val 60976"/>
              <a:gd name="adj4" fmla="val 2318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49A69E7-CE08-6F63-B977-D1FF5CFF6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810" y="1347614"/>
            <a:ext cx="3609109" cy="212365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while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&lt;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"Enter your age &gt;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keyboard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.nextInt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"Can vote!"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else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"Cannot vote!"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52524-2453-9458-43A3-3C6340292CB7}"/>
              </a:ext>
            </a:extLst>
          </p:cNvPr>
          <p:cNvSpPr txBox="1"/>
          <p:nvPr/>
        </p:nvSpPr>
        <p:spPr>
          <a:xfrm>
            <a:off x="6120243" y="3865418"/>
            <a:ext cx="1662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+= 1;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  <a:ea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423076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772C-1F60-81DA-2DBC-FEBB6EF8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Shortcut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E9A34-2CD6-C22F-F408-56C48332B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869191" cy="2651246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Prefix increment (or decrement) operator</a:t>
            </a:r>
          </a:p>
          <a:p>
            <a:r>
              <a:rPr lang="en-GB" dirty="0"/>
              <a:t>Increase/Decrease a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variable’s</a:t>
            </a:r>
            <a:r>
              <a:rPr lang="en-GB" dirty="0"/>
              <a:t> (</a:t>
            </a:r>
            <a:r>
              <a:rPr lang="en-GB" dirty="0">
                <a:solidFill>
                  <a:srgbClr val="FF0000"/>
                </a:solidFill>
              </a:rPr>
              <a:t>and variable only</a:t>
            </a:r>
            <a:r>
              <a:rPr lang="en-GB" dirty="0"/>
              <a:t>) value by </a:t>
            </a:r>
            <a:r>
              <a:rPr lang="en-GB" dirty="0">
                <a:solidFill>
                  <a:srgbClr val="FF0000"/>
                </a:solidFill>
              </a:rPr>
              <a:t>exactly 1</a:t>
            </a:r>
            <a:r>
              <a:rPr lang="en-GB" dirty="0"/>
              <a:t>.</a:t>
            </a:r>
          </a:p>
          <a:p>
            <a:r>
              <a:rPr lang="en-GB" dirty="0"/>
              <a:t>Syntax: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GB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someVariable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GB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someVariable</a:t>
            </a:r>
            <a:endParaRPr lang="en-GB" dirty="0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Postfix increment (or decrement) operator</a:t>
            </a:r>
          </a:p>
          <a:p>
            <a:r>
              <a:rPr lang="en-GB" dirty="0"/>
              <a:t>Increase/Decrease a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variable’s</a:t>
            </a:r>
            <a:r>
              <a:rPr lang="en-GB" dirty="0"/>
              <a:t> (</a:t>
            </a:r>
            <a:r>
              <a:rPr lang="en-GB" dirty="0">
                <a:solidFill>
                  <a:srgbClr val="FF0000"/>
                </a:solidFill>
              </a:rPr>
              <a:t>and variable only</a:t>
            </a:r>
            <a:r>
              <a:rPr lang="en-GB" dirty="0"/>
              <a:t>) value by </a:t>
            </a:r>
            <a:r>
              <a:rPr lang="en-GB" dirty="0">
                <a:solidFill>
                  <a:srgbClr val="FF0000"/>
                </a:solidFill>
              </a:rPr>
              <a:t>exactly 1</a:t>
            </a:r>
            <a:r>
              <a:rPr lang="en-GB" dirty="0"/>
              <a:t>.</a:t>
            </a:r>
          </a:p>
          <a:p>
            <a:r>
              <a:rPr lang="en-GB" dirty="0"/>
              <a:t>Syntax: </a:t>
            </a:r>
            <a:r>
              <a:rPr lang="en-GB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someVariable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++ </a:t>
            </a:r>
            <a:r>
              <a:rPr lang="en-GB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someVariable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9" name="Callout: Down Arrow 8">
            <a:extLst>
              <a:ext uri="{FF2B5EF4-FFF2-40B4-BE49-F238E27FC236}">
                <a16:creationId xmlns:a16="http://schemas.microsoft.com/office/drawing/2014/main" id="{BB9D0E62-1936-EA04-B480-EFD8B5F7B7D1}"/>
              </a:ext>
            </a:extLst>
          </p:cNvPr>
          <p:cNvSpPr/>
          <p:nvPr/>
        </p:nvSpPr>
        <p:spPr bwMode="auto">
          <a:xfrm>
            <a:off x="5590308" y="3061855"/>
            <a:ext cx="2722419" cy="803563"/>
          </a:xfrm>
          <a:prstGeom prst="downArrowCallout">
            <a:avLst>
              <a:gd name="adj1" fmla="val 8444"/>
              <a:gd name="adj2" fmla="val 14993"/>
              <a:gd name="adj3" fmla="val 60976"/>
              <a:gd name="adj4" fmla="val 2318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49A69E7-CE08-6F63-B977-D1FF5CFF6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810" y="1347614"/>
            <a:ext cx="3609109" cy="212365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while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&lt;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"Enter your age &gt;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keyboard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.nextInt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"Can vote!"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else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"Cannot vote!"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52524-2453-9458-43A3-3C6340292CB7}"/>
              </a:ext>
            </a:extLst>
          </p:cNvPr>
          <p:cNvSpPr txBox="1"/>
          <p:nvPr/>
        </p:nvSpPr>
        <p:spPr>
          <a:xfrm>
            <a:off x="6120243" y="3865418"/>
            <a:ext cx="1662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+= 1;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  <a:ea typeface="JetBrains Mon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A6A1C-F39B-7B4E-2A94-F13678D64800}"/>
              </a:ext>
            </a:extLst>
          </p:cNvPr>
          <p:cNvSpPr txBox="1"/>
          <p:nvPr/>
        </p:nvSpPr>
        <p:spPr>
          <a:xfrm>
            <a:off x="6120243" y="4259564"/>
            <a:ext cx="1662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++ iterationNumber; 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  <a:ea typeface="JetBrains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6DE85-9B03-51CE-28D9-3C5E98B28A60}"/>
              </a:ext>
            </a:extLst>
          </p:cNvPr>
          <p:cNvSpPr txBox="1"/>
          <p:nvPr/>
        </p:nvSpPr>
        <p:spPr>
          <a:xfrm>
            <a:off x="6120242" y="4593490"/>
            <a:ext cx="1662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iterationNumber ++;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  <a:ea typeface="JetBrains Mono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35BEFA7-F1C2-F6E0-5142-64A4FFB4C5E2}"/>
              </a:ext>
            </a:extLst>
          </p:cNvPr>
          <p:cNvSpPr/>
          <p:nvPr/>
        </p:nvSpPr>
        <p:spPr bwMode="auto">
          <a:xfrm>
            <a:off x="6892633" y="4119186"/>
            <a:ext cx="117763" cy="19906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687A72F-E168-70C4-905A-C18516E03970}"/>
              </a:ext>
            </a:extLst>
          </p:cNvPr>
          <p:cNvSpPr/>
          <p:nvPr/>
        </p:nvSpPr>
        <p:spPr bwMode="auto">
          <a:xfrm>
            <a:off x="6892633" y="4472487"/>
            <a:ext cx="117763" cy="19906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74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772C-1F60-81DA-2DBC-FEBB6EF8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Differences between Prefix and Postfix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E9A34-2CD6-C22F-F408-56C48332B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7" y="1347614"/>
            <a:ext cx="3712336" cy="2651246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Prefix</a:t>
            </a:r>
          </a:p>
          <a:p>
            <a:r>
              <a:rPr lang="en-GB" dirty="0"/>
              <a:t>The</a:t>
            </a:r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dirty="0"/>
              <a:t>result is calculated and stored.</a:t>
            </a:r>
          </a:p>
          <a:p>
            <a:r>
              <a:rPr lang="en-GB" dirty="0"/>
              <a:t>Then the variable is used.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Postfix</a:t>
            </a:r>
          </a:p>
          <a:p>
            <a:r>
              <a:rPr lang="en-GB" dirty="0"/>
              <a:t>The variable is used.</a:t>
            </a:r>
          </a:p>
          <a:p>
            <a:r>
              <a:rPr lang="en-GB" dirty="0"/>
              <a:t>Then the result is calculated and stored.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b="1" dirty="0">
              <a:solidFill>
                <a:srgbClr val="0070C0"/>
              </a:solidFill>
            </a:endParaRPr>
          </a:p>
          <a:p>
            <a:endParaRPr lang="en-GB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BF0E6D-7B40-0546-D9D7-F2EA81E84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782" y="1812720"/>
            <a:ext cx="4627417" cy="178510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01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answer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02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03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"Before incrementing,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is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04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answer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++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05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"After prefix increment,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is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06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 and answer is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answer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07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08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"Before incrementing,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is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09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answer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++;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10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"After postfix increment,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is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11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 and answer is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answer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89D84E-9755-414D-F76D-9ED0992D9CA7}"/>
              </a:ext>
            </a:extLst>
          </p:cNvPr>
          <p:cNvSpPr txBox="1"/>
          <p:nvPr/>
        </p:nvSpPr>
        <p:spPr>
          <a:xfrm>
            <a:off x="5656471" y="1371463"/>
            <a:ext cx="2008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rgbClr val="0070C0"/>
                </a:solidFill>
                <a:latin typeface="+mn-lt"/>
                <a:ea typeface="ＭＳ Ｐゴシック" charset="0"/>
              </a:rPr>
              <a:t>PrefixPostfixDemo</a:t>
            </a:r>
            <a:endParaRPr lang="en-GB" sz="1600" dirty="0">
              <a:solidFill>
                <a:srgbClr val="0070C0"/>
              </a:solidFill>
              <a:latin typeface="+mn-lt"/>
              <a:ea typeface="ＭＳ Ｐゴシック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83C2676-0110-68E6-17C3-244D3444B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217331"/>
            <a:ext cx="3449099" cy="70788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answer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++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000" b="0" dirty="0" err="1">
                <a:solidFill>
                  <a:srgbClr val="080808"/>
                </a:solidFill>
                <a:latin typeface="Arial Unicode MS"/>
                <a:ea typeface="JetBrains Mono"/>
              </a:rPr>
              <a:t>myNumber</a:t>
            </a:r>
            <a:r>
              <a:rPr lang="en-US" altLang="en-US" sz="1000" b="0" dirty="0">
                <a:solidFill>
                  <a:srgbClr val="080808"/>
                </a:solidFill>
                <a:latin typeface="Arial Unicode MS"/>
                <a:ea typeface="JetBrains Mono"/>
              </a:rPr>
              <a:t> (17) is increased by 1 (18);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(18) is returned</a:t>
            </a:r>
            <a:r>
              <a:rPr lang="en-US" altLang="en-US" sz="1000" b="0" dirty="0">
                <a:solidFill>
                  <a:srgbClr val="080808"/>
                </a:solidFill>
                <a:latin typeface="Arial Unicode MS"/>
                <a:ea typeface="JetBrains Mono"/>
              </a:rPr>
              <a:t>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The returned value (1</a:t>
            </a:r>
            <a:r>
              <a:rPr lang="en-US" altLang="en-US" sz="1000" b="0" dirty="0">
                <a:solidFill>
                  <a:srgbClr val="080808"/>
                </a:solidFill>
                <a:latin typeface="Arial Unicode MS"/>
                <a:ea typeface="JetBrains Mono"/>
              </a:rPr>
              <a:t>8) is assigned to answer.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AC5418C-8407-FAEC-8EB8-0C77CB5C7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255" y="4217331"/>
            <a:ext cx="3449099" cy="70788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answer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++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myNumber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(17) is returned</a:t>
            </a:r>
            <a:r>
              <a:rPr lang="en-US" altLang="en-US" sz="1000" b="0" dirty="0">
                <a:solidFill>
                  <a:srgbClr val="080808"/>
                </a:solidFill>
                <a:latin typeface="Arial Unicode MS"/>
                <a:ea typeface="JetBrains Mono"/>
              </a:rPr>
              <a:t>.</a:t>
            </a:r>
          </a:p>
          <a:p>
            <a:pPr marL="228600" indent="-228600">
              <a:buFontTx/>
              <a:buAutoNum type="arabicPeriod"/>
            </a:pPr>
            <a:r>
              <a:rPr lang="en-US" altLang="en-US" sz="1000" b="0" dirty="0" err="1">
                <a:solidFill>
                  <a:srgbClr val="080808"/>
                </a:solidFill>
                <a:latin typeface="Arial Unicode MS"/>
                <a:ea typeface="JetBrains Mono"/>
              </a:rPr>
              <a:t>myNumber</a:t>
            </a:r>
            <a:r>
              <a:rPr lang="en-US" altLang="en-US" sz="1000" b="0" dirty="0">
                <a:solidFill>
                  <a:srgbClr val="080808"/>
                </a:solidFill>
                <a:latin typeface="Arial Unicode MS"/>
                <a:ea typeface="JetBrains Mono"/>
              </a:rPr>
              <a:t> (17) is increased by 1 (18);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The returned value (17</a:t>
            </a:r>
            <a:r>
              <a:rPr lang="en-US" altLang="en-US" sz="1000" b="0" dirty="0">
                <a:solidFill>
                  <a:srgbClr val="080808"/>
                </a:solidFill>
                <a:latin typeface="Arial Unicode MS"/>
                <a:ea typeface="JetBrains Mono"/>
              </a:rPr>
              <a:t>) is assigned to answer.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12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086C-B797-B851-D876-568DFE0A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0E2D4-5ECD-A796-5EFA-0D16F3D3F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output of the following code?</a:t>
            </a:r>
          </a:p>
          <a:p>
            <a:pPr marL="0" indent="0">
              <a:buNone/>
            </a:pPr>
            <a:r>
              <a:rPr lang="en-US" altLang="en-US" sz="1400" dirty="0">
                <a:solidFill>
                  <a:srgbClr val="0033B3"/>
                </a:solidFill>
                <a:latin typeface="Arial Unicode MS"/>
                <a:ea typeface="JetBrains Mono"/>
              </a:rPr>
              <a:t>int </a:t>
            </a:r>
            <a:r>
              <a:rPr lang="en-US" altLang="en-US" sz="1400" dirty="0" err="1">
                <a:solidFill>
                  <a:srgbClr val="000000"/>
                </a:solidFill>
                <a:latin typeface="Arial Unicode MS"/>
                <a:ea typeface="JetBrains Mono"/>
              </a:rPr>
              <a:t>myNumber</a:t>
            </a:r>
            <a:r>
              <a:rPr lang="en-US" altLang="en-US" sz="1400" dirty="0">
                <a:solidFill>
                  <a:srgbClr val="080808"/>
                </a:solidFill>
                <a:latin typeface="Arial Unicode MS"/>
                <a:ea typeface="JetBrains Mono"/>
              </a:rPr>
              <a:t> = 0;</a:t>
            </a:r>
            <a:br>
              <a:rPr lang="en-US" altLang="en-US" sz="1400" dirty="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en-US" altLang="en-US" sz="1400" dirty="0" err="1">
                <a:solidFill>
                  <a:srgbClr val="000000"/>
                </a:solidFill>
                <a:latin typeface="Arial Unicode MS"/>
                <a:ea typeface="JetBrains Mono"/>
              </a:rPr>
              <a:t>myNumber</a:t>
            </a:r>
            <a:r>
              <a:rPr lang="en-US" altLang="en-US" sz="1400" dirty="0">
                <a:solidFill>
                  <a:srgbClr val="000000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400" dirty="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en-US" altLang="en-US" sz="1400" dirty="0" err="1">
                <a:solidFill>
                  <a:srgbClr val="000000"/>
                </a:solidFill>
                <a:latin typeface="Arial Unicode MS"/>
                <a:ea typeface="JetBrains Mono"/>
              </a:rPr>
              <a:t>myNumber</a:t>
            </a:r>
            <a:r>
              <a:rPr lang="en-US" altLang="en-US" sz="1400" dirty="0">
                <a:solidFill>
                  <a:srgbClr val="000000"/>
                </a:solidFill>
                <a:latin typeface="Arial Unicode MS"/>
                <a:ea typeface="JetBrains Mono"/>
              </a:rPr>
              <a:t>++</a:t>
            </a:r>
            <a:r>
              <a:rPr lang="en-US" altLang="en-US" sz="1400" dirty="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400" dirty="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en-US" altLang="en-US" sz="1400" dirty="0">
                <a:solidFill>
                  <a:srgbClr val="000000"/>
                </a:solidFill>
                <a:latin typeface="Arial Unicode MS"/>
                <a:ea typeface="JetBrains Mono"/>
              </a:rPr>
              <a:t>System</a:t>
            </a:r>
            <a:r>
              <a:rPr lang="en-US" altLang="en-US" sz="1400" dirty="0">
                <a:solidFill>
                  <a:srgbClr val="080808"/>
                </a:solidFill>
                <a:latin typeface="Arial Unicode MS"/>
                <a:ea typeface="JetBrains Mono"/>
              </a:rPr>
              <a:t>.</a:t>
            </a:r>
            <a:r>
              <a:rPr lang="en-US" altLang="en-US" sz="1400" i="1" dirty="0">
                <a:solidFill>
                  <a:srgbClr val="871094"/>
                </a:solidFill>
                <a:latin typeface="Arial Unicode MS"/>
                <a:ea typeface="JetBrains Mono"/>
              </a:rPr>
              <a:t>out</a:t>
            </a:r>
            <a:r>
              <a:rPr lang="en-US" altLang="en-US" sz="1400" dirty="0">
                <a:solidFill>
                  <a:srgbClr val="080808"/>
                </a:solidFill>
                <a:latin typeface="Arial Unicode MS"/>
                <a:ea typeface="JetBrains Mono"/>
              </a:rPr>
              <a:t>.println</a:t>
            </a:r>
            <a:r>
              <a:rPr lang="en-US" altLang="en-US" sz="1400" dirty="0">
                <a:solidFill>
                  <a:srgbClr val="B4960A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400" dirty="0" err="1">
                <a:solidFill>
                  <a:srgbClr val="000000"/>
                </a:solidFill>
                <a:latin typeface="Arial Unicode MS"/>
                <a:ea typeface="JetBrains Mono"/>
              </a:rPr>
              <a:t>myNumber</a:t>
            </a:r>
            <a:r>
              <a:rPr lang="en-US" altLang="en-US" sz="1400" dirty="0">
                <a:solidFill>
                  <a:srgbClr val="B4960A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400" dirty="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endParaRPr lang="en-US" sz="1400" dirty="0"/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/>
              <a:t>Answer: 0</a:t>
            </a:r>
          </a:p>
          <a:p>
            <a:pPr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dirty="0" err="1"/>
              <a:t>myNumber</a:t>
            </a:r>
            <a:r>
              <a:rPr lang="en-US" dirty="0"/>
              <a:t> (0) is returned.</a:t>
            </a:r>
          </a:p>
          <a:p>
            <a:pPr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dirty="0" err="1"/>
              <a:t>myNumber</a:t>
            </a:r>
            <a:r>
              <a:rPr lang="en-US" dirty="0"/>
              <a:t> (0) is increased by 1 (1).</a:t>
            </a:r>
          </a:p>
          <a:p>
            <a:pPr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dirty="0"/>
              <a:t>The returned value (0) is assigned to </a:t>
            </a:r>
            <a:r>
              <a:rPr lang="en-US" dirty="0" err="1"/>
              <a:t>myNumber</a:t>
            </a:r>
            <a:r>
              <a:rPr lang="en-US" dirty="0"/>
              <a:t> (0).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732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086C-B797-B851-D876-568DFE0A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0E2D4-5ECD-A796-5EFA-0D16F3D3F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20536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Assume that x=4, y=5. Which one is wrong?</a:t>
            </a:r>
          </a:p>
          <a:p>
            <a:pPr>
              <a:buFont typeface="+mj-lt"/>
              <a:buAutoNum type="alphaLcParenR"/>
            </a:pPr>
            <a:r>
              <a:rPr lang="en-US" dirty="0">
                <a:solidFill>
                  <a:srgbClr val="000000"/>
                </a:solidFill>
                <a:latin typeface="Arial Unicode MS"/>
              </a:rPr>
              <a:t>++y + ++x = 11</a:t>
            </a:r>
          </a:p>
          <a:p>
            <a:pPr>
              <a:buFont typeface="+mj-lt"/>
              <a:buAutoNum type="alphaLcParenR"/>
            </a:pPr>
            <a:r>
              <a:rPr lang="en-US" dirty="0">
                <a:solidFill>
                  <a:srgbClr val="000000"/>
                </a:solidFill>
                <a:latin typeface="Arial Unicode MS"/>
              </a:rPr>
              <a:t>y-- == x++ </a:t>
            </a:r>
            <a:r>
              <a:rPr lang="en-US" dirty="0"/>
              <a:t>is true.</a:t>
            </a:r>
          </a:p>
          <a:p>
            <a:pPr>
              <a:buFont typeface="+mj-lt"/>
              <a:buAutoNum type="alphaLcParenR"/>
            </a:pPr>
            <a:r>
              <a:rPr lang="en-US" dirty="0"/>
              <a:t>y += x is 9.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b="1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/>
              <a:t>Answer: b)</a:t>
            </a: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B7627-CEB0-C3E0-BADA-09B320B0906D}"/>
              </a:ext>
            </a:extLst>
          </p:cNvPr>
          <p:cNvSpPr txBox="1"/>
          <p:nvPr/>
        </p:nvSpPr>
        <p:spPr>
          <a:xfrm>
            <a:off x="1794164" y="2971568"/>
            <a:ext cx="283122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400" b="0" dirty="0"/>
              <a:t>y (5) is returned.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400" b="0" dirty="0"/>
              <a:t>y (5) is decreased by 1 (4).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400" b="0" dirty="0"/>
              <a:t>x (4) is returned.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400" b="0" dirty="0"/>
              <a:t>x (4) is increased by 1 (5).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400" b="0" dirty="0"/>
              <a:t>5 </a:t>
            </a:r>
            <a:r>
              <a:rPr lang="en-GB" sz="1400" b="0"/>
              <a:t>!= 4, </a:t>
            </a:r>
            <a:r>
              <a:rPr lang="en-GB" sz="1400" b="0" dirty="0"/>
              <a:t>so return false.</a:t>
            </a:r>
          </a:p>
        </p:txBody>
      </p:sp>
    </p:spTree>
    <p:extLst>
      <p:ext uri="{BB962C8B-B14F-4D97-AF65-F5344CB8AC3E}">
        <p14:creationId xmlns:p14="http://schemas.microsoft.com/office/powerpoint/2010/main" val="121890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2448-6B32-28F3-A49D-7699B8D63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do-while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428FF-44B8-5906-5318-58AE491CB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8062664" cy="2952328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Pretest loop</a:t>
            </a:r>
          </a:p>
          <a:p>
            <a:r>
              <a:rPr lang="en-GB" dirty="0"/>
              <a:t>In which the loop control variable is tested before the loop body executes.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do-while loop</a:t>
            </a:r>
          </a:p>
          <a:p>
            <a:r>
              <a:rPr lang="en-GB" dirty="0"/>
              <a:t>A </a:t>
            </a:r>
            <a:r>
              <a:rPr lang="en-GB" dirty="0" err="1"/>
              <a:t>posttest</a:t>
            </a:r>
            <a:r>
              <a:rPr lang="en-GB" dirty="0"/>
              <a:t> loop. </a:t>
            </a:r>
          </a:p>
          <a:p>
            <a:r>
              <a:rPr lang="en-GB" dirty="0"/>
              <a:t>In which the loop control variable is tested after the loop body executes.</a:t>
            </a:r>
          </a:p>
          <a:p>
            <a:r>
              <a:rPr lang="en-GB" dirty="0"/>
              <a:t>Performs a task at least one time.</a:t>
            </a:r>
          </a:p>
          <a:p>
            <a:r>
              <a:rPr lang="en-GB" dirty="0"/>
              <a:t>You are never required to use this type of loop.</a:t>
            </a:r>
          </a:p>
        </p:txBody>
      </p:sp>
    </p:spTree>
    <p:extLst>
      <p:ext uri="{BB962C8B-B14F-4D97-AF65-F5344CB8AC3E}">
        <p14:creationId xmlns:p14="http://schemas.microsoft.com/office/powerpoint/2010/main" val="170384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70FF6-B525-4AF9-C9AE-0FF35FBD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do-while loop –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2FD5-DF64-E2EB-144C-899AA045E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7" y="1156862"/>
            <a:ext cx="4418918" cy="2313702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Syntax of the while loop</a:t>
            </a:r>
          </a:p>
          <a:p>
            <a:pPr>
              <a:buFont typeface="+mj-lt"/>
              <a:buAutoNum type="arabicPeriod"/>
            </a:pPr>
            <a:r>
              <a:rPr lang="en-GB" dirty="0"/>
              <a:t>Keyword: </a:t>
            </a:r>
            <a:r>
              <a:rPr lang="en-GB" b="1" dirty="0">
                <a:solidFill>
                  <a:srgbClr val="002060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</a:p>
          <a:p>
            <a:pPr>
              <a:buFont typeface="+mj-lt"/>
              <a:buAutoNum type="arabicPeriod"/>
            </a:pPr>
            <a:r>
              <a:rPr lang="en-GB" dirty="0"/>
              <a:t>Loop body within </a:t>
            </a:r>
            <a:r>
              <a:rPr lang="en-GB" b="1" dirty="0">
                <a:solidFill>
                  <a:srgbClr val="7030A0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Keyword: </a:t>
            </a:r>
            <a:r>
              <a:rPr lang="en-GB" b="1" dirty="0">
                <a:solidFill>
                  <a:srgbClr val="002060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>
              <a:buFont typeface="+mj-lt"/>
              <a:buAutoNum type="arabicPeriod"/>
            </a:pPr>
            <a:r>
              <a:rPr lang="en-GB" dirty="0"/>
              <a:t>Boolean expression within </a:t>
            </a:r>
            <a:r>
              <a:rPr lang="en-GB" b="1" dirty="0">
                <a:solidFill>
                  <a:srgbClr val="9F6D09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A </a:t>
            </a:r>
            <a:r>
              <a:rPr lang="en-GB" b="1" dirty="0">
                <a:solidFill>
                  <a:srgbClr val="002060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semicolon</a:t>
            </a:r>
            <a:r>
              <a:rPr lang="en-GB" dirty="0"/>
              <a:t> after the Boolean expression.</a:t>
            </a:r>
          </a:p>
          <a:p>
            <a:pPr marL="0" indent="0" algn="ctr">
              <a:buNone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ＭＳ Ｐゴシック" charset="0"/>
            </a:endParaRPr>
          </a:p>
          <a:p>
            <a:pPr marL="0" indent="0" algn="ctr">
              <a:buNone/>
            </a:pPr>
            <a:r>
              <a:rPr kumimoji="0" lang="en-GB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ＭＳ Ｐゴシック" charset="0"/>
              </a:rPr>
              <a:t>N.B. {} is </a:t>
            </a:r>
            <a:r>
              <a:rPr kumimoji="0" lang="en-GB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ＭＳ Ｐゴシック" charset="0"/>
              </a:rPr>
              <a:t>needed</a:t>
            </a:r>
            <a:r>
              <a:rPr kumimoji="0" lang="en-GB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ＭＳ Ｐゴシック" charset="0"/>
              </a:rPr>
              <a:t> even if there is only one statement in the loop body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    </a:t>
            </a:r>
          </a:p>
          <a:p>
            <a:pPr marL="0" indent="0">
              <a:buNone/>
            </a:pPr>
            <a:r>
              <a:rPr lang="en-GB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LoopExample4_DoWhile</a:t>
            </a:r>
            <a:endParaRPr lang="en-GB" dirty="0"/>
          </a:p>
        </p:txBody>
      </p:sp>
      <p:pic>
        <p:nvPicPr>
          <p:cNvPr id="4" name="Picture 3" descr="A part of a flowchart. Process: loop body. Decision: test of loop control variable. If true, loop to decision. If false, proceed to next step.">
            <a:extLst>
              <a:ext uri="{FF2B5EF4-FFF2-40B4-BE49-F238E27FC236}">
                <a16:creationId xmlns:a16="http://schemas.microsoft.com/office/drawing/2014/main" id="{EBC12469-FCBE-0FC7-904A-324F66B0C0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033" y="1327199"/>
            <a:ext cx="2105595" cy="214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99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D0DB-D595-444B-B735-EB67A1EF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 &amp; A</a:t>
            </a:r>
          </a:p>
        </p:txBody>
      </p:sp>
      <p:pic>
        <p:nvPicPr>
          <p:cNvPr id="5" name="Content Placeholder 4" descr="Yellow and blue symbols">
            <a:extLst>
              <a:ext uri="{FF2B5EF4-FFF2-40B4-BE49-F238E27FC236}">
                <a16:creationId xmlns:a16="http://schemas.microsoft.com/office/drawing/2014/main" id="{C44561B0-5A23-46D2-B9FB-CB1729946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11" y="1347788"/>
            <a:ext cx="3858354" cy="2952750"/>
          </a:xfrm>
        </p:spPr>
      </p:pic>
    </p:spTree>
    <p:extLst>
      <p:ext uri="{BB962C8B-B14F-4D97-AF65-F5344CB8AC3E}">
        <p14:creationId xmlns:p14="http://schemas.microsoft.com/office/powerpoint/2010/main" val="38263087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1712</TotalTime>
  <Words>1410</Words>
  <Application>Microsoft Office PowerPoint</Application>
  <PresentationFormat>On-screen Show (16:9)</PresentationFormat>
  <Paragraphs>161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Calibri</vt:lpstr>
      <vt:lpstr>Arial Unicode MS</vt:lpstr>
      <vt:lpstr>Wingdings</vt:lpstr>
      <vt:lpstr>Courier New</vt:lpstr>
      <vt:lpstr>Times New Roman</vt:lpstr>
      <vt:lpstr>Georgia</vt:lpstr>
      <vt:lpstr>Arial</vt:lpstr>
      <vt:lpstr>Default Design</vt:lpstr>
      <vt:lpstr>OOP – Week 4 Looping</vt:lpstr>
      <vt:lpstr>Structure</vt:lpstr>
      <vt:lpstr>Learning Objectives</vt:lpstr>
      <vt:lpstr>Loop introduction</vt:lpstr>
      <vt:lpstr>While loop – Structure</vt:lpstr>
      <vt:lpstr>While loop – Definite vs Indefinite  </vt:lpstr>
      <vt:lpstr>While loop – Definite vs Indefinite  </vt:lpstr>
      <vt:lpstr>Knowledge Check</vt:lpstr>
      <vt:lpstr>Using Shortcut Arithmetic Operators</vt:lpstr>
      <vt:lpstr>Using Shortcut Arithmetic Operators</vt:lpstr>
      <vt:lpstr>Differences between Prefix and Postfix</vt:lpstr>
      <vt:lpstr>Knowledge Check</vt:lpstr>
      <vt:lpstr>Knowledge Check</vt:lpstr>
      <vt:lpstr>do-while Loop</vt:lpstr>
      <vt:lpstr>do-while loop – Structure</vt:lpstr>
      <vt:lpstr>Q &amp; A</vt:lpstr>
    </vt:vector>
  </TitlesOfParts>
  <Company>The 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and Publications</dc:creator>
  <cp:lastModifiedBy>Jizheng Wan</cp:lastModifiedBy>
  <cp:revision>2</cp:revision>
  <cp:lastPrinted>2019-07-31T08:58:40Z</cp:lastPrinted>
  <dcterms:created xsi:type="dcterms:W3CDTF">2005-06-08T11:15:47Z</dcterms:created>
  <dcterms:modified xsi:type="dcterms:W3CDTF">2023-10-17T01:12:56Z</dcterms:modified>
</cp:coreProperties>
</file>